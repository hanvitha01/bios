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22"/>
  </p:notesMasterIdLst>
  <p:sldIdLst>
    <p:sldId id="351" r:id="rId2"/>
    <p:sldId id="364" r:id="rId3"/>
    <p:sldId id="365" r:id="rId4"/>
    <p:sldId id="366" r:id="rId5"/>
    <p:sldId id="367" r:id="rId6"/>
    <p:sldId id="496" r:id="rId7"/>
    <p:sldId id="498" r:id="rId8"/>
    <p:sldId id="508" r:id="rId9"/>
    <p:sldId id="509" r:id="rId10"/>
    <p:sldId id="436" r:id="rId11"/>
    <p:sldId id="506" r:id="rId12"/>
    <p:sldId id="507" r:id="rId13"/>
    <p:sldId id="510" r:id="rId14"/>
    <p:sldId id="511" r:id="rId15"/>
    <p:sldId id="512" r:id="rId16"/>
    <p:sldId id="513" r:id="rId17"/>
    <p:sldId id="468" r:id="rId18"/>
    <p:sldId id="469" r:id="rId19"/>
    <p:sldId id="514" r:id="rId20"/>
    <p:sldId id="51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53" d="100"/>
          <a:sy n="53" d="100"/>
        </p:scale>
        <p:origin x="84"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3/5/2021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Visio_Drawing1.vsdx"/><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a:t>Option ROM</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6292942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8240">
              <a:lnSpc>
                <a:spcPct val="90000"/>
              </a:lnSpc>
              <a:spcBef>
                <a:spcPts val="1001"/>
              </a:spcBef>
              <a:buClr>
                <a:srgbClr val="FFFFFF"/>
              </a:buClr>
              <a:buFont typeface="Arial"/>
              <a:buChar char="•"/>
            </a:pPr>
            <a:r>
              <a:rPr lang="en-US" altLang="zh-TW" sz="2800" b="0" strike="noStrike" spc="-1" dirty="0">
                <a:solidFill>
                  <a:srgbClr val="FFFFFF"/>
                </a:solidFill>
                <a:latin typeface="Segoe UI"/>
              </a:rPr>
              <a:t>Goals &amp; Target Audience</a:t>
            </a:r>
            <a:endParaRPr lang="en-US" altLang="zh-TW" sz="2800" b="0" strike="noStrike" spc="-1" dirty="0">
              <a:solidFill>
                <a:srgbClr val="3F3F3F"/>
              </a:solidFill>
              <a:latin typeface="Segoe UI"/>
            </a:endParaRPr>
          </a:p>
          <a:p>
            <a:r>
              <a:rPr lang="en-US" altLang="zh-TW" spc="-1" dirty="0">
                <a:solidFill>
                  <a:srgbClr val="FFFFFF"/>
                </a:solidFill>
                <a:latin typeface="Segoe UI"/>
              </a:rPr>
              <a:t>Overview</a:t>
            </a:r>
          </a:p>
          <a:p>
            <a:r>
              <a:rPr lang="en-US" altLang="zh-TW" spc="-1" dirty="0">
                <a:solidFill>
                  <a:srgbClr val="FFFFFF"/>
                </a:solidFill>
                <a:latin typeface="Segoe UI"/>
              </a:rPr>
              <a:t>Related Files</a:t>
            </a:r>
          </a:p>
          <a:p>
            <a:r>
              <a:rPr lang="en-US" altLang="zh-TW" spc="-1" dirty="0">
                <a:solidFill>
                  <a:srgbClr val="FFFFFF"/>
                </a:solidFill>
                <a:latin typeface="Segoe UI"/>
              </a:rPr>
              <a:t>Customization Steps</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219188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3050027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r>
              <a:rPr lang="en-US" altLang="zh-TW" b="1" dirty="0"/>
              <a:t>Target Audience:</a:t>
            </a:r>
          </a:p>
          <a:p>
            <a:pPr lvl="1"/>
            <a:r>
              <a:rPr lang="en-US" altLang="zh-TW" sz="2000" dirty="0"/>
              <a:t>BIOS developers who use InsydeH2O 5.4 (EDK II) to create their firmware products.</a:t>
            </a:r>
          </a:p>
          <a:p>
            <a:endParaRPr lang="en-US" altLang="zh-TW" dirty="0"/>
          </a:p>
          <a:p>
            <a:r>
              <a:rPr lang="en-US" altLang="zh-TW" b="1" dirty="0"/>
              <a:t>Goals:</a:t>
            </a:r>
            <a:endParaRPr lang="en-US" altLang="zh-TW" sz="2000" b="1" dirty="0">
              <a:ea typeface="新細明體" charset="-120"/>
            </a:endParaRPr>
          </a:p>
          <a:p>
            <a:pPr lvl="1"/>
            <a:r>
              <a:rPr lang="en-US" altLang="zh-TW" sz="2000" dirty="0">
                <a:ea typeface="新細明體" charset="-120"/>
              </a:rPr>
              <a:t>Know how to add / modify an Option ROM in InsydeH2O 5.4.</a:t>
            </a:r>
          </a:p>
          <a:p>
            <a:pPr marL="0" indent="0">
              <a:buNone/>
            </a:pPr>
            <a:endParaRPr lang="en-US" altLang="zh-TW" dirty="0"/>
          </a:p>
          <a:p>
            <a:r>
              <a:rPr lang="en-US" altLang="zh-TW" b="1" dirty="0"/>
              <a:t>Requirements:</a:t>
            </a:r>
          </a:p>
          <a:p>
            <a:pPr lvl="1"/>
            <a:r>
              <a:rPr lang="en-US" altLang="zh-TW" sz="2000" dirty="0"/>
              <a:t>InsydeH2O 5.4 source code</a:t>
            </a:r>
            <a:endParaRPr lang="en-US" altLang="zh-TW" sz="2000" dirty="0">
              <a:ea typeface="新細明體" charset="-120"/>
            </a:endParaRPr>
          </a:p>
          <a:p>
            <a:pPr lvl="1"/>
            <a:r>
              <a:rPr lang="en-US" altLang="zh-TW" sz="2000" dirty="0">
                <a:ea typeface="新細明體" charset="-120"/>
              </a:rPr>
              <a:t>Option ROM binary file</a:t>
            </a:r>
          </a:p>
          <a:p>
            <a:pPr marL="457200" lvl="1" indent="0">
              <a:buNone/>
            </a:pPr>
            <a:endParaRPr lang="zh-TW" altLang="en-US" sz="2000" dirty="0">
              <a:ea typeface="新細明體" charset="-120"/>
            </a:endParaRPr>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dirty="0"/>
              <a:t>Overview</a:t>
            </a:r>
          </a:p>
        </p:txBody>
      </p:sp>
    </p:spTree>
    <p:extLst>
      <p:ext uri="{BB962C8B-B14F-4D97-AF65-F5344CB8AC3E}">
        <p14:creationId xmlns:p14="http://schemas.microsoft.com/office/powerpoint/2010/main" val="2925107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9FE7DF-8924-4197-B38F-8ABA29E559A9}"/>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9EE19B0A-6492-4B45-9A97-9ABAAE84D195}"/>
              </a:ext>
            </a:extLst>
          </p:cNvPr>
          <p:cNvSpPr>
            <a:spLocks noGrp="1"/>
          </p:cNvSpPr>
          <p:nvPr>
            <p:ph idx="1"/>
          </p:nvPr>
        </p:nvSpPr>
        <p:spPr/>
        <p:txBody>
          <a:bodyPr>
            <a:normAutofit/>
          </a:bodyPr>
          <a:lstStyle/>
          <a:p>
            <a:r>
              <a:rPr lang="en-US" altLang="zh-TW" sz="2400" dirty="0"/>
              <a:t>Option ROMs are add-on code designed to support specific PCI devices.</a:t>
            </a:r>
          </a:p>
          <a:p>
            <a:endParaRPr lang="en-US" altLang="zh-TW" sz="2400" dirty="0"/>
          </a:p>
          <a:p>
            <a:r>
              <a:rPr lang="en-US" altLang="zh-TW" sz="2400" dirty="0"/>
              <a:t>PCI option ROMs can contain either legacy images or compressed UEFI driver images.</a:t>
            </a:r>
          </a:p>
          <a:p>
            <a:endParaRPr lang="en-US" altLang="zh-TW" sz="2400" dirty="0"/>
          </a:p>
          <a:p>
            <a:r>
              <a:rPr lang="en-US" altLang="zh-TW" sz="2400" dirty="0"/>
              <a:t>Option ROM images can be included with the PCI device itself, a pointer to which is found in the PCI configuration space, or can be provided by the BIOS.</a:t>
            </a:r>
            <a:endParaRPr lang="en-US" altLang="zh-TW" sz="1800" dirty="0"/>
          </a:p>
        </p:txBody>
      </p:sp>
    </p:spTree>
    <p:extLst>
      <p:ext uri="{BB962C8B-B14F-4D97-AF65-F5344CB8AC3E}">
        <p14:creationId xmlns:p14="http://schemas.microsoft.com/office/powerpoint/2010/main" val="782654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89FE7DF-8924-4197-B38F-8ABA29E559A9}"/>
              </a:ext>
            </a:extLst>
          </p:cNvPr>
          <p:cNvSpPr>
            <a:spLocks noGrp="1"/>
          </p:cNvSpPr>
          <p:nvPr>
            <p:ph type="title"/>
          </p:nvPr>
        </p:nvSpPr>
        <p:spPr/>
        <p:txBody>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9EE19B0A-6492-4B45-9A97-9ABAAE84D195}"/>
              </a:ext>
            </a:extLst>
          </p:cNvPr>
          <p:cNvSpPr>
            <a:spLocks noGrp="1"/>
          </p:cNvSpPr>
          <p:nvPr>
            <p:ph idx="1"/>
          </p:nvPr>
        </p:nvSpPr>
        <p:spPr/>
        <p:txBody>
          <a:bodyPr>
            <a:normAutofit/>
          </a:bodyPr>
          <a:lstStyle/>
          <a:p>
            <a:r>
              <a:rPr lang="en-US" altLang="zh-TW" dirty="0"/>
              <a:t>There are three sources of system firmware option ROM images:</a:t>
            </a:r>
          </a:p>
          <a:p>
            <a:pPr lvl="1"/>
            <a:r>
              <a:rPr lang="en-US" altLang="zh-TW" dirty="0">
                <a:solidFill>
                  <a:srgbClr val="0070C0"/>
                </a:solidFill>
              </a:rPr>
              <a:t>OEM Service </a:t>
            </a:r>
            <a:r>
              <a:rPr lang="en-US" altLang="zh-TW" dirty="0" err="1">
                <a:solidFill>
                  <a:srgbClr val="0070C0"/>
                </a:solidFill>
              </a:rPr>
              <a:t>OemSvcInstallOptionRomTable</a:t>
            </a:r>
            <a:endParaRPr lang="en-US" altLang="zh-TW" dirty="0">
              <a:solidFill>
                <a:srgbClr val="0070C0"/>
              </a:solidFill>
            </a:endParaRPr>
          </a:p>
          <a:p>
            <a:pPr lvl="2"/>
            <a:r>
              <a:rPr lang="en-US" altLang="zh-TW" dirty="0"/>
              <a:t>This function can provide zero or more option ROM images, along with associated Firmware File Name, vendor identifier and device identifier. All option ROMs returned are associated with all boards.</a:t>
            </a:r>
            <a:endParaRPr lang="en-US" altLang="zh-TW" sz="1200" dirty="0"/>
          </a:p>
          <a:p>
            <a:pPr lvl="1"/>
            <a:r>
              <a:rPr lang="en-US" altLang="zh-TW" dirty="0">
                <a:solidFill>
                  <a:srgbClr val="0070C0"/>
                </a:solidFill>
              </a:rPr>
              <a:t>Auto-generated list of option ROM images</a:t>
            </a:r>
          </a:p>
          <a:p>
            <a:pPr lvl="2"/>
            <a:r>
              <a:rPr lang="en-US" altLang="zh-TW" dirty="0"/>
              <a:t>This list can provide zero or more option ROM images along with associated Firmware File Name, vendor identifier and multiple device identifiers. All option ROMs in this list are associated with all boards.</a:t>
            </a:r>
            <a:endParaRPr lang="en-US" altLang="zh-TW" sz="1200" dirty="0"/>
          </a:p>
          <a:p>
            <a:pPr lvl="1"/>
            <a:r>
              <a:rPr lang="en-US" altLang="zh-TW" dirty="0">
                <a:solidFill>
                  <a:srgbClr val="0070C0"/>
                </a:solidFill>
              </a:rPr>
              <a:t>Option ROM images listed in the Flash Device Map</a:t>
            </a:r>
          </a:p>
          <a:p>
            <a:pPr lvl="2"/>
            <a:r>
              <a:rPr lang="en-US" altLang="zh-TW" dirty="0"/>
              <a:t>The Flash Device Map can provide zero or more option ROM images along with an image. Each option ROM image can be associated with up to six boards, including the DEFAULT board. Option ROM images can be associated with a vendor identifier and device identifier, or else a bus/device/function number. </a:t>
            </a:r>
            <a:endParaRPr lang="en-US" altLang="zh-TW" sz="1200" dirty="0"/>
          </a:p>
        </p:txBody>
      </p:sp>
    </p:spTree>
    <p:extLst>
      <p:ext uri="{BB962C8B-B14F-4D97-AF65-F5344CB8AC3E}">
        <p14:creationId xmlns:p14="http://schemas.microsoft.com/office/powerpoint/2010/main" val="1388173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9</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8CC346-BB8E-465C-B26C-C686B1BEA349}"/>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C4DF4A6B-1A75-4A5D-B01F-804A446B1CFC}"/>
              </a:ext>
            </a:extLst>
          </p:cNvPr>
          <p:cNvSpPr>
            <a:spLocks noGrp="1"/>
          </p:cNvSpPr>
          <p:nvPr>
            <p:ph idx="1"/>
          </p:nvPr>
        </p:nvSpPr>
        <p:spPr>
          <a:xfrm>
            <a:off x="838200" y="1398494"/>
            <a:ext cx="10998666" cy="4778469"/>
          </a:xfrm>
        </p:spPr>
        <p:txBody>
          <a:bodyPr>
            <a:normAutofit/>
          </a:bodyPr>
          <a:lstStyle/>
          <a:p>
            <a:r>
              <a:rPr lang="en-US" altLang="zh-TW" sz="2000" dirty="0">
                <a:solidFill>
                  <a:schemeClr val="tx2"/>
                </a:solidFill>
              </a:rPr>
              <a:t>Board/Intel/$(PROJECT_PKG)/Library/</a:t>
            </a:r>
            <a:r>
              <a:rPr lang="en-US" altLang="zh-TW" sz="2000" dirty="0" err="1">
                <a:solidFill>
                  <a:schemeClr val="tx2"/>
                </a:solidFill>
              </a:rPr>
              <a:t>DxeOemSvcKernelLib</a:t>
            </a:r>
            <a:r>
              <a:rPr lang="en-US" altLang="zh-TW" sz="2000" dirty="0">
                <a:solidFill>
                  <a:schemeClr val="tx2"/>
                </a:solidFill>
              </a:rPr>
              <a:t>/</a:t>
            </a:r>
            <a:r>
              <a:rPr lang="en-US" altLang="zh-TW" sz="2000" dirty="0" err="1">
                <a:solidFill>
                  <a:schemeClr val="tx2"/>
                </a:solidFill>
              </a:rPr>
              <a:t>OemSvcInstallOptionRomTable.c</a:t>
            </a:r>
            <a:endParaRPr lang="en-US" altLang="zh-TW" sz="2000" dirty="0">
              <a:solidFill>
                <a:schemeClr val="tx2"/>
              </a:solidFill>
            </a:endParaRPr>
          </a:p>
          <a:p>
            <a:r>
              <a:rPr lang="en-US" altLang="zh-TW" sz="2000" dirty="0" err="1">
                <a:solidFill>
                  <a:schemeClr val="tx2"/>
                </a:solidFill>
              </a:rPr>
              <a:t>Insyde</a:t>
            </a:r>
            <a:r>
              <a:rPr lang="en-US" altLang="zh-TW" sz="2000" dirty="0">
                <a:solidFill>
                  <a:schemeClr val="tx2"/>
                </a:solidFill>
              </a:rPr>
              <a:t>/</a:t>
            </a:r>
            <a:r>
              <a:rPr lang="en-US" altLang="zh-TW" sz="2000" dirty="0" err="1">
                <a:solidFill>
                  <a:schemeClr val="tx2"/>
                </a:solidFill>
              </a:rPr>
              <a:t>InsydeModulePkg</a:t>
            </a:r>
            <a:r>
              <a:rPr lang="en-US" altLang="zh-TW" sz="2000" dirty="0">
                <a:solidFill>
                  <a:schemeClr val="tx2"/>
                </a:solidFill>
              </a:rPr>
              <a:t>/Include/</a:t>
            </a:r>
            <a:r>
              <a:rPr lang="en-US" altLang="zh-TW" sz="2000" dirty="0" err="1">
                <a:solidFill>
                  <a:schemeClr val="tx2"/>
                </a:solidFill>
              </a:rPr>
              <a:t>Guid</a:t>
            </a:r>
            <a:r>
              <a:rPr lang="en-US" altLang="zh-TW" sz="2000" dirty="0">
                <a:solidFill>
                  <a:schemeClr val="tx2"/>
                </a:solidFill>
              </a:rPr>
              <a:t>/</a:t>
            </a:r>
            <a:r>
              <a:rPr lang="en-US" altLang="zh-TW" sz="2000" dirty="0" err="1">
                <a:solidFill>
                  <a:schemeClr val="tx2"/>
                </a:solidFill>
              </a:rPr>
              <a:t>AutoGenPciOptionRomList.h</a:t>
            </a:r>
            <a:endParaRPr lang="en-US" altLang="zh-TW" sz="2000" dirty="0">
              <a:solidFill>
                <a:schemeClr val="tx2"/>
              </a:solidFill>
            </a:endParaRPr>
          </a:p>
          <a:p>
            <a:r>
              <a:rPr lang="en-US" altLang="zh-TW" sz="2000" dirty="0">
                <a:solidFill>
                  <a:schemeClr val="tx2"/>
                </a:solidFill>
              </a:rPr>
              <a:t>Build/$(</a:t>
            </a:r>
            <a:r>
              <a:rPr lang="en-US" altLang="zh-TW" sz="2000" dirty="0" err="1">
                <a:solidFill>
                  <a:schemeClr val="tx2"/>
                </a:solidFill>
              </a:rPr>
              <a:t>ProjectPkg</a:t>
            </a:r>
            <a:r>
              <a:rPr lang="en-US" altLang="zh-TW" sz="2000" dirty="0">
                <a:solidFill>
                  <a:schemeClr val="tx2"/>
                </a:solidFill>
              </a:rPr>
              <a:t>)/$(</a:t>
            </a:r>
            <a:r>
              <a:rPr lang="en-US" altLang="zh-TW" sz="2000" dirty="0" err="1">
                <a:solidFill>
                  <a:schemeClr val="tx2"/>
                </a:solidFill>
              </a:rPr>
              <a:t>BuidFolder</a:t>
            </a:r>
            <a:r>
              <a:rPr lang="en-US" altLang="zh-TW" sz="2000" dirty="0">
                <a:solidFill>
                  <a:schemeClr val="tx2"/>
                </a:solidFill>
              </a:rPr>
              <a:t>)/FV/ </a:t>
            </a:r>
            <a:r>
              <a:rPr lang="en-US" altLang="zh-TW" sz="2000" dirty="0" err="1">
                <a:solidFill>
                  <a:schemeClr val="tx2"/>
                </a:solidFill>
              </a:rPr>
              <a:t>XXXX.FvOpRomList.ffs</a:t>
            </a:r>
            <a:endParaRPr lang="en-US" altLang="zh-TW" sz="2000" dirty="0">
              <a:solidFill>
                <a:schemeClr val="tx2"/>
              </a:solidFill>
            </a:endParaRPr>
          </a:p>
          <a:p>
            <a:r>
              <a:rPr lang="en-US" altLang="zh-TW" sz="2000" dirty="0">
                <a:solidFill>
                  <a:schemeClr val="tx2"/>
                </a:solidFill>
              </a:rPr>
              <a:t>Build/$(</a:t>
            </a:r>
            <a:r>
              <a:rPr lang="en-US" altLang="zh-TW" sz="2000" dirty="0" err="1">
                <a:solidFill>
                  <a:schemeClr val="tx2"/>
                </a:solidFill>
              </a:rPr>
              <a:t>ProjectPkg</a:t>
            </a:r>
            <a:r>
              <a:rPr lang="en-US" altLang="zh-TW" sz="2000" dirty="0">
                <a:solidFill>
                  <a:schemeClr val="tx2"/>
                </a:solidFill>
              </a:rPr>
              <a:t>)/$(</a:t>
            </a:r>
            <a:r>
              <a:rPr lang="en-US" altLang="zh-TW" sz="2000" dirty="0" err="1">
                <a:solidFill>
                  <a:schemeClr val="tx2"/>
                </a:solidFill>
              </a:rPr>
              <a:t>BuidFolder</a:t>
            </a:r>
            <a:r>
              <a:rPr lang="en-US" altLang="zh-TW" sz="2000" dirty="0">
                <a:solidFill>
                  <a:schemeClr val="tx2"/>
                </a:solidFill>
              </a:rPr>
              <a:t>)/FV/ XXXX.FvOpRomList.txt</a:t>
            </a:r>
          </a:p>
          <a:p>
            <a:r>
              <a:rPr lang="en-US" altLang="zh-TW" sz="2000" dirty="0" err="1">
                <a:solidFill>
                  <a:schemeClr val="tx2"/>
                </a:solidFill>
              </a:rPr>
              <a:t>Insyde</a:t>
            </a:r>
            <a:r>
              <a:rPr lang="en-US" altLang="zh-TW" sz="2000" dirty="0">
                <a:solidFill>
                  <a:schemeClr val="tx2"/>
                </a:solidFill>
              </a:rPr>
              <a:t>/</a:t>
            </a:r>
            <a:r>
              <a:rPr lang="en-US" altLang="zh-TW" sz="2000" dirty="0" err="1">
                <a:solidFill>
                  <a:schemeClr val="tx2"/>
                </a:solidFill>
              </a:rPr>
              <a:t>InsydeModulePkg</a:t>
            </a:r>
            <a:r>
              <a:rPr lang="en-US" altLang="zh-TW" sz="2000" dirty="0">
                <a:solidFill>
                  <a:schemeClr val="tx2"/>
                </a:solidFill>
              </a:rPr>
              <a:t>/Universal/</a:t>
            </a:r>
            <a:r>
              <a:rPr lang="en-US" altLang="zh-TW" sz="2000" dirty="0" err="1">
                <a:solidFill>
                  <a:schemeClr val="tx2"/>
                </a:solidFill>
              </a:rPr>
              <a:t>CommonPolicy</a:t>
            </a:r>
            <a:r>
              <a:rPr lang="en-US" altLang="zh-TW" sz="2000" dirty="0">
                <a:solidFill>
                  <a:schemeClr val="tx2"/>
                </a:solidFill>
              </a:rPr>
              <a:t>/</a:t>
            </a:r>
            <a:r>
              <a:rPr lang="en-US" altLang="zh-TW" sz="2000" dirty="0" err="1">
                <a:solidFill>
                  <a:schemeClr val="tx2"/>
                </a:solidFill>
              </a:rPr>
              <a:t>CommonPciPlatformDxe.c</a:t>
            </a:r>
            <a:endParaRPr lang="en-US" altLang="zh-TW" sz="2000" dirty="0">
              <a:solidFill>
                <a:schemeClr val="tx2"/>
              </a:solidFill>
            </a:endParaRPr>
          </a:p>
          <a:p>
            <a:endParaRPr lang="en-US" altLang="zh-TW" sz="2000" dirty="0">
              <a:solidFill>
                <a:schemeClr val="tx2"/>
              </a:solidFill>
            </a:endParaRPr>
          </a:p>
          <a:p>
            <a:endParaRPr lang="en-US" altLang="zh-TW" sz="2000" spc="-1" dirty="0">
              <a:solidFill>
                <a:srgbClr val="3F3F3F"/>
              </a:solidFill>
              <a:uFill>
                <a:solidFill>
                  <a:srgbClr val="FFFFFF"/>
                </a:solidFill>
              </a:uFill>
            </a:endParaRPr>
          </a:p>
          <a:p>
            <a:pPr marL="360" indent="0">
              <a:lnSpc>
                <a:spcPct val="100000"/>
              </a:lnSpc>
              <a:buClr>
                <a:srgbClr val="FF0000"/>
              </a:buClr>
              <a:buNone/>
            </a:pPr>
            <a:endParaRPr lang="en-US" altLang="zh-TW" sz="2000" spc="-1" dirty="0">
              <a:uFill>
                <a:solidFill>
                  <a:srgbClr val="FFFFFF"/>
                </a:solidFill>
              </a:uFill>
            </a:endParaRPr>
          </a:p>
        </p:txBody>
      </p:sp>
    </p:spTree>
    <p:extLst>
      <p:ext uri="{BB962C8B-B14F-4D97-AF65-F5344CB8AC3E}">
        <p14:creationId xmlns:p14="http://schemas.microsoft.com/office/powerpoint/2010/main" val="36956528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lstStyle/>
          <a:p>
            <a:r>
              <a:rPr lang="en-US" altLang="zh-TW" dirty="0" err="1"/>
              <a:t>OemSvcInstallOptionRomTable.c</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p:txBody>
          <a:bodyPr/>
          <a:lstStyle/>
          <a:p>
            <a:r>
              <a:rPr lang="en-US" altLang="zh-TW" sz="2400" dirty="0"/>
              <a:t>Provide OEM to install the PCI Option ROM table and Non-PCI Option ROM table.</a:t>
            </a:r>
          </a:p>
        </p:txBody>
      </p:sp>
      <p:grpSp>
        <p:nvGrpSpPr>
          <p:cNvPr id="4" name="群組 3">
            <a:extLst>
              <a:ext uri="{FF2B5EF4-FFF2-40B4-BE49-F238E27FC236}">
                <a16:creationId xmlns:a16="http://schemas.microsoft.com/office/drawing/2014/main" id="{6D79D0B3-0B7D-43D4-9A14-9468244FB34F}"/>
              </a:ext>
            </a:extLst>
          </p:cNvPr>
          <p:cNvGrpSpPr/>
          <p:nvPr/>
        </p:nvGrpSpPr>
        <p:grpSpPr>
          <a:xfrm>
            <a:off x="2773680" y="1854927"/>
            <a:ext cx="8059783" cy="4706006"/>
            <a:chOff x="2773680" y="1854927"/>
            <a:chExt cx="8059783" cy="4706006"/>
          </a:xfrm>
        </p:grpSpPr>
        <p:grpSp>
          <p:nvGrpSpPr>
            <p:cNvPr id="5" name="群組 4">
              <a:extLst>
                <a:ext uri="{FF2B5EF4-FFF2-40B4-BE49-F238E27FC236}">
                  <a16:creationId xmlns:a16="http://schemas.microsoft.com/office/drawing/2014/main" id="{7C8EDD86-F0CE-40FE-83F0-0F2F66866563}"/>
                </a:ext>
              </a:extLst>
            </p:cNvPr>
            <p:cNvGrpSpPr/>
            <p:nvPr/>
          </p:nvGrpSpPr>
          <p:grpSpPr>
            <a:xfrm>
              <a:off x="2773680" y="1854927"/>
              <a:ext cx="3217817" cy="4706006"/>
              <a:chOff x="3971108" y="1854926"/>
              <a:chExt cx="3217817" cy="4706006"/>
            </a:xfrm>
          </p:grpSpPr>
          <p:sp>
            <p:nvSpPr>
              <p:cNvPr id="16" name="Rectangle 15">
                <a:extLst>
                  <a:ext uri="{FF2B5EF4-FFF2-40B4-BE49-F238E27FC236}">
                    <a16:creationId xmlns:a16="http://schemas.microsoft.com/office/drawing/2014/main" id="{948A3FE4-767B-4778-A3DA-196A9D1D120B}"/>
                  </a:ext>
                </a:extLst>
              </p:cNvPr>
              <p:cNvSpPr>
                <a:spLocks noChangeArrowheads="1"/>
              </p:cNvSpPr>
              <p:nvPr/>
            </p:nvSpPr>
            <p:spPr bwMode="auto">
              <a:xfrm>
                <a:off x="3971108" y="1854926"/>
                <a:ext cx="3217817" cy="470600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7" name="Rectangle 16">
                <a:extLst>
                  <a:ext uri="{FF2B5EF4-FFF2-40B4-BE49-F238E27FC236}">
                    <a16:creationId xmlns:a16="http://schemas.microsoft.com/office/drawing/2014/main" id="{FBAB014F-ABB1-4A2F-89C2-BA073FD9FA84}"/>
                  </a:ext>
                </a:extLst>
              </p:cNvPr>
              <p:cNvSpPr>
                <a:spLocks noChangeArrowheads="1"/>
              </p:cNvSpPr>
              <p:nvPr/>
            </p:nvSpPr>
            <p:spPr bwMode="auto">
              <a:xfrm>
                <a:off x="3971108" y="1854927"/>
                <a:ext cx="321781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latin typeface="+mn-lt"/>
                  </a:rPr>
                  <a:t>OemSvcInstallOptionRomTable.c</a:t>
                </a:r>
                <a:endParaRPr lang="zh-TW" altLang="en-US" sz="1400" dirty="0">
                  <a:latin typeface="+mn-lt"/>
                </a:endParaRPr>
              </a:p>
            </p:txBody>
          </p:sp>
          <p:sp>
            <p:nvSpPr>
              <p:cNvPr id="18" name="Text Box 17">
                <a:extLst>
                  <a:ext uri="{FF2B5EF4-FFF2-40B4-BE49-F238E27FC236}">
                    <a16:creationId xmlns:a16="http://schemas.microsoft.com/office/drawing/2014/main" id="{46BD9E32-9A88-4007-9574-DA936A6B9B5F}"/>
                  </a:ext>
                </a:extLst>
              </p:cNvPr>
              <p:cNvSpPr txBox="1">
                <a:spLocks noChangeArrowheads="1"/>
              </p:cNvSpPr>
              <p:nvPr/>
            </p:nvSpPr>
            <p:spPr bwMode="auto">
              <a:xfrm>
                <a:off x="4047307" y="2159727"/>
                <a:ext cx="2749733"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70C0"/>
                    </a:solidFill>
                    <a:latin typeface="+mn-lt"/>
                  </a:rPr>
                  <a:t>OemSvcInstallOptionRomTable</a:t>
                </a:r>
                <a:r>
                  <a:rPr lang="en-US" altLang="zh-TW" sz="1200" dirty="0">
                    <a:solidFill>
                      <a:schemeClr val="tx2"/>
                    </a:solidFill>
                    <a:latin typeface="+mn-lt"/>
                  </a:rPr>
                  <a:t> (</a:t>
                </a:r>
              </a:p>
              <a:p>
                <a:r>
                  <a:rPr lang="en-US" altLang="zh-TW" sz="1200" dirty="0">
                    <a:solidFill>
                      <a:schemeClr val="tx2"/>
                    </a:solidFill>
                    <a:latin typeface="+mn-lt"/>
                  </a:rPr>
                  <a:t>  …</a:t>
                </a:r>
              </a:p>
              <a:p>
                <a:r>
                  <a:rPr lang="en-US" altLang="zh-TW" sz="1200" dirty="0">
                    <a:solidFill>
                      <a:schemeClr val="tx2"/>
                    </a:solidFill>
                    <a:latin typeface="+mn-lt"/>
                  </a:rPr>
                  <a:t>) {</a:t>
                </a:r>
              </a:p>
              <a:p>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switch</a:t>
                </a:r>
                <a:r>
                  <a:rPr lang="en-US" altLang="zh-TW" sz="1200" dirty="0">
                    <a:solidFill>
                      <a:schemeClr val="tx2"/>
                    </a:solidFill>
                    <a:latin typeface="+mn-lt"/>
                  </a:rPr>
                  <a:t> (</a:t>
                </a:r>
                <a:r>
                  <a:rPr lang="en-US" altLang="zh-TW" sz="1200" dirty="0" err="1">
                    <a:solidFill>
                      <a:srgbClr val="00B0F0"/>
                    </a:solidFill>
                    <a:latin typeface="+mn-lt"/>
                  </a:rPr>
                  <a:t>RomType</a:t>
                </a:r>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case</a:t>
                </a:r>
                <a:r>
                  <a:rPr lang="en-US" altLang="zh-TW" sz="1200" dirty="0">
                    <a:solidFill>
                      <a:schemeClr val="tx2"/>
                    </a:solidFill>
                    <a:latin typeface="+mn-lt"/>
                  </a:rPr>
                  <a:t> </a:t>
                </a:r>
                <a:r>
                  <a:rPr lang="en-US" altLang="zh-TW" sz="1200" dirty="0">
                    <a:solidFill>
                      <a:srgbClr val="FF0000"/>
                    </a:solidFill>
                    <a:latin typeface="+mn-lt"/>
                  </a:rPr>
                  <a:t>PCI_OPROM</a:t>
                </a:r>
                <a:r>
                  <a:rPr lang="en-US" altLang="zh-TW" sz="1200" dirty="0">
                    <a:solidFill>
                      <a:schemeClr val="tx2"/>
                    </a:solidFill>
                    <a:latin typeface="+mn-lt"/>
                  </a:rPr>
                  <a:t>:</a:t>
                </a:r>
              </a:p>
              <a:p>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case</a:t>
                </a:r>
                <a:r>
                  <a:rPr lang="en-US" altLang="zh-TW" sz="1200" dirty="0">
                    <a:solidFill>
                      <a:schemeClr val="tx2"/>
                    </a:solidFill>
                    <a:latin typeface="+mn-lt"/>
                  </a:rPr>
                  <a:t> </a:t>
                </a:r>
                <a:r>
                  <a:rPr lang="en-US" altLang="zh-TW" sz="1200" dirty="0">
                    <a:solidFill>
                      <a:srgbClr val="FF0000"/>
                    </a:solidFill>
                    <a:latin typeface="+mn-lt"/>
                  </a:rPr>
                  <a:t>SYSTEM_ROM</a:t>
                </a:r>
                <a:r>
                  <a:rPr lang="en-US" altLang="zh-TW" sz="1200" dirty="0">
                    <a:solidFill>
                      <a:schemeClr val="tx2"/>
                    </a:solidFill>
                    <a:latin typeface="+mn-lt"/>
                  </a:rPr>
                  <a:t>:</a:t>
                </a:r>
              </a:p>
              <a:p>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case</a:t>
                </a:r>
                <a:r>
                  <a:rPr lang="en-US" altLang="zh-TW" sz="1200" dirty="0">
                    <a:solidFill>
                      <a:schemeClr val="tx2"/>
                    </a:solidFill>
                    <a:latin typeface="+mn-lt"/>
                  </a:rPr>
                  <a:t> </a:t>
                </a:r>
                <a:r>
                  <a:rPr lang="en-US" altLang="zh-TW" sz="1200" dirty="0">
                    <a:solidFill>
                      <a:srgbClr val="FF0000"/>
                    </a:solidFill>
                    <a:latin typeface="+mn-lt"/>
                  </a:rPr>
                  <a:t>SYSTEM_OEM_INT_ROM</a:t>
                </a:r>
                <a:r>
                  <a:rPr lang="en-US" altLang="zh-TW" sz="1200" dirty="0">
                    <a:solidFill>
                      <a:schemeClr val="tx2"/>
                    </a:solidFill>
                    <a:latin typeface="+mn-lt"/>
                  </a:rPr>
                  <a:t>:</a:t>
                </a:r>
              </a:p>
              <a:p>
                <a:r>
                  <a:rPr lang="en-US" altLang="zh-TW" sz="1200" dirty="0">
                    <a:solidFill>
                      <a:schemeClr val="tx2"/>
                    </a:solidFill>
                    <a:latin typeface="+mn-lt"/>
                  </a:rPr>
                  <a:t>  …  </a:t>
                </a:r>
              </a:p>
              <a:p>
                <a:r>
                  <a:rPr lang="en-US" altLang="zh-TW" sz="1200" dirty="0">
                    <a:solidFill>
                      <a:schemeClr val="tx2"/>
                    </a:solidFill>
                    <a:latin typeface="+mn-lt"/>
                  </a:rPr>
                  <a:t>  </a:t>
                </a:r>
                <a:r>
                  <a:rPr lang="en-US" altLang="zh-TW" sz="1200" dirty="0">
                    <a:solidFill>
                      <a:srgbClr val="0070C0"/>
                    </a:solidFill>
                    <a:latin typeface="+mn-lt"/>
                  </a:rPr>
                  <a:t>case</a:t>
                </a:r>
                <a:r>
                  <a:rPr lang="en-US" altLang="zh-TW" sz="1200" dirty="0">
                    <a:solidFill>
                      <a:schemeClr val="tx2"/>
                    </a:solidFill>
                    <a:latin typeface="+mn-lt"/>
                  </a:rPr>
                  <a:t> </a:t>
                </a:r>
                <a:r>
                  <a:rPr lang="en-US" altLang="zh-TW" sz="1200" dirty="0">
                    <a:solidFill>
                      <a:srgbClr val="FF0000"/>
                    </a:solidFill>
                    <a:latin typeface="+mn-lt"/>
                  </a:rPr>
                  <a:t>SERVICE_ROM</a:t>
                </a:r>
                <a:r>
                  <a:rPr lang="en-US" altLang="zh-TW" sz="1200" dirty="0">
                    <a:solidFill>
                      <a:schemeClr val="tx2"/>
                    </a:solidFill>
                    <a:latin typeface="+mn-lt"/>
                  </a:rPr>
                  <a:t>:</a:t>
                </a:r>
              </a:p>
              <a:p>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case</a:t>
                </a:r>
                <a:r>
                  <a:rPr lang="en-US" altLang="zh-TW" sz="1200" dirty="0">
                    <a:solidFill>
                      <a:schemeClr val="tx2"/>
                    </a:solidFill>
                    <a:latin typeface="+mn-lt"/>
                  </a:rPr>
                  <a:t> </a:t>
                </a:r>
                <a:r>
                  <a:rPr lang="en-US" altLang="zh-TW" sz="1200" dirty="0">
                    <a:solidFill>
                      <a:srgbClr val="FF0000"/>
                    </a:solidFill>
                    <a:latin typeface="+mn-lt"/>
                  </a:rPr>
                  <a:t>TPM_ROM</a:t>
                </a:r>
                <a:r>
                  <a:rPr lang="en-US" altLang="zh-TW" sz="1200" dirty="0">
                    <a:solidFill>
                      <a:schemeClr val="tx2"/>
                    </a:solidFill>
                    <a:latin typeface="+mn-lt"/>
                  </a:rPr>
                  <a:t>:</a:t>
                </a:r>
              </a:p>
              <a:p>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case</a:t>
                </a:r>
                <a:r>
                  <a:rPr lang="en-US" altLang="zh-TW" sz="1200" dirty="0">
                    <a:solidFill>
                      <a:schemeClr val="tx2"/>
                    </a:solidFill>
                    <a:latin typeface="+mn-lt"/>
                  </a:rPr>
                  <a:t> </a:t>
                </a:r>
                <a:r>
                  <a:rPr lang="en-US" altLang="zh-TW" sz="1200" dirty="0">
                    <a:solidFill>
                      <a:srgbClr val="FF0000"/>
                    </a:solidFill>
                    <a:latin typeface="+mn-lt"/>
                  </a:rPr>
                  <a:t>AMT_ROM</a:t>
                </a:r>
                <a:r>
                  <a:rPr lang="en-US" altLang="zh-TW" sz="1200" dirty="0">
                    <a:solidFill>
                      <a:schemeClr val="tx2"/>
                    </a:solidFill>
                    <a:latin typeface="+mn-lt"/>
                  </a:rPr>
                  <a:t>:</a:t>
                </a:r>
              </a:p>
              <a:p>
                <a:r>
                  <a:rPr lang="en-US" altLang="zh-TW" sz="1200" dirty="0">
                    <a:solidFill>
                      <a:schemeClr val="tx2"/>
                    </a:solidFill>
                    <a:latin typeface="+mn-lt"/>
                  </a:rPr>
                  <a:t>  …  </a:t>
                </a:r>
              </a:p>
              <a:p>
                <a:r>
                  <a:rPr lang="en-US" altLang="zh-TW" sz="1200" dirty="0">
                    <a:solidFill>
                      <a:schemeClr val="tx2"/>
                    </a:solidFill>
                    <a:latin typeface="+mn-lt"/>
                  </a:rPr>
                  <a:t>  </a:t>
                </a:r>
                <a:r>
                  <a:rPr lang="en-US" altLang="zh-TW" sz="1200" dirty="0">
                    <a:solidFill>
                      <a:srgbClr val="0070C0"/>
                    </a:solidFill>
                    <a:latin typeface="+mn-lt"/>
                  </a:rPr>
                  <a:t>default</a:t>
                </a:r>
                <a:r>
                  <a:rPr lang="en-US" altLang="zh-TW" sz="1200" dirty="0">
                    <a:solidFill>
                      <a:schemeClr val="tx2"/>
                    </a:solidFill>
                    <a:latin typeface="+mn-lt"/>
                  </a:rPr>
                  <a:t>:</a:t>
                </a:r>
              </a:p>
              <a:p>
                <a:r>
                  <a:rPr lang="en-US" altLang="zh-TW" sz="1200" dirty="0">
                    <a:solidFill>
                      <a:schemeClr val="tx2"/>
                    </a:solidFill>
                    <a:latin typeface="+mn-lt"/>
                  </a:rPr>
                  <a:t>    </a:t>
                </a:r>
                <a:r>
                  <a:rPr lang="en-US" altLang="zh-TW" sz="1200" dirty="0">
                    <a:solidFill>
                      <a:srgbClr val="0070C0"/>
                    </a:solidFill>
                    <a:latin typeface="+mn-lt"/>
                  </a:rPr>
                  <a:t>return</a:t>
                </a:r>
                <a:r>
                  <a:rPr lang="en-US" altLang="zh-TW" sz="1200" dirty="0">
                    <a:solidFill>
                      <a:schemeClr val="tx2"/>
                    </a:solidFill>
                    <a:latin typeface="+mn-lt"/>
                  </a:rPr>
                  <a:t> </a:t>
                </a:r>
                <a:r>
                  <a:rPr lang="en-US" altLang="zh-TW" sz="1200" dirty="0">
                    <a:solidFill>
                      <a:srgbClr val="FF0000"/>
                    </a:solidFill>
                    <a:latin typeface="+mn-lt"/>
                  </a:rPr>
                  <a:t>EFI_SUCCESS</a:t>
                </a:r>
                <a:r>
                  <a:rPr lang="en-US" altLang="zh-TW" sz="1200" dirty="0">
                    <a:solidFill>
                      <a:schemeClr val="tx2"/>
                    </a:solidFill>
                    <a:latin typeface="+mn-lt"/>
                  </a:rPr>
                  <a:t>;</a:t>
                </a:r>
              </a:p>
              <a:p>
                <a:r>
                  <a:rPr lang="en-US" altLang="zh-TW" sz="1200" dirty="0">
                    <a:solidFill>
                      <a:schemeClr val="tx2"/>
                    </a:solidFill>
                    <a:latin typeface="+mn-lt"/>
                  </a:rPr>
                  <a:t>  }</a:t>
                </a:r>
              </a:p>
              <a:p>
                <a:r>
                  <a:rPr lang="en-US" altLang="zh-TW" sz="1200" dirty="0">
                    <a:solidFill>
                      <a:schemeClr val="tx2"/>
                    </a:solidFill>
                    <a:latin typeface="+mn-lt"/>
                  </a:rPr>
                  <a:t>  …</a:t>
                </a:r>
              </a:p>
              <a:p>
                <a:r>
                  <a:rPr lang="en-US" altLang="zh-TW" sz="1200" dirty="0">
                    <a:solidFill>
                      <a:schemeClr val="tx2"/>
                    </a:solidFill>
                    <a:latin typeface="+mn-lt"/>
                  </a:rPr>
                  <a:t>  </a:t>
                </a:r>
                <a:r>
                  <a:rPr lang="en-US" altLang="zh-TW" sz="1200" dirty="0">
                    <a:solidFill>
                      <a:srgbClr val="0070C0"/>
                    </a:solidFill>
                    <a:latin typeface="+mn-lt"/>
                  </a:rPr>
                  <a:t>return</a:t>
                </a:r>
                <a:r>
                  <a:rPr lang="en-US" altLang="zh-TW" sz="1200" dirty="0">
                    <a:solidFill>
                      <a:schemeClr val="tx2"/>
                    </a:solidFill>
                    <a:latin typeface="+mn-lt"/>
                  </a:rPr>
                  <a:t> </a:t>
                </a:r>
                <a:r>
                  <a:rPr lang="en-US" altLang="zh-TW" sz="1200" dirty="0">
                    <a:solidFill>
                      <a:srgbClr val="FF0000"/>
                    </a:solidFill>
                    <a:latin typeface="+mn-lt"/>
                  </a:rPr>
                  <a:t>EFI_MEDIA_CHANGED</a:t>
                </a:r>
                <a:r>
                  <a:rPr lang="en-US" altLang="zh-TW" sz="1200" dirty="0">
                    <a:solidFill>
                      <a:schemeClr val="tx2"/>
                    </a:solidFill>
                    <a:latin typeface="+mn-lt"/>
                  </a:rPr>
                  <a:t>;</a:t>
                </a:r>
              </a:p>
              <a:p>
                <a:r>
                  <a:rPr lang="en-US" altLang="zh-TW" sz="1200" dirty="0">
                    <a:solidFill>
                      <a:schemeClr val="tx2"/>
                    </a:solidFill>
                    <a:latin typeface="+mn-lt"/>
                  </a:rPr>
                  <a:t>}</a:t>
                </a:r>
              </a:p>
            </p:txBody>
          </p:sp>
        </p:grpSp>
        <p:grpSp>
          <p:nvGrpSpPr>
            <p:cNvPr id="6" name="群組 5">
              <a:extLst>
                <a:ext uri="{FF2B5EF4-FFF2-40B4-BE49-F238E27FC236}">
                  <a16:creationId xmlns:a16="http://schemas.microsoft.com/office/drawing/2014/main" id="{7C084D6E-ACC4-44DB-B6E3-08C201CB13AB}"/>
                </a:ext>
              </a:extLst>
            </p:cNvPr>
            <p:cNvGrpSpPr/>
            <p:nvPr/>
          </p:nvGrpSpPr>
          <p:grpSpPr>
            <a:xfrm>
              <a:off x="6496594" y="1854928"/>
              <a:ext cx="4336869" cy="1689796"/>
              <a:chOff x="3971108" y="1854927"/>
              <a:chExt cx="4336869" cy="1689796"/>
            </a:xfrm>
          </p:grpSpPr>
          <p:sp>
            <p:nvSpPr>
              <p:cNvPr id="13" name="Rectangle 15">
                <a:extLst>
                  <a:ext uri="{FF2B5EF4-FFF2-40B4-BE49-F238E27FC236}">
                    <a16:creationId xmlns:a16="http://schemas.microsoft.com/office/drawing/2014/main" id="{23047B3B-F4AB-46D0-8A63-A520A80B4455}"/>
                  </a:ext>
                </a:extLst>
              </p:cNvPr>
              <p:cNvSpPr>
                <a:spLocks noChangeArrowheads="1"/>
              </p:cNvSpPr>
              <p:nvPr/>
            </p:nvSpPr>
            <p:spPr bwMode="auto">
              <a:xfrm>
                <a:off x="3971108" y="1854927"/>
                <a:ext cx="4336869" cy="168979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4" name="Rectangle 16">
                <a:extLst>
                  <a:ext uri="{FF2B5EF4-FFF2-40B4-BE49-F238E27FC236}">
                    <a16:creationId xmlns:a16="http://schemas.microsoft.com/office/drawing/2014/main" id="{6309A4AC-649B-43C7-BE47-516A4BD1E923}"/>
                  </a:ext>
                </a:extLst>
              </p:cNvPr>
              <p:cNvSpPr>
                <a:spLocks noChangeArrowheads="1"/>
              </p:cNvSpPr>
              <p:nvPr/>
            </p:nvSpPr>
            <p:spPr bwMode="auto">
              <a:xfrm>
                <a:off x="3971108" y="1854927"/>
                <a:ext cx="4336869"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latin typeface="+mn-lt"/>
                  </a:rPr>
                  <a:t>OemSvcInstallOptionRomTable.c</a:t>
                </a:r>
                <a:endParaRPr lang="zh-TW" altLang="en-US" sz="1400" dirty="0">
                  <a:latin typeface="+mn-lt"/>
                </a:endParaRPr>
              </a:p>
            </p:txBody>
          </p:sp>
          <p:sp>
            <p:nvSpPr>
              <p:cNvPr id="15" name="Text Box 17">
                <a:extLst>
                  <a:ext uri="{FF2B5EF4-FFF2-40B4-BE49-F238E27FC236}">
                    <a16:creationId xmlns:a16="http://schemas.microsoft.com/office/drawing/2014/main" id="{326038F1-A494-4156-93F9-F947D17435EB}"/>
                  </a:ext>
                </a:extLst>
              </p:cNvPr>
              <p:cNvSpPr txBox="1">
                <a:spLocks noChangeArrowheads="1"/>
              </p:cNvSpPr>
              <p:nvPr/>
            </p:nvSpPr>
            <p:spPr bwMode="auto">
              <a:xfrm>
                <a:off x="3971109" y="2159727"/>
                <a:ext cx="402335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latin typeface="+mn-lt"/>
                  </a:rPr>
                  <a:t>PCI_OPTION_ROM_TABLE</a:t>
                </a:r>
                <a:r>
                  <a:rPr lang="en-US" altLang="zh-TW" sz="1200" dirty="0">
                    <a:solidFill>
                      <a:srgbClr val="203428"/>
                    </a:solidFill>
                    <a:latin typeface="+mn-lt"/>
                  </a:rPr>
                  <a:t>      </a:t>
                </a:r>
                <a:r>
                  <a:rPr lang="en-US" altLang="zh-TW" sz="1200" dirty="0" err="1">
                    <a:solidFill>
                      <a:srgbClr val="0070C0"/>
                    </a:solidFill>
                    <a:latin typeface="+mn-lt"/>
                  </a:rPr>
                  <a:t>PciOptionRomTable</a:t>
                </a:r>
                <a:r>
                  <a:rPr lang="en-US" altLang="zh-TW" sz="1200" dirty="0">
                    <a:solidFill>
                      <a:srgbClr val="203428"/>
                    </a:solidFill>
                    <a:latin typeface="+mn-lt"/>
                  </a:rPr>
                  <a:t>[] = {</a:t>
                </a:r>
              </a:p>
              <a:p>
                <a:r>
                  <a:rPr lang="en-US" altLang="zh-TW" sz="1200" dirty="0">
                    <a:solidFill>
                      <a:srgbClr val="203428"/>
                    </a:solidFill>
                    <a:latin typeface="+mn-lt"/>
                  </a:rPr>
                  <a:t>  {</a:t>
                </a:r>
              </a:p>
              <a:p>
                <a:r>
                  <a:rPr lang="en-US" altLang="zh-TW" sz="1200" dirty="0">
                    <a:solidFill>
                      <a:srgbClr val="203428"/>
                    </a:solidFill>
                    <a:latin typeface="+mn-lt"/>
                  </a:rPr>
                  <a:t>    </a:t>
                </a:r>
                <a:r>
                  <a:rPr lang="en-US" altLang="zh-TW" sz="1200" dirty="0">
                    <a:solidFill>
                      <a:srgbClr val="FF0000"/>
                    </a:solidFill>
                    <a:latin typeface="+mn-lt"/>
                  </a:rPr>
                  <a:t>NULL_ROM_FILE_GUID</a:t>
                </a:r>
                <a:r>
                  <a:rPr lang="en-US" altLang="zh-TW" sz="1200" dirty="0">
                    <a:solidFill>
                      <a:srgbClr val="203428"/>
                    </a:solidFill>
                    <a:latin typeface="+mn-lt"/>
                  </a:rPr>
                  <a:t>,</a:t>
                </a:r>
              </a:p>
              <a:p>
                <a:r>
                  <a:rPr lang="en-US" altLang="zh-TW" sz="1200" dirty="0">
                    <a:solidFill>
                      <a:srgbClr val="203428"/>
                    </a:solidFill>
                    <a:latin typeface="+mn-lt"/>
                  </a:rPr>
                  <a:t>    </a:t>
                </a:r>
                <a:r>
                  <a:rPr lang="en-US" altLang="zh-TW" sz="1200" dirty="0">
                    <a:solidFill>
                      <a:srgbClr val="FF0000"/>
                    </a:solidFill>
                    <a:latin typeface="+mn-lt"/>
                  </a:rPr>
                  <a:t>0xffff</a:t>
                </a:r>
                <a:r>
                  <a:rPr lang="en-US" altLang="zh-TW" sz="1200" dirty="0">
                    <a:solidFill>
                      <a:srgbClr val="203428"/>
                    </a:solidFill>
                    <a:latin typeface="+mn-lt"/>
                  </a:rPr>
                  <a:t>,</a:t>
                </a:r>
              </a:p>
              <a:p>
                <a:r>
                  <a:rPr lang="en-US" altLang="zh-TW" sz="1200" dirty="0">
                    <a:solidFill>
                      <a:srgbClr val="203428"/>
                    </a:solidFill>
                    <a:latin typeface="+mn-lt"/>
                  </a:rPr>
                  <a:t>    </a:t>
                </a:r>
                <a:r>
                  <a:rPr lang="en-US" altLang="zh-TW" sz="1200" dirty="0">
                    <a:solidFill>
                      <a:srgbClr val="FF0000"/>
                    </a:solidFill>
                    <a:latin typeface="+mn-lt"/>
                  </a:rPr>
                  <a:t>0xffff</a:t>
                </a:r>
              </a:p>
              <a:p>
                <a:r>
                  <a:rPr lang="en-US" altLang="zh-TW" sz="1200" dirty="0">
                    <a:solidFill>
                      <a:srgbClr val="203428"/>
                    </a:solidFill>
                    <a:latin typeface="+mn-lt"/>
                  </a:rPr>
                  <a:t>  }</a:t>
                </a:r>
              </a:p>
              <a:p>
                <a:r>
                  <a:rPr lang="en-US" altLang="zh-TW" sz="1200" dirty="0">
                    <a:solidFill>
                      <a:srgbClr val="203428"/>
                    </a:solidFill>
                    <a:latin typeface="+mn-lt"/>
                  </a:rPr>
                  <a:t>};</a:t>
                </a:r>
              </a:p>
            </p:txBody>
          </p:sp>
        </p:grpSp>
        <p:grpSp>
          <p:nvGrpSpPr>
            <p:cNvPr id="7" name="群組 6">
              <a:extLst>
                <a:ext uri="{FF2B5EF4-FFF2-40B4-BE49-F238E27FC236}">
                  <a16:creationId xmlns:a16="http://schemas.microsoft.com/office/drawing/2014/main" id="{9BB79AF2-CE50-425E-9776-33C473545A9A}"/>
                </a:ext>
              </a:extLst>
            </p:cNvPr>
            <p:cNvGrpSpPr/>
            <p:nvPr/>
          </p:nvGrpSpPr>
          <p:grpSpPr>
            <a:xfrm>
              <a:off x="6496593" y="3729377"/>
              <a:ext cx="4336869" cy="2831556"/>
              <a:chOff x="3971108" y="1854926"/>
              <a:chExt cx="4963886" cy="2831556"/>
            </a:xfrm>
          </p:grpSpPr>
          <p:sp>
            <p:nvSpPr>
              <p:cNvPr id="10" name="Rectangle 15">
                <a:extLst>
                  <a:ext uri="{FF2B5EF4-FFF2-40B4-BE49-F238E27FC236}">
                    <a16:creationId xmlns:a16="http://schemas.microsoft.com/office/drawing/2014/main" id="{251B1679-BE4B-4CBD-A3C4-63283F262E17}"/>
                  </a:ext>
                </a:extLst>
              </p:cNvPr>
              <p:cNvSpPr>
                <a:spLocks noChangeArrowheads="1"/>
              </p:cNvSpPr>
              <p:nvPr/>
            </p:nvSpPr>
            <p:spPr bwMode="auto">
              <a:xfrm>
                <a:off x="3971108" y="1854926"/>
                <a:ext cx="4963886" cy="2831556"/>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1" name="Rectangle 16">
                <a:extLst>
                  <a:ext uri="{FF2B5EF4-FFF2-40B4-BE49-F238E27FC236}">
                    <a16:creationId xmlns:a16="http://schemas.microsoft.com/office/drawing/2014/main" id="{8BCD496A-AA7A-4A24-BDE8-767EBBB7E22B}"/>
                  </a:ext>
                </a:extLst>
              </p:cNvPr>
              <p:cNvSpPr>
                <a:spLocks noChangeArrowheads="1"/>
              </p:cNvSpPr>
              <p:nvPr/>
            </p:nvSpPr>
            <p:spPr bwMode="auto">
              <a:xfrm>
                <a:off x="3971108" y="1854927"/>
                <a:ext cx="4963886"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latin typeface="+mn-lt"/>
                  </a:rPr>
                  <a:t>OemSvcInstallOptionRomTable.c</a:t>
                </a:r>
                <a:endParaRPr lang="zh-TW" altLang="en-US" sz="1400" dirty="0">
                  <a:latin typeface="+mn-lt"/>
                </a:endParaRPr>
              </a:p>
            </p:txBody>
          </p:sp>
          <p:sp>
            <p:nvSpPr>
              <p:cNvPr id="12" name="Text Box 17">
                <a:extLst>
                  <a:ext uri="{FF2B5EF4-FFF2-40B4-BE49-F238E27FC236}">
                    <a16:creationId xmlns:a16="http://schemas.microsoft.com/office/drawing/2014/main" id="{8A3F4542-A4F1-4274-8F7C-934BDBE28987}"/>
                  </a:ext>
                </a:extLst>
              </p:cNvPr>
              <p:cNvSpPr txBox="1">
                <a:spLocks noChangeArrowheads="1"/>
              </p:cNvSpPr>
              <p:nvPr/>
            </p:nvSpPr>
            <p:spPr bwMode="auto">
              <a:xfrm>
                <a:off x="3971109" y="2159727"/>
                <a:ext cx="4023359"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a:solidFill>
                      <a:srgbClr val="5A9541"/>
                    </a:solidFill>
                    <a:latin typeface="+mn-lt"/>
                  </a:rPr>
                  <a:t>SYSTEM_ROM_TABLE</a:t>
                </a:r>
                <a:r>
                  <a:rPr lang="en-US" altLang="zh-TW" sz="1200" dirty="0">
                    <a:solidFill>
                      <a:srgbClr val="203428"/>
                    </a:solidFill>
                    <a:latin typeface="+mn-lt"/>
                  </a:rPr>
                  <a:t>    </a:t>
                </a:r>
                <a:r>
                  <a:rPr lang="en-US" altLang="zh-TW" sz="1200" dirty="0" err="1">
                    <a:solidFill>
                      <a:srgbClr val="0070C0"/>
                    </a:solidFill>
                    <a:latin typeface="+mn-lt"/>
                  </a:rPr>
                  <a:t>SystemRomTable</a:t>
                </a:r>
                <a:r>
                  <a:rPr lang="en-US" altLang="zh-TW" sz="1200" dirty="0">
                    <a:solidFill>
                      <a:srgbClr val="203428"/>
                    </a:solidFill>
                    <a:latin typeface="+mn-lt"/>
                  </a:rPr>
                  <a:t>[] = {</a:t>
                </a:r>
              </a:p>
              <a:p>
                <a:r>
                  <a:rPr lang="en-US" altLang="zh-TW" sz="1200" dirty="0">
                    <a:solidFill>
                      <a:srgbClr val="203428"/>
                    </a:solidFill>
                    <a:latin typeface="+mn-lt"/>
                  </a:rPr>
                  <a:t>  {</a:t>
                </a:r>
              </a:p>
              <a:p>
                <a:r>
                  <a:rPr lang="en-US" altLang="zh-TW" sz="1200" dirty="0">
                    <a:solidFill>
                      <a:srgbClr val="203428"/>
                    </a:solidFill>
                    <a:latin typeface="+mn-lt"/>
                  </a:rPr>
                  <a:t>  </a:t>
                </a:r>
                <a:r>
                  <a:rPr lang="zh-TW" altLang="en-US" sz="1200" dirty="0">
                    <a:solidFill>
                      <a:srgbClr val="203428"/>
                    </a:solidFill>
                    <a:latin typeface="+mn-lt"/>
                  </a:rPr>
                  <a:t>  </a:t>
                </a:r>
                <a:r>
                  <a:rPr lang="en-US" altLang="zh-TW" sz="1200" dirty="0">
                    <a:solidFill>
                      <a:srgbClr val="7030A0"/>
                    </a:solidFill>
                    <a:latin typeface="+mn-lt"/>
                  </a:rPr>
                  <a:t>// CSM16 binary</a:t>
                </a:r>
              </a:p>
              <a:p>
                <a:r>
                  <a:rPr lang="zh-TW" altLang="en-US" sz="1200" dirty="0">
                    <a:solidFill>
                      <a:srgbClr val="203428"/>
                    </a:solidFill>
                    <a:latin typeface="+mn-lt"/>
                  </a:rPr>
                  <a:t>    </a:t>
                </a:r>
                <a:r>
                  <a:rPr lang="en-US" altLang="zh-TW" sz="1200" dirty="0">
                    <a:solidFill>
                      <a:srgbClr val="FF0000"/>
                    </a:solidFill>
                    <a:latin typeface="+mn-lt"/>
                  </a:rPr>
                  <a:t>SYSTEM_ROM_FILE_GUID</a:t>
                </a:r>
                <a:r>
                  <a:rPr lang="en-US" altLang="zh-TW" sz="1200" dirty="0">
                    <a:solidFill>
                      <a:srgbClr val="203428"/>
                    </a:solidFill>
                    <a:latin typeface="+mn-lt"/>
                  </a:rPr>
                  <a:t>,</a:t>
                </a:r>
              </a:p>
              <a:p>
                <a:r>
                  <a:rPr lang="en-US" altLang="zh-TW" sz="1200" dirty="0">
                    <a:solidFill>
                      <a:srgbClr val="203428"/>
                    </a:solidFill>
                    <a:latin typeface="+mn-lt"/>
                  </a:rPr>
                  <a:t>    </a:t>
                </a:r>
                <a:r>
                  <a:rPr lang="en-US" altLang="zh-TW" sz="1200" dirty="0">
                    <a:solidFill>
                      <a:srgbClr val="7030A0"/>
                    </a:solidFill>
                    <a:latin typeface="+mn-lt"/>
                  </a:rPr>
                  <a:t>TRUE</a:t>
                </a:r>
                <a:r>
                  <a:rPr lang="en-US" altLang="zh-TW" sz="1200" dirty="0">
                    <a:solidFill>
                      <a:srgbClr val="203428"/>
                    </a:solidFill>
                    <a:latin typeface="+mn-lt"/>
                  </a:rPr>
                  <a:t>,</a:t>
                </a:r>
              </a:p>
              <a:p>
                <a:r>
                  <a:rPr lang="en-US" altLang="zh-TW" sz="1200" dirty="0">
                    <a:solidFill>
                      <a:srgbClr val="203428"/>
                    </a:solidFill>
                    <a:latin typeface="+mn-lt"/>
                  </a:rPr>
                  <a:t>    </a:t>
                </a:r>
                <a:r>
                  <a:rPr lang="en-US" altLang="zh-TW" sz="1200" dirty="0">
                    <a:solidFill>
                      <a:srgbClr val="FF0000"/>
                    </a:solidFill>
                    <a:latin typeface="+mn-lt"/>
                  </a:rPr>
                  <a:t>SYSTEM_ROM</a:t>
                </a:r>
              </a:p>
              <a:p>
                <a:r>
                  <a:rPr lang="en-US" altLang="zh-TW" sz="1200" dirty="0">
                    <a:solidFill>
                      <a:srgbClr val="203428"/>
                    </a:solidFill>
                    <a:latin typeface="+mn-lt"/>
                  </a:rPr>
                  <a:t>  },</a:t>
                </a:r>
              </a:p>
              <a:p>
                <a:r>
                  <a:rPr lang="en-US" altLang="zh-TW" sz="1200" dirty="0">
                    <a:solidFill>
                      <a:srgbClr val="203428"/>
                    </a:solidFill>
                    <a:latin typeface="+mn-lt"/>
                  </a:rPr>
                  <a:t>  {</a:t>
                </a:r>
              </a:p>
              <a:p>
                <a:r>
                  <a:rPr lang="en-US" altLang="zh-TW" sz="1200" dirty="0">
                    <a:solidFill>
                      <a:srgbClr val="203428"/>
                    </a:solidFill>
                    <a:latin typeface="+mn-lt"/>
                  </a:rPr>
                  <a:t>    </a:t>
                </a:r>
                <a:r>
                  <a:rPr lang="en-US" altLang="zh-TW" sz="1200" dirty="0">
                    <a:solidFill>
                      <a:srgbClr val="FF0000"/>
                    </a:solidFill>
                    <a:latin typeface="+mn-lt"/>
                  </a:rPr>
                  <a:t>NULL_ROM_FILE_GUID</a:t>
                </a:r>
                <a:r>
                  <a:rPr lang="en-US" altLang="zh-TW" sz="1200" dirty="0">
                    <a:solidFill>
                      <a:srgbClr val="203428"/>
                    </a:solidFill>
                    <a:latin typeface="+mn-lt"/>
                  </a:rPr>
                  <a:t>,</a:t>
                </a:r>
              </a:p>
              <a:p>
                <a:r>
                  <a:rPr lang="en-US" altLang="zh-TW" sz="1200" dirty="0">
                    <a:solidFill>
                      <a:srgbClr val="203428"/>
                    </a:solidFill>
                    <a:latin typeface="+mn-lt"/>
                  </a:rPr>
                  <a:t>    </a:t>
                </a:r>
                <a:r>
                  <a:rPr lang="en-US" altLang="zh-TW" sz="1200" dirty="0">
                    <a:solidFill>
                      <a:srgbClr val="7030A0"/>
                    </a:solidFill>
                    <a:latin typeface="+mn-lt"/>
                  </a:rPr>
                  <a:t>FALSE</a:t>
                </a:r>
                <a:r>
                  <a:rPr lang="en-US" altLang="zh-TW" sz="1200" dirty="0">
                    <a:solidFill>
                      <a:srgbClr val="203428"/>
                    </a:solidFill>
                    <a:latin typeface="+mn-lt"/>
                  </a:rPr>
                  <a:t>,</a:t>
                </a:r>
              </a:p>
              <a:p>
                <a:r>
                  <a:rPr lang="en-US" altLang="zh-TW" sz="1200" dirty="0">
                    <a:solidFill>
                      <a:srgbClr val="203428"/>
                    </a:solidFill>
                    <a:latin typeface="+mn-lt"/>
                  </a:rPr>
                  <a:t>    </a:t>
                </a:r>
                <a:r>
                  <a:rPr lang="en-US" altLang="zh-TW" sz="1200" dirty="0">
                    <a:solidFill>
                      <a:srgbClr val="FF0000"/>
                    </a:solidFill>
                    <a:latin typeface="+mn-lt"/>
                  </a:rPr>
                  <a:t>MAX_NUM</a:t>
                </a:r>
              </a:p>
              <a:p>
                <a:r>
                  <a:rPr lang="en-US" altLang="zh-TW" sz="1200" dirty="0">
                    <a:solidFill>
                      <a:srgbClr val="203428"/>
                    </a:solidFill>
                    <a:latin typeface="+mn-lt"/>
                  </a:rPr>
                  <a:t>  }</a:t>
                </a:r>
              </a:p>
              <a:p>
                <a:r>
                  <a:rPr lang="en-US" altLang="zh-TW" sz="1200" dirty="0">
                    <a:solidFill>
                      <a:srgbClr val="203428"/>
                    </a:solidFill>
                    <a:latin typeface="+mn-lt"/>
                  </a:rPr>
                  <a:t>};</a:t>
                </a:r>
              </a:p>
            </p:txBody>
          </p:sp>
        </p:grpSp>
        <p:cxnSp>
          <p:nvCxnSpPr>
            <p:cNvPr id="8" name="接點: 肘形 7">
              <a:extLst>
                <a:ext uri="{FF2B5EF4-FFF2-40B4-BE49-F238E27FC236}">
                  <a16:creationId xmlns:a16="http://schemas.microsoft.com/office/drawing/2014/main" id="{FD5F01D9-98E5-4316-88C0-6B967EEEE484}"/>
                </a:ext>
              </a:extLst>
            </p:cNvPr>
            <p:cNvCxnSpPr/>
            <p:nvPr/>
          </p:nvCxnSpPr>
          <p:spPr>
            <a:xfrm flipV="1">
              <a:off x="5277394" y="2290354"/>
              <a:ext cx="1219200" cy="905692"/>
            </a:xfrm>
            <a:prstGeom prst="bentConnector3">
              <a:avLst>
                <a:gd name="adj1" fmla="val 74286"/>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接點: 肘形 8">
              <a:extLst>
                <a:ext uri="{FF2B5EF4-FFF2-40B4-BE49-F238E27FC236}">
                  <a16:creationId xmlns:a16="http://schemas.microsoft.com/office/drawing/2014/main" id="{0B0A26E1-C03F-4F70-BD66-FF3DAA03726E}"/>
                </a:ext>
              </a:extLst>
            </p:cNvPr>
            <p:cNvCxnSpPr>
              <a:cxnSpLocks/>
            </p:cNvCxnSpPr>
            <p:nvPr/>
          </p:nvCxnSpPr>
          <p:spPr>
            <a:xfrm>
              <a:off x="5277394" y="3566161"/>
              <a:ext cx="1219200" cy="579119"/>
            </a:xfrm>
            <a:prstGeom prst="bentConnector3">
              <a:avLst>
                <a:gd name="adj1" fmla="val 7357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66310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noAutofit/>
          </a:bodyPr>
          <a:lstStyle/>
          <a:p>
            <a:r>
              <a:rPr lang="en-US" altLang="zh-TW" dirty="0"/>
              <a:t>Auto-generated list of option ROM images</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a:xfrm>
            <a:off x="838200" y="1398494"/>
            <a:ext cx="11065778" cy="4778469"/>
          </a:xfrm>
        </p:spPr>
        <p:txBody>
          <a:bodyPr>
            <a:normAutofit/>
          </a:bodyPr>
          <a:lstStyle/>
          <a:p>
            <a:r>
              <a:rPr lang="en-US" altLang="zh-TW" dirty="0"/>
              <a:t>Generate in build time</a:t>
            </a:r>
          </a:p>
          <a:p>
            <a:pPr lvl="1"/>
            <a:r>
              <a:rPr lang="en-US" altLang="zh-TW" dirty="0"/>
              <a:t>The </a:t>
            </a:r>
            <a:r>
              <a:rPr lang="en-US" altLang="zh-TW" dirty="0" err="1"/>
              <a:t>XXXX.FvOpRomList.ffs</a:t>
            </a:r>
            <a:r>
              <a:rPr lang="en-US" altLang="zh-TW" dirty="0"/>
              <a:t> and XXXX.FvOpRomList.txt will be generate in </a:t>
            </a:r>
            <a:r>
              <a:rPr lang="en-US" altLang="zh-TW" b="1" dirty="0">
                <a:solidFill>
                  <a:srgbClr val="FF0000"/>
                </a:solidFill>
              </a:rPr>
              <a:t>Build\$(</a:t>
            </a:r>
            <a:r>
              <a:rPr lang="en-US" altLang="zh-TW" b="1" dirty="0" err="1">
                <a:solidFill>
                  <a:srgbClr val="FF0000"/>
                </a:solidFill>
              </a:rPr>
              <a:t>ProjectPkg</a:t>
            </a:r>
            <a:r>
              <a:rPr lang="en-US" altLang="zh-TW" b="1" dirty="0">
                <a:solidFill>
                  <a:srgbClr val="FF0000"/>
                </a:solidFill>
              </a:rPr>
              <a:t>)\$(</a:t>
            </a:r>
            <a:r>
              <a:rPr lang="en-US" altLang="zh-TW" b="1" dirty="0" err="1">
                <a:solidFill>
                  <a:srgbClr val="FF0000"/>
                </a:solidFill>
              </a:rPr>
              <a:t>BuidFolder</a:t>
            </a:r>
            <a:r>
              <a:rPr lang="en-US" altLang="zh-TW" b="1" dirty="0">
                <a:solidFill>
                  <a:srgbClr val="FF0000"/>
                </a:solidFill>
              </a:rPr>
              <a:t>)\FV</a:t>
            </a:r>
            <a:r>
              <a:rPr lang="en-US" altLang="zh-TW" dirty="0"/>
              <a:t> folder.</a:t>
            </a:r>
            <a:endParaRPr lang="zh-TW" altLang="zh-TW" dirty="0"/>
          </a:p>
          <a:p>
            <a:pPr lvl="1"/>
            <a:r>
              <a:rPr lang="en-US" altLang="zh-TW" b="1" dirty="0" err="1">
                <a:solidFill>
                  <a:srgbClr val="0070C0"/>
                </a:solidFill>
              </a:rPr>
              <a:t>XXXX.FvOpRomList.ffs</a:t>
            </a:r>
            <a:r>
              <a:rPr lang="en-US" altLang="zh-TW" dirty="0"/>
              <a:t>: The table of devices list in binary.</a:t>
            </a:r>
            <a:endParaRPr lang="zh-TW" altLang="zh-TW" dirty="0"/>
          </a:p>
          <a:p>
            <a:pPr lvl="1"/>
            <a:r>
              <a:rPr lang="en-US" altLang="zh-TW" b="1" dirty="0">
                <a:solidFill>
                  <a:srgbClr val="0070C0"/>
                </a:solidFill>
              </a:rPr>
              <a:t>XXXX.FvOpRomList.txt</a:t>
            </a:r>
            <a:r>
              <a:rPr lang="en-US" altLang="zh-TW" dirty="0"/>
              <a:t>:</a:t>
            </a:r>
            <a:r>
              <a:rPr lang="zh-TW" altLang="en-US" dirty="0"/>
              <a:t> </a:t>
            </a:r>
            <a:r>
              <a:rPr lang="en-US" altLang="zh-TW" dirty="0"/>
              <a:t>This file to explain what device was parsing.</a:t>
            </a:r>
          </a:p>
          <a:p>
            <a:pPr lvl="1"/>
            <a:endParaRPr lang="en-US" altLang="zh-TW" sz="1600" dirty="0">
              <a:solidFill>
                <a:srgbClr val="5A9541"/>
              </a:solidFill>
            </a:endParaRPr>
          </a:p>
          <a:p>
            <a:r>
              <a:rPr lang="en-US" altLang="zh-TW" dirty="0">
                <a:solidFill>
                  <a:schemeClr val="tx2"/>
                </a:solidFill>
              </a:rPr>
              <a:t>Integrate in runtime</a:t>
            </a:r>
          </a:p>
          <a:p>
            <a:pPr lvl="1"/>
            <a:r>
              <a:rPr lang="en-US" altLang="zh-TW" dirty="0">
                <a:solidFill>
                  <a:schemeClr val="tx2"/>
                </a:solidFill>
              </a:rPr>
              <a:t>PCI option rom table will be prepared and used in </a:t>
            </a:r>
            <a:endParaRPr lang="zh-TW" altLang="zh-TW" dirty="0">
              <a:solidFill>
                <a:schemeClr val="tx2"/>
              </a:solidFill>
            </a:endParaRPr>
          </a:p>
          <a:p>
            <a:pPr marL="457200" lvl="1" indent="0">
              <a:buNone/>
            </a:pPr>
            <a:r>
              <a:rPr lang="en-US" altLang="zh-TW" sz="1800" dirty="0" err="1">
                <a:solidFill>
                  <a:srgbClr val="0070C0"/>
                </a:solidFill>
              </a:rPr>
              <a:t>Insyde</a:t>
            </a:r>
            <a:r>
              <a:rPr lang="en-US" altLang="zh-TW" sz="1800" dirty="0">
                <a:solidFill>
                  <a:srgbClr val="0070C0"/>
                </a:solidFill>
              </a:rPr>
              <a:t>/</a:t>
            </a:r>
            <a:r>
              <a:rPr lang="en-US" altLang="zh-TW" sz="1800" dirty="0" err="1">
                <a:solidFill>
                  <a:srgbClr val="0070C0"/>
                </a:solidFill>
              </a:rPr>
              <a:t>InsydeModulePkg</a:t>
            </a:r>
            <a:r>
              <a:rPr lang="en-US" altLang="zh-TW" sz="1800" dirty="0">
                <a:solidFill>
                  <a:srgbClr val="0070C0"/>
                </a:solidFill>
              </a:rPr>
              <a:t>/Universal/</a:t>
            </a:r>
            <a:r>
              <a:rPr lang="en-US" altLang="zh-TW" sz="1800" dirty="0" err="1">
                <a:solidFill>
                  <a:srgbClr val="0070C0"/>
                </a:solidFill>
              </a:rPr>
              <a:t>CommonPolicy</a:t>
            </a:r>
            <a:r>
              <a:rPr lang="en-US" altLang="zh-TW" sz="1800" dirty="0">
                <a:solidFill>
                  <a:srgbClr val="0070C0"/>
                </a:solidFill>
              </a:rPr>
              <a:t>/</a:t>
            </a:r>
            <a:r>
              <a:rPr lang="en-US" altLang="zh-TW" sz="1800" dirty="0" err="1">
                <a:solidFill>
                  <a:srgbClr val="0070C0"/>
                </a:solidFill>
              </a:rPr>
              <a:t>CommonPciPlatformDxe</a:t>
            </a:r>
            <a:r>
              <a:rPr lang="en-US" altLang="zh-TW" sz="1800" dirty="0">
                <a:solidFill>
                  <a:srgbClr val="0070C0"/>
                </a:solidFill>
              </a:rPr>
              <a:t>/</a:t>
            </a:r>
            <a:r>
              <a:rPr lang="en-US" altLang="zh-TW" sz="1800" dirty="0" err="1">
                <a:solidFill>
                  <a:srgbClr val="0070C0"/>
                </a:solidFill>
              </a:rPr>
              <a:t>CommonPciPlatformDxe.c</a:t>
            </a:r>
            <a:endParaRPr lang="zh-TW" altLang="zh-TW" sz="1800" dirty="0">
              <a:solidFill>
                <a:srgbClr val="0070C0"/>
              </a:solidFill>
            </a:endParaRPr>
          </a:p>
          <a:p>
            <a:pPr lvl="1"/>
            <a:r>
              <a:rPr lang="en-US" altLang="zh-TW" dirty="0">
                <a:solidFill>
                  <a:schemeClr val="tx2"/>
                </a:solidFill>
              </a:rPr>
              <a:t>Add two new functions:</a:t>
            </a:r>
            <a:endParaRPr lang="zh-TW" altLang="zh-TW" dirty="0">
              <a:solidFill>
                <a:schemeClr val="tx2"/>
              </a:solidFill>
            </a:endParaRPr>
          </a:p>
          <a:p>
            <a:pPr lvl="2"/>
            <a:r>
              <a:rPr lang="en-US" altLang="zh-TW" dirty="0" err="1">
                <a:solidFill>
                  <a:srgbClr val="FF0000"/>
                </a:solidFill>
              </a:rPr>
              <a:t>CommonPciInstallOptionRomFromOemService</a:t>
            </a:r>
            <a:r>
              <a:rPr lang="en-US" altLang="zh-TW" dirty="0"/>
              <a:t> (); Higher priority then </a:t>
            </a:r>
            <a:r>
              <a:rPr lang="en-US" altLang="zh-TW" dirty="0" err="1"/>
              <a:t>AutoGen</a:t>
            </a:r>
            <a:endParaRPr lang="zh-TW" altLang="zh-TW" dirty="0"/>
          </a:p>
          <a:p>
            <a:pPr lvl="2"/>
            <a:r>
              <a:rPr lang="en-US" altLang="zh-TW" dirty="0" err="1">
                <a:solidFill>
                  <a:srgbClr val="FF0000"/>
                </a:solidFill>
              </a:rPr>
              <a:t>CommonPciInstallOptionRomFromAutoGenList</a:t>
            </a:r>
            <a:r>
              <a:rPr lang="en-US" altLang="zh-TW" dirty="0"/>
              <a:t> ();</a:t>
            </a:r>
            <a:endParaRPr lang="en-US" altLang="zh-TW" dirty="0">
              <a:solidFill>
                <a:schemeClr val="tx2"/>
              </a:solidFill>
            </a:endParaRPr>
          </a:p>
        </p:txBody>
      </p:sp>
    </p:spTree>
    <p:extLst>
      <p:ext uri="{BB962C8B-B14F-4D97-AF65-F5344CB8AC3E}">
        <p14:creationId xmlns:p14="http://schemas.microsoft.com/office/powerpoint/2010/main" val="2883278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noAutofit/>
          </a:bodyPr>
          <a:lstStyle/>
          <a:p>
            <a:r>
              <a:rPr lang="en-US" altLang="zh-TW" dirty="0"/>
              <a:t>Auto-generated list of option ROM images</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a:xfrm>
            <a:off x="838200" y="1398494"/>
            <a:ext cx="11065778" cy="4778469"/>
          </a:xfrm>
        </p:spPr>
        <p:txBody>
          <a:bodyPr>
            <a:normAutofit/>
          </a:bodyPr>
          <a:lstStyle/>
          <a:p>
            <a:r>
              <a:rPr lang="en-US" altLang="zh-TW" sz="2400" dirty="0"/>
              <a:t>Install Option rom to table from </a:t>
            </a:r>
            <a:r>
              <a:rPr lang="en-US" altLang="zh-TW" sz="2400" dirty="0" err="1"/>
              <a:t>OemSvc</a:t>
            </a:r>
            <a:endParaRPr lang="en-US" altLang="zh-TW" sz="2400" dirty="0"/>
          </a:p>
          <a:p>
            <a:pPr marL="457200" lvl="1" indent="0">
              <a:lnSpc>
                <a:spcPct val="100000"/>
              </a:lnSpc>
              <a:spcBef>
                <a:spcPts val="0"/>
              </a:spcBef>
              <a:buNone/>
            </a:pPr>
            <a:endParaRPr lang="en-US" altLang="zh-TW" sz="1600" dirty="0">
              <a:solidFill>
                <a:srgbClr val="5A9541"/>
              </a:solidFill>
            </a:endParaRPr>
          </a:p>
          <a:p>
            <a:pPr marL="0" indent="0">
              <a:buNone/>
            </a:pPr>
            <a:endParaRPr lang="en-US" altLang="zh-TW" sz="2400" dirty="0">
              <a:solidFill>
                <a:srgbClr val="FF0000"/>
              </a:solidFill>
            </a:endParaRPr>
          </a:p>
        </p:txBody>
      </p:sp>
      <p:grpSp>
        <p:nvGrpSpPr>
          <p:cNvPr id="4" name="群組 3">
            <a:extLst>
              <a:ext uri="{FF2B5EF4-FFF2-40B4-BE49-F238E27FC236}">
                <a16:creationId xmlns:a16="http://schemas.microsoft.com/office/drawing/2014/main" id="{09E9FF0E-4D3F-47F2-8137-07214395F07F}"/>
              </a:ext>
            </a:extLst>
          </p:cNvPr>
          <p:cNvGrpSpPr/>
          <p:nvPr/>
        </p:nvGrpSpPr>
        <p:grpSpPr>
          <a:xfrm>
            <a:off x="2405741" y="1854927"/>
            <a:ext cx="7380517" cy="4275119"/>
            <a:chOff x="3971107" y="1854926"/>
            <a:chExt cx="7380517" cy="4275119"/>
          </a:xfrm>
        </p:grpSpPr>
        <p:sp>
          <p:nvSpPr>
            <p:cNvPr id="5" name="Rectangle 15">
              <a:extLst>
                <a:ext uri="{FF2B5EF4-FFF2-40B4-BE49-F238E27FC236}">
                  <a16:creationId xmlns:a16="http://schemas.microsoft.com/office/drawing/2014/main" id="{30447FE3-6B9B-4ED8-AA76-CC77F005148B}"/>
                </a:ext>
              </a:extLst>
            </p:cNvPr>
            <p:cNvSpPr>
              <a:spLocks noChangeArrowheads="1"/>
            </p:cNvSpPr>
            <p:nvPr/>
          </p:nvSpPr>
          <p:spPr bwMode="auto">
            <a:xfrm>
              <a:off x="3971107" y="1854926"/>
              <a:ext cx="7310847" cy="4206239"/>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F2E5115D-15B8-481B-8C83-8E6798DE584D}"/>
                </a:ext>
              </a:extLst>
            </p:cNvPr>
            <p:cNvSpPr>
              <a:spLocks noChangeArrowheads="1"/>
            </p:cNvSpPr>
            <p:nvPr/>
          </p:nvSpPr>
          <p:spPr bwMode="auto">
            <a:xfrm>
              <a:off x="3971107" y="1854927"/>
              <a:ext cx="731084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CommonPciPlatformDxe.c</a:t>
              </a:r>
              <a:endParaRPr lang="zh-TW" altLang="en-US" sz="1400" dirty="0"/>
            </a:p>
          </p:txBody>
        </p:sp>
        <p:sp>
          <p:nvSpPr>
            <p:cNvPr id="7" name="Text Box 17">
              <a:extLst>
                <a:ext uri="{FF2B5EF4-FFF2-40B4-BE49-F238E27FC236}">
                  <a16:creationId xmlns:a16="http://schemas.microsoft.com/office/drawing/2014/main" id="{EE68CAD7-43D7-4461-8BF3-51E24742664B}"/>
                </a:ext>
              </a:extLst>
            </p:cNvPr>
            <p:cNvSpPr txBox="1">
              <a:spLocks noChangeArrowheads="1"/>
            </p:cNvSpPr>
            <p:nvPr/>
          </p:nvSpPr>
          <p:spPr bwMode="auto">
            <a:xfrm>
              <a:off x="3977636" y="2159727"/>
              <a:ext cx="737398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400" dirty="0" err="1">
                  <a:solidFill>
                    <a:srgbClr val="0070C0"/>
                  </a:solidFill>
                </a:rPr>
                <a:t>CommonPciInstallOptionRomFromOemService</a:t>
              </a:r>
              <a:r>
                <a:rPr lang="en-US" altLang="zh-TW" sz="1400" dirty="0">
                  <a:solidFill>
                    <a:schemeClr val="tx2"/>
                  </a:solidFill>
                </a:rPr>
                <a:t> (</a:t>
              </a:r>
            </a:p>
            <a:p>
              <a:r>
                <a:rPr lang="en-US" altLang="zh-TW" sz="1400" dirty="0">
                  <a:solidFill>
                    <a:schemeClr val="tx2"/>
                  </a:solidFill>
                </a:rPr>
                <a:t>){</a:t>
              </a:r>
            </a:p>
            <a:p>
              <a:r>
                <a:rPr lang="en-US" altLang="zh-TW" sz="1400" dirty="0">
                  <a:solidFill>
                    <a:schemeClr val="tx2"/>
                  </a:solidFill>
                </a:rPr>
                <a:t>  …</a:t>
              </a:r>
            </a:p>
            <a:p>
              <a:r>
                <a:rPr lang="en-US" altLang="zh-TW" sz="1400" dirty="0">
                  <a:solidFill>
                    <a:schemeClr val="tx2"/>
                  </a:solidFill>
                </a:rPr>
                <a:t>  </a:t>
              </a:r>
              <a:r>
                <a:rPr lang="en-US" altLang="zh-TW" sz="1400" dirty="0">
                  <a:solidFill>
                    <a:srgbClr val="00B0F0"/>
                  </a:solidFill>
                </a:rPr>
                <a:t>Status</a:t>
              </a:r>
              <a:r>
                <a:rPr lang="en-US" altLang="zh-TW" sz="1400" dirty="0">
                  <a:solidFill>
                    <a:schemeClr val="tx2"/>
                  </a:solidFill>
                </a:rPr>
                <a:t> = </a:t>
              </a:r>
              <a:r>
                <a:rPr lang="en-US" altLang="zh-TW" sz="1400" dirty="0" err="1">
                  <a:solidFill>
                    <a:srgbClr val="5A9541"/>
                  </a:solidFill>
                </a:rPr>
                <a:t>OemSvcInstallOptionRomTable</a:t>
              </a:r>
              <a:r>
                <a:rPr lang="en-US" altLang="zh-TW" sz="1400" dirty="0">
                  <a:solidFill>
                    <a:schemeClr val="tx2"/>
                  </a:solidFill>
                </a:rPr>
                <a:t> (</a:t>
              </a:r>
            </a:p>
            <a:p>
              <a:r>
                <a:rPr lang="en-US" altLang="zh-TW" sz="1400" dirty="0">
                  <a:solidFill>
                    <a:schemeClr val="tx2"/>
                  </a:solidFill>
                </a:rPr>
                <a:t>             </a:t>
              </a:r>
              <a:r>
                <a:rPr lang="en-US" altLang="zh-TW" sz="1400" dirty="0">
                  <a:solidFill>
                    <a:srgbClr val="FF0000"/>
                  </a:solidFill>
                </a:rPr>
                <a:t>PCI_OPROM</a:t>
              </a:r>
              <a:r>
                <a:rPr lang="en-US" altLang="zh-TW" sz="1400" dirty="0">
                  <a:solidFill>
                    <a:schemeClr val="tx2"/>
                  </a:solidFill>
                </a:rPr>
                <a:t>,</a:t>
              </a:r>
            </a:p>
            <a:p>
              <a:r>
                <a:rPr lang="en-US" altLang="zh-TW" sz="1400" dirty="0">
                  <a:solidFill>
                    <a:schemeClr val="tx2"/>
                  </a:solidFill>
                </a:rPr>
                <a:t>             (</a:t>
              </a:r>
              <a:r>
                <a:rPr lang="en-US" altLang="zh-TW" sz="1400" dirty="0">
                  <a:solidFill>
                    <a:srgbClr val="5A9541"/>
                  </a:solidFill>
                </a:rPr>
                <a:t>VOID **</a:t>
              </a:r>
              <a:r>
                <a:rPr lang="en-US" altLang="zh-TW" sz="1400" dirty="0">
                  <a:solidFill>
                    <a:schemeClr val="tx2"/>
                  </a:solidFill>
                </a:rPr>
                <a:t>)&amp;</a:t>
              </a:r>
              <a:r>
                <a:rPr lang="en-US" altLang="zh-TW" sz="1400" dirty="0" err="1">
                  <a:solidFill>
                    <a:srgbClr val="00B0F0"/>
                  </a:solidFill>
                </a:rPr>
                <a:t>PciOptionRomTable</a:t>
              </a:r>
              <a:endParaRPr lang="en-US" altLang="zh-TW" sz="1400" dirty="0">
                <a:solidFill>
                  <a:srgbClr val="00B0F0"/>
                </a:solidFill>
              </a:endParaRPr>
            </a:p>
            <a:p>
              <a:r>
                <a:rPr lang="en-US" altLang="zh-TW" sz="1400" dirty="0">
                  <a:solidFill>
                    <a:schemeClr val="tx2"/>
                  </a:solidFill>
                </a:rPr>
                <a:t>             );</a:t>
              </a:r>
            </a:p>
            <a:p>
              <a:r>
                <a:rPr lang="en-US" altLang="zh-TW" sz="1400" dirty="0">
                  <a:solidFill>
                    <a:schemeClr val="tx2"/>
                  </a:solidFill>
                </a:rPr>
                <a:t>  if (</a:t>
              </a:r>
              <a:r>
                <a:rPr lang="en-US" altLang="zh-TW" sz="1400" dirty="0">
                  <a:solidFill>
                    <a:srgbClr val="00B0F0"/>
                  </a:solidFill>
                </a:rPr>
                <a:t>Status</a:t>
              </a:r>
              <a:r>
                <a:rPr lang="en-US" altLang="zh-TW" sz="1400" dirty="0">
                  <a:solidFill>
                    <a:schemeClr val="tx2"/>
                  </a:solidFill>
                </a:rPr>
                <a:t> != </a:t>
              </a:r>
              <a:r>
                <a:rPr lang="en-US" altLang="zh-TW" sz="1400" dirty="0">
                  <a:solidFill>
                    <a:srgbClr val="FF0000"/>
                  </a:solidFill>
                </a:rPr>
                <a:t>EFI_MEDIA_CHANGED</a:t>
              </a:r>
              <a:r>
                <a:rPr lang="en-US" altLang="zh-TW" sz="1400" dirty="0">
                  <a:solidFill>
                    <a:schemeClr val="tx2"/>
                  </a:solidFill>
                </a:rPr>
                <a:t>) {</a:t>
              </a:r>
            </a:p>
            <a:p>
              <a:r>
                <a:rPr lang="en-US" altLang="zh-TW" sz="1400" dirty="0">
                  <a:solidFill>
                    <a:schemeClr val="tx2"/>
                  </a:solidFill>
                </a:rPr>
                <a:t>    </a:t>
              </a:r>
              <a:r>
                <a:rPr lang="en-US" altLang="zh-TW" sz="1400" dirty="0">
                  <a:solidFill>
                    <a:srgbClr val="0070C0"/>
                  </a:solidFill>
                </a:rPr>
                <a:t>return</a:t>
              </a:r>
              <a:r>
                <a:rPr lang="en-US" altLang="zh-TW" sz="1400" dirty="0">
                  <a:solidFill>
                    <a:schemeClr val="tx2"/>
                  </a:solidFill>
                </a:rPr>
                <a:t> </a:t>
              </a:r>
              <a:r>
                <a:rPr lang="en-US" altLang="zh-TW" sz="1400" dirty="0">
                  <a:solidFill>
                    <a:srgbClr val="00B0F0"/>
                  </a:solidFill>
                </a:rPr>
                <a:t>Status</a:t>
              </a:r>
              <a:r>
                <a:rPr lang="en-US" altLang="zh-TW" sz="1400" dirty="0">
                  <a:solidFill>
                    <a:schemeClr val="tx2"/>
                  </a:solidFill>
                </a:rPr>
                <a:t>;</a:t>
              </a:r>
            </a:p>
            <a:p>
              <a:r>
                <a:rPr lang="en-US" altLang="zh-TW" sz="1400" dirty="0">
                  <a:solidFill>
                    <a:schemeClr val="tx2"/>
                  </a:solidFill>
                </a:rPr>
                <a:t>  }</a:t>
              </a:r>
            </a:p>
            <a:p>
              <a:r>
                <a:rPr lang="en-US" altLang="zh-TW" sz="1400" dirty="0">
                  <a:solidFill>
                    <a:schemeClr val="tx2"/>
                  </a:solidFill>
                </a:rPr>
                <a:t>  if (</a:t>
              </a:r>
              <a:r>
                <a:rPr lang="en-US" altLang="zh-TW" sz="1400" dirty="0" err="1">
                  <a:solidFill>
                    <a:srgbClr val="00B0F0"/>
                  </a:solidFill>
                </a:rPr>
                <a:t>PciOptionRomTable</a:t>
              </a:r>
              <a:r>
                <a:rPr lang="en-US" altLang="zh-TW" sz="1400" dirty="0">
                  <a:solidFill>
                    <a:schemeClr val="tx2"/>
                  </a:solidFill>
                </a:rPr>
                <a:t> == </a:t>
              </a:r>
              <a:r>
                <a:rPr lang="en-US" altLang="zh-TW" sz="1400" dirty="0">
                  <a:solidFill>
                    <a:srgbClr val="FF0000"/>
                  </a:solidFill>
                </a:rPr>
                <a:t>NULL</a:t>
              </a:r>
              <a:r>
                <a:rPr lang="en-US" altLang="zh-TW" sz="1400" dirty="0">
                  <a:solidFill>
                    <a:schemeClr val="tx2"/>
                  </a:solidFill>
                </a:rPr>
                <a:t>) {</a:t>
              </a:r>
            </a:p>
            <a:p>
              <a:r>
                <a:rPr lang="en-US" altLang="zh-TW" sz="1400" dirty="0">
                  <a:solidFill>
                    <a:schemeClr val="tx2"/>
                  </a:solidFill>
                </a:rPr>
                <a:t>    </a:t>
              </a:r>
              <a:r>
                <a:rPr lang="en-US" altLang="zh-TW" sz="1400" dirty="0">
                  <a:solidFill>
                    <a:srgbClr val="0070C0"/>
                  </a:solidFill>
                </a:rPr>
                <a:t>return</a:t>
              </a:r>
              <a:r>
                <a:rPr lang="en-US" altLang="zh-TW" sz="1400" dirty="0">
                  <a:solidFill>
                    <a:schemeClr val="tx2"/>
                  </a:solidFill>
                </a:rPr>
                <a:t> </a:t>
              </a:r>
              <a:r>
                <a:rPr lang="en-US" altLang="zh-TW" sz="1400" dirty="0">
                  <a:solidFill>
                    <a:srgbClr val="FF0000"/>
                  </a:solidFill>
                </a:rPr>
                <a:t>EFI_NOT_READY</a:t>
              </a:r>
              <a:r>
                <a:rPr lang="en-US" altLang="zh-TW" sz="1400" dirty="0">
                  <a:solidFill>
                    <a:schemeClr val="tx2"/>
                  </a:solidFill>
                </a:rPr>
                <a:t>;</a:t>
              </a:r>
            </a:p>
            <a:p>
              <a:r>
                <a:rPr lang="en-US" altLang="zh-TW" sz="1400" dirty="0">
                  <a:solidFill>
                    <a:schemeClr val="tx2"/>
                  </a:solidFill>
                </a:rPr>
                <a:t>  }</a:t>
              </a:r>
            </a:p>
            <a:p>
              <a:r>
                <a:rPr lang="en-US" altLang="zh-TW" sz="1400" dirty="0">
                  <a:solidFill>
                    <a:schemeClr val="tx2"/>
                  </a:solidFill>
                </a:rPr>
                <a:t>  </a:t>
              </a:r>
              <a:r>
                <a:rPr lang="en-US" altLang="zh-TW" sz="1400" dirty="0">
                  <a:solidFill>
                    <a:srgbClr val="0070C0"/>
                  </a:solidFill>
                </a:rPr>
                <a:t>for</a:t>
              </a:r>
              <a:r>
                <a:rPr lang="en-US" altLang="zh-TW" sz="1400" dirty="0">
                  <a:solidFill>
                    <a:schemeClr val="tx2"/>
                  </a:solidFill>
                </a:rPr>
                <a:t> (</a:t>
              </a:r>
              <a:r>
                <a:rPr lang="en-US" altLang="zh-TW" sz="1400" dirty="0" err="1">
                  <a:solidFill>
                    <a:srgbClr val="00B0F0"/>
                  </a:solidFill>
                </a:rPr>
                <a:t>TableIndex</a:t>
              </a:r>
              <a:r>
                <a:rPr lang="en-US" altLang="zh-TW" sz="1400" dirty="0">
                  <a:solidFill>
                    <a:schemeClr val="tx2"/>
                  </a:solidFill>
                </a:rPr>
                <a:t> = </a:t>
              </a:r>
              <a:r>
                <a:rPr lang="en-US" altLang="zh-TW" sz="1400" dirty="0">
                  <a:solidFill>
                    <a:srgbClr val="FF0000"/>
                  </a:solidFill>
                </a:rPr>
                <a:t>0</a:t>
              </a:r>
              <a:r>
                <a:rPr lang="en-US" altLang="zh-TW" sz="1400" dirty="0">
                  <a:solidFill>
                    <a:schemeClr val="tx2"/>
                  </a:solidFill>
                </a:rPr>
                <a:t>; </a:t>
              </a:r>
              <a:r>
                <a:rPr lang="en-US" altLang="zh-TW" sz="1400" dirty="0" err="1">
                  <a:solidFill>
                    <a:srgbClr val="00B0F0"/>
                  </a:solidFill>
                </a:rPr>
                <a:t>PciOptionRomTable</a:t>
              </a:r>
              <a:r>
                <a:rPr lang="en-US" altLang="zh-TW" sz="1400" dirty="0">
                  <a:solidFill>
                    <a:schemeClr val="tx2"/>
                  </a:solidFill>
                </a:rPr>
                <a:t>[</a:t>
              </a:r>
              <a:r>
                <a:rPr lang="en-US" altLang="zh-TW" sz="1400" dirty="0" err="1">
                  <a:solidFill>
                    <a:srgbClr val="00B0F0"/>
                  </a:solidFill>
                </a:rPr>
                <a:t>TableIndex</a:t>
              </a:r>
              <a:r>
                <a:rPr lang="en-US" altLang="zh-TW" sz="1400" dirty="0">
                  <a:solidFill>
                    <a:schemeClr val="tx2"/>
                  </a:solidFill>
                </a:rPr>
                <a:t>].</a:t>
              </a:r>
              <a:r>
                <a:rPr lang="en-US" altLang="zh-TW" sz="1400" dirty="0" err="1">
                  <a:solidFill>
                    <a:srgbClr val="5A9541"/>
                  </a:solidFill>
                </a:rPr>
                <a:t>VendorId</a:t>
              </a:r>
              <a:r>
                <a:rPr lang="en-US" altLang="zh-TW" sz="1400" dirty="0">
                  <a:solidFill>
                    <a:schemeClr val="tx2"/>
                  </a:solidFill>
                </a:rPr>
                <a:t> != </a:t>
              </a:r>
              <a:r>
                <a:rPr lang="en-US" altLang="zh-TW" sz="1400" dirty="0">
                  <a:solidFill>
                    <a:srgbClr val="FF0000"/>
                  </a:solidFill>
                </a:rPr>
                <a:t>0xFFFF</a:t>
              </a:r>
              <a:r>
                <a:rPr lang="en-US" altLang="zh-TW" sz="1400" dirty="0">
                  <a:solidFill>
                    <a:schemeClr val="tx2"/>
                  </a:solidFill>
                </a:rPr>
                <a:t>; </a:t>
              </a:r>
              <a:r>
                <a:rPr lang="en-US" altLang="zh-TW" sz="1400" dirty="0" err="1">
                  <a:solidFill>
                    <a:srgbClr val="00B0F0"/>
                  </a:solidFill>
                </a:rPr>
                <a:t>TableIndex</a:t>
              </a:r>
              <a:r>
                <a:rPr lang="en-US" altLang="zh-TW" sz="1400" dirty="0">
                  <a:solidFill>
                    <a:schemeClr val="tx2"/>
                  </a:solidFill>
                </a:rPr>
                <a:t>++) {</a:t>
              </a:r>
            </a:p>
            <a:p>
              <a:r>
                <a:rPr lang="en-US" altLang="zh-TW" sz="1400" dirty="0">
                  <a:solidFill>
                    <a:schemeClr val="tx2"/>
                  </a:solidFill>
                </a:rPr>
                <a:t>    </a:t>
              </a:r>
              <a:r>
                <a:rPr lang="en-US" altLang="zh-TW" sz="1400" dirty="0" err="1">
                  <a:solidFill>
                    <a:srgbClr val="5A9541"/>
                  </a:solidFill>
                </a:rPr>
                <a:t>CommonPciInstallOptionRomTable</a:t>
              </a:r>
              <a:r>
                <a:rPr lang="en-US" altLang="zh-TW" sz="1400" dirty="0">
                  <a:solidFill>
                    <a:schemeClr val="tx2"/>
                  </a:solidFill>
                </a:rPr>
                <a:t> (</a:t>
              </a:r>
              <a:r>
                <a:rPr lang="en-US" altLang="zh-TW" sz="1400" dirty="0" err="1">
                  <a:solidFill>
                    <a:srgbClr val="00B0F0"/>
                  </a:solidFill>
                </a:rPr>
                <a:t>PciOptionRomTable</a:t>
              </a:r>
              <a:r>
                <a:rPr lang="en-US" altLang="zh-TW" sz="1400" dirty="0">
                  <a:solidFill>
                    <a:schemeClr val="tx2"/>
                  </a:solidFill>
                </a:rPr>
                <a:t> + </a:t>
              </a:r>
              <a:r>
                <a:rPr lang="en-US" altLang="zh-TW" sz="1400" dirty="0" err="1">
                  <a:solidFill>
                    <a:srgbClr val="00B0F0"/>
                  </a:solidFill>
                </a:rPr>
                <a:t>TableIndex</a:t>
              </a:r>
              <a:r>
                <a:rPr lang="en-US" altLang="zh-TW" sz="1400" dirty="0">
                  <a:solidFill>
                    <a:schemeClr val="tx2"/>
                  </a:solidFill>
                </a:rPr>
                <a:t>);</a:t>
              </a:r>
            </a:p>
            <a:p>
              <a:r>
                <a:rPr lang="en-US" altLang="zh-TW" sz="1400" dirty="0">
                  <a:solidFill>
                    <a:schemeClr val="tx2"/>
                  </a:solidFill>
                </a:rPr>
                <a:t>  }</a:t>
              </a:r>
            </a:p>
            <a:p>
              <a:r>
                <a:rPr lang="en-US" altLang="zh-TW" sz="1400" dirty="0">
                  <a:solidFill>
                    <a:schemeClr val="tx2"/>
                  </a:solidFill>
                </a:rPr>
                <a:t>  </a:t>
              </a:r>
              <a:r>
                <a:rPr lang="en-US" altLang="zh-TW" sz="1400" dirty="0">
                  <a:solidFill>
                    <a:srgbClr val="0070C0"/>
                  </a:solidFill>
                </a:rPr>
                <a:t>return</a:t>
              </a:r>
              <a:r>
                <a:rPr lang="en-US" altLang="zh-TW" sz="1400" dirty="0">
                  <a:solidFill>
                    <a:schemeClr val="tx2"/>
                  </a:solidFill>
                </a:rPr>
                <a:t> </a:t>
              </a:r>
              <a:r>
                <a:rPr lang="en-US" altLang="zh-TW" sz="1400" dirty="0">
                  <a:solidFill>
                    <a:srgbClr val="FF0000"/>
                  </a:solidFill>
                </a:rPr>
                <a:t>EFI_SUCCESS</a:t>
              </a:r>
              <a:r>
                <a:rPr lang="en-US" altLang="zh-TW" sz="1400" dirty="0">
                  <a:solidFill>
                    <a:schemeClr val="tx2"/>
                  </a:solidFill>
                </a:rPr>
                <a:t>;</a:t>
              </a:r>
            </a:p>
            <a:p>
              <a:r>
                <a:rPr lang="en-US" altLang="zh-TW" sz="1400" dirty="0">
                  <a:solidFill>
                    <a:schemeClr val="tx2"/>
                  </a:solidFill>
                </a:rPr>
                <a:t>}</a:t>
              </a:r>
            </a:p>
          </p:txBody>
        </p:sp>
      </p:grpSp>
    </p:spTree>
    <p:extLst>
      <p:ext uri="{BB962C8B-B14F-4D97-AF65-F5344CB8AC3E}">
        <p14:creationId xmlns:p14="http://schemas.microsoft.com/office/powerpoint/2010/main" val="1565393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noAutofit/>
          </a:bodyPr>
          <a:lstStyle/>
          <a:p>
            <a:r>
              <a:rPr lang="en-US" altLang="zh-TW" dirty="0"/>
              <a:t>Auto-generated list of option ROM images</a:t>
            </a:r>
            <a:endParaRPr lang="zh-TW" altLang="en-US" dirty="0"/>
          </a:p>
        </p:txBody>
      </p:sp>
      <p:sp>
        <p:nvSpPr>
          <p:cNvPr id="3" name="內容版面配置區 2">
            <a:extLst>
              <a:ext uri="{FF2B5EF4-FFF2-40B4-BE49-F238E27FC236}">
                <a16:creationId xmlns:a16="http://schemas.microsoft.com/office/drawing/2014/main" id="{19DFBB72-C5A2-47B1-A105-50F01D1C5589}"/>
              </a:ext>
            </a:extLst>
          </p:cNvPr>
          <p:cNvSpPr>
            <a:spLocks noGrp="1"/>
          </p:cNvSpPr>
          <p:nvPr>
            <p:ph idx="1"/>
          </p:nvPr>
        </p:nvSpPr>
        <p:spPr>
          <a:xfrm>
            <a:off x="838200" y="1398494"/>
            <a:ext cx="11065778" cy="4778469"/>
          </a:xfrm>
        </p:spPr>
        <p:txBody>
          <a:bodyPr>
            <a:normAutofit/>
          </a:bodyPr>
          <a:lstStyle/>
          <a:p>
            <a:r>
              <a:rPr lang="en-US" altLang="zh-TW" sz="2400" dirty="0"/>
              <a:t>Install Option rom to table from </a:t>
            </a:r>
            <a:r>
              <a:rPr lang="en-US" altLang="zh-TW" sz="2400" dirty="0" err="1"/>
              <a:t>AutoGenList</a:t>
            </a:r>
            <a:endParaRPr lang="en-US" altLang="zh-TW" sz="1600" dirty="0">
              <a:solidFill>
                <a:srgbClr val="5A9541"/>
              </a:solidFill>
            </a:endParaRPr>
          </a:p>
          <a:p>
            <a:pPr marL="0" indent="0">
              <a:buNone/>
            </a:pPr>
            <a:endParaRPr lang="en-US" altLang="zh-TW" sz="2400" dirty="0">
              <a:solidFill>
                <a:srgbClr val="FF0000"/>
              </a:solidFill>
            </a:endParaRPr>
          </a:p>
        </p:txBody>
      </p:sp>
      <p:grpSp>
        <p:nvGrpSpPr>
          <p:cNvPr id="10" name="群組 9">
            <a:extLst>
              <a:ext uri="{FF2B5EF4-FFF2-40B4-BE49-F238E27FC236}">
                <a16:creationId xmlns:a16="http://schemas.microsoft.com/office/drawing/2014/main" id="{D9A1C161-D8B8-4DB4-998D-125490B073EF}"/>
              </a:ext>
            </a:extLst>
          </p:cNvPr>
          <p:cNvGrpSpPr/>
          <p:nvPr/>
        </p:nvGrpSpPr>
        <p:grpSpPr>
          <a:xfrm>
            <a:off x="2352402" y="1788420"/>
            <a:ext cx="7487196" cy="4829115"/>
            <a:chOff x="3971107" y="1854927"/>
            <a:chExt cx="7487196" cy="4829115"/>
          </a:xfrm>
        </p:grpSpPr>
        <p:sp>
          <p:nvSpPr>
            <p:cNvPr id="11" name="Rectangle 15">
              <a:extLst>
                <a:ext uri="{FF2B5EF4-FFF2-40B4-BE49-F238E27FC236}">
                  <a16:creationId xmlns:a16="http://schemas.microsoft.com/office/drawing/2014/main" id="{07B49729-715C-4AD8-8DE2-E54D1E26D55C}"/>
                </a:ext>
              </a:extLst>
            </p:cNvPr>
            <p:cNvSpPr>
              <a:spLocks noChangeArrowheads="1"/>
            </p:cNvSpPr>
            <p:nvPr/>
          </p:nvSpPr>
          <p:spPr bwMode="auto">
            <a:xfrm>
              <a:off x="3971107" y="1889761"/>
              <a:ext cx="7487196" cy="4727773"/>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2" name="Rectangle 16">
              <a:extLst>
                <a:ext uri="{FF2B5EF4-FFF2-40B4-BE49-F238E27FC236}">
                  <a16:creationId xmlns:a16="http://schemas.microsoft.com/office/drawing/2014/main" id="{EB644C0D-3406-4901-A071-5BE69D27ADF8}"/>
                </a:ext>
              </a:extLst>
            </p:cNvPr>
            <p:cNvSpPr>
              <a:spLocks noChangeArrowheads="1"/>
            </p:cNvSpPr>
            <p:nvPr/>
          </p:nvSpPr>
          <p:spPr bwMode="auto">
            <a:xfrm>
              <a:off x="3971107" y="1854927"/>
              <a:ext cx="7487196"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CommonPciPlatformDxe.c</a:t>
              </a:r>
              <a:endParaRPr lang="zh-TW" altLang="en-US" sz="1400" dirty="0"/>
            </a:p>
          </p:txBody>
        </p:sp>
        <p:sp>
          <p:nvSpPr>
            <p:cNvPr id="13" name="Text Box 17">
              <a:extLst>
                <a:ext uri="{FF2B5EF4-FFF2-40B4-BE49-F238E27FC236}">
                  <a16:creationId xmlns:a16="http://schemas.microsoft.com/office/drawing/2014/main" id="{60D007D5-5690-4E25-AC5D-19AC6FC28EC1}"/>
                </a:ext>
              </a:extLst>
            </p:cNvPr>
            <p:cNvSpPr txBox="1">
              <a:spLocks noChangeArrowheads="1"/>
            </p:cNvSpPr>
            <p:nvPr/>
          </p:nvSpPr>
          <p:spPr bwMode="auto">
            <a:xfrm>
              <a:off x="3977636" y="2159727"/>
              <a:ext cx="748066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70C0"/>
                  </a:solidFill>
                </a:rPr>
                <a:t>CommonPciInstallOptionRomFromAutoGenList</a:t>
              </a:r>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err="1">
                  <a:solidFill>
                    <a:srgbClr val="5A9541"/>
                  </a:solidFill>
                </a:rPr>
                <a:t>GetSectionFromAnyFv</a:t>
              </a:r>
              <a:r>
                <a:rPr lang="en-US" altLang="zh-TW" sz="1200" dirty="0">
                  <a:solidFill>
                    <a:schemeClr val="tx2"/>
                  </a:solidFill>
                </a:rPr>
                <a:t> (&amp;</a:t>
              </a:r>
              <a:r>
                <a:rPr lang="en-US" altLang="zh-TW" sz="1200" dirty="0" err="1">
                  <a:solidFill>
                    <a:schemeClr val="tx2"/>
                  </a:solidFill>
                </a:rPr>
                <a:t>gAutoGenPciOptionRomListGuid</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r>
                <a:rPr lang="en-US" altLang="zh-TW" sz="1200" dirty="0">
                  <a:solidFill>
                    <a:srgbClr val="7030A0"/>
                  </a:solidFill>
                </a:rPr>
                <a:t>// Check data validation</a:t>
              </a:r>
            </a:p>
            <a:p>
              <a:r>
                <a:rPr lang="en-US" altLang="zh-TW" sz="1200" dirty="0">
                  <a:solidFill>
                    <a:schemeClr val="tx2"/>
                  </a:solidFill>
                </a:rPr>
                <a:t>  …</a:t>
              </a:r>
            </a:p>
            <a:p>
              <a:r>
                <a:rPr lang="en-US" altLang="zh-TW" sz="1200" dirty="0">
                  <a:solidFill>
                    <a:schemeClr val="tx2"/>
                  </a:solidFill>
                </a:rPr>
                <a:t>  </a:t>
              </a:r>
              <a:r>
                <a:rPr lang="en-US" altLang="zh-TW" sz="1200" dirty="0">
                  <a:solidFill>
                    <a:srgbClr val="7030A0"/>
                  </a:solidFill>
                </a:rPr>
                <a:t>// Put Item</a:t>
              </a:r>
            </a:p>
            <a:p>
              <a:r>
                <a:rPr lang="en-US" altLang="zh-TW" sz="1200" dirty="0">
                  <a:solidFill>
                    <a:schemeClr val="tx2"/>
                  </a:solidFill>
                </a:rPr>
                <a:t>  </a:t>
              </a:r>
              <a:r>
                <a:rPr lang="en-US" altLang="zh-TW" sz="1200" dirty="0">
                  <a:solidFill>
                    <a:srgbClr val="00B0F0"/>
                  </a:solidFill>
                </a:rPr>
                <a:t>Offset</a:t>
              </a:r>
              <a:r>
                <a:rPr lang="en-US" altLang="zh-TW" sz="1200" dirty="0">
                  <a:solidFill>
                    <a:schemeClr val="tx2"/>
                  </a:solidFill>
                </a:rPr>
                <a:t> = </a:t>
              </a:r>
              <a:r>
                <a:rPr lang="en-US" altLang="zh-TW" sz="1200" dirty="0">
                  <a:solidFill>
                    <a:srgbClr val="FF0000"/>
                  </a:solidFill>
                </a:rPr>
                <a:t>0</a:t>
              </a:r>
              <a:r>
                <a:rPr lang="en-US" altLang="zh-TW" sz="1200" dirty="0">
                  <a:solidFill>
                    <a:schemeClr val="tx2"/>
                  </a:solidFill>
                </a:rPr>
                <a:t>;</a:t>
              </a:r>
            </a:p>
            <a:p>
              <a:r>
                <a:rPr lang="en-US" altLang="zh-TW" sz="1200" dirty="0">
                  <a:solidFill>
                    <a:schemeClr val="tx2"/>
                  </a:solidFill>
                </a:rPr>
                <a:t>  </a:t>
              </a:r>
              <a:r>
                <a:rPr lang="en-US" altLang="zh-TW" sz="1200" dirty="0" err="1">
                  <a:solidFill>
                    <a:srgbClr val="00B0F0"/>
                  </a:solidFill>
                </a:rPr>
                <a:t>Ptr</a:t>
              </a:r>
              <a:r>
                <a:rPr lang="en-US" altLang="zh-TW" sz="1200" dirty="0">
                  <a:solidFill>
                    <a:schemeClr val="tx2"/>
                  </a:solidFill>
                </a:rPr>
                <a:t> = </a:t>
              </a:r>
              <a:r>
                <a:rPr lang="en-US" altLang="zh-TW" sz="1200" dirty="0" err="1">
                  <a:solidFill>
                    <a:srgbClr val="00B0F0"/>
                  </a:solidFill>
                </a:rPr>
                <a:t>AutoGenOpRomList</a:t>
              </a:r>
              <a:r>
                <a:rPr lang="en-US" altLang="zh-TW" sz="1200" dirty="0">
                  <a:solidFill>
                    <a:schemeClr val="tx2"/>
                  </a:solidFill>
                </a:rPr>
                <a:t>;</a:t>
              </a:r>
            </a:p>
            <a:p>
              <a:r>
                <a:rPr lang="en-US" altLang="zh-TW" sz="1200" dirty="0">
                  <a:solidFill>
                    <a:schemeClr val="tx2"/>
                  </a:solidFill>
                </a:rPr>
                <a:t>  </a:t>
              </a:r>
              <a:r>
                <a:rPr lang="en-US" altLang="zh-TW" sz="1200" dirty="0">
                  <a:solidFill>
                    <a:srgbClr val="0070C0"/>
                  </a:solidFill>
                </a:rPr>
                <a:t>while</a:t>
              </a:r>
              <a:r>
                <a:rPr lang="en-US" altLang="zh-TW" sz="1200" dirty="0">
                  <a:solidFill>
                    <a:schemeClr val="tx2"/>
                  </a:solidFill>
                </a:rPr>
                <a:t> (</a:t>
              </a:r>
              <a:r>
                <a:rPr lang="en-US" altLang="zh-TW" sz="1200" dirty="0">
                  <a:solidFill>
                    <a:srgbClr val="00B0F0"/>
                  </a:solidFill>
                </a:rPr>
                <a:t>Offset</a:t>
              </a:r>
              <a:r>
                <a:rPr lang="en-US" altLang="zh-TW" sz="1200" dirty="0">
                  <a:solidFill>
                    <a:schemeClr val="tx2"/>
                  </a:solidFill>
                </a:rPr>
                <a:t> &lt; </a:t>
              </a:r>
              <a:r>
                <a:rPr lang="en-US" altLang="zh-TW" sz="1200" dirty="0" err="1">
                  <a:solidFill>
                    <a:srgbClr val="00B0F0"/>
                  </a:solidFill>
                </a:rPr>
                <a:t>SectionSize</a:t>
              </a:r>
              <a:r>
                <a:rPr lang="en-US" altLang="zh-TW" sz="1200" dirty="0">
                  <a:solidFill>
                    <a:schemeClr val="tx2"/>
                  </a:solidFill>
                </a:rPr>
                <a:t>) {</a:t>
              </a:r>
            </a:p>
            <a:p>
              <a:r>
                <a:rPr lang="en-US" altLang="zh-TW" sz="1200" dirty="0">
                  <a:solidFill>
                    <a:schemeClr val="tx2"/>
                  </a:solidFill>
                </a:rPr>
                <a:t>    </a:t>
              </a:r>
              <a:r>
                <a:rPr lang="en-US" altLang="zh-TW" sz="1200" dirty="0">
                  <a:solidFill>
                    <a:srgbClr val="00B0F0"/>
                  </a:solidFill>
                </a:rPr>
                <a:t>Offset</a:t>
              </a:r>
              <a:r>
                <a:rPr lang="en-US" altLang="zh-TW" sz="1200" dirty="0">
                  <a:solidFill>
                    <a:schemeClr val="tx2"/>
                  </a:solidFill>
                </a:rPr>
                <a:t> += </a:t>
              </a:r>
              <a:r>
                <a:rPr lang="en-US" altLang="zh-TW" sz="1200" dirty="0" err="1">
                  <a:solidFill>
                    <a:srgbClr val="5A9541"/>
                  </a:solidFill>
                </a:rPr>
                <a:t>sizeof</a:t>
              </a:r>
              <a:r>
                <a:rPr lang="en-US" altLang="zh-TW" sz="1200" dirty="0">
                  <a:solidFill>
                    <a:schemeClr val="tx2"/>
                  </a:solidFill>
                </a:rPr>
                <a:t> (</a:t>
              </a:r>
              <a:r>
                <a:rPr lang="en-US" altLang="zh-TW" sz="1200" dirty="0">
                  <a:solidFill>
                    <a:srgbClr val="5A9541"/>
                  </a:solidFill>
                </a:rPr>
                <a:t>AUTO_GEN_PCI_OPTION_ROM_TABLE</a:t>
              </a:r>
              <a:r>
                <a:rPr lang="en-US" altLang="zh-TW" sz="1200" dirty="0">
                  <a:solidFill>
                    <a:schemeClr val="tx2"/>
                  </a:solidFill>
                </a:rPr>
                <a:t>) + </a:t>
              </a:r>
              <a:r>
                <a:rPr lang="en-US" altLang="zh-TW" sz="1200" dirty="0" err="1">
                  <a:solidFill>
                    <a:srgbClr val="5A9541"/>
                  </a:solidFill>
                </a:rPr>
                <a:t>sizeof</a:t>
              </a:r>
              <a:r>
                <a:rPr lang="en-US" altLang="zh-TW" sz="1200" dirty="0">
                  <a:solidFill>
                    <a:schemeClr val="tx2"/>
                  </a:solidFill>
                </a:rPr>
                <a:t> (</a:t>
              </a:r>
              <a:r>
                <a:rPr lang="en-US" altLang="zh-TW" sz="1200" dirty="0">
                  <a:solidFill>
                    <a:srgbClr val="5A9541"/>
                  </a:solidFill>
                </a:rPr>
                <a:t>UINT16</a:t>
              </a:r>
              <a:r>
                <a:rPr lang="en-US" altLang="zh-TW" sz="1200" dirty="0">
                  <a:solidFill>
                    <a:schemeClr val="tx2"/>
                  </a:solidFill>
                </a:rPr>
                <a:t>) * (</a:t>
              </a:r>
              <a:r>
                <a:rPr lang="en-US" altLang="zh-TW" sz="1200" dirty="0" err="1">
                  <a:solidFill>
                    <a:srgbClr val="00B0F0"/>
                  </a:solidFill>
                </a:rPr>
                <a:t>Ptr</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DeviceIdCount</a:t>
              </a:r>
              <a:r>
                <a:rPr lang="en-US" altLang="zh-TW" sz="1200" dirty="0">
                  <a:solidFill>
                    <a:schemeClr val="tx2"/>
                  </a:solidFill>
                </a:rPr>
                <a:t> - </a:t>
              </a:r>
              <a:r>
                <a:rPr lang="en-US" altLang="zh-TW" sz="1200" dirty="0">
                  <a:solidFill>
                    <a:srgbClr val="FF0000"/>
                  </a:solidFill>
                </a:rPr>
                <a:t>1</a:t>
              </a:r>
              <a:r>
                <a:rPr lang="en-US" altLang="zh-TW" sz="1200" dirty="0">
                  <a:solidFill>
                    <a:schemeClr val="tx2"/>
                  </a:solidFill>
                </a:rPr>
                <a:t>);</a:t>
              </a:r>
            </a:p>
            <a:p>
              <a:r>
                <a:rPr lang="en-US" altLang="zh-TW" sz="1200" dirty="0">
                  <a:solidFill>
                    <a:schemeClr val="tx2"/>
                  </a:solidFill>
                </a:rPr>
                <a:t>    </a:t>
              </a:r>
              <a:r>
                <a:rPr lang="en-US" altLang="zh-TW" sz="1200" dirty="0">
                  <a:solidFill>
                    <a:srgbClr val="0070C0"/>
                  </a:solidFill>
                </a:rPr>
                <a:t>if</a:t>
              </a:r>
              <a:r>
                <a:rPr lang="en-US" altLang="zh-TW" sz="1200" dirty="0">
                  <a:solidFill>
                    <a:schemeClr val="tx2"/>
                  </a:solidFill>
                </a:rPr>
                <a:t> (!</a:t>
              </a:r>
              <a:r>
                <a:rPr lang="en-US" altLang="zh-TW" sz="1200" dirty="0" err="1">
                  <a:solidFill>
                    <a:srgbClr val="5A9541"/>
                  </a:solidFill>
                </a:rPr>
                <a:t>IsUsbOptionRom</a:t>
              </a:r>
              <a:r>
                <a:rPr lang="en-US" altLang="zh-TW" sz="1200" dirty="0">
                  <a:solidFill>
                    <a:schemeClr val="tx2"/>
                  </a:solidFill>
                </a:rPr>
                <a:t> (&amp;</a:t>
              </a:r>
              <a:r>
                <a:rPr lang="en-US" altLang="zh-TW" sz="1200" dirty="0" err="1">
                  <a:solidFill>
                    <a:srgbClr val="00B0F0"/>
                  </a:solidFill>
                </a:rPr>
                <a:t>Ptr</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FileName</a:t>
              </a:r>
              <a:r>
                <a:rPr lang="en-US" altLang="zh-TW" sz="1200" dirty="0">
                  <a:solidFill>
                    <a:schemeClr val="tx2"/>
                  </a:solidFill>
                </a:rPr>
                <a:t>)) {</a:t>
              </a:r>
            </a:p>
            <a:p>
              <a:r>
                <a:rPr lang="en-US" altLang="zh-TW" sz="1200" dirty="0">
                  <a:solidFill>
                    <a:schemeClr val="tx2"/>
                  </a:solidFill>
                </a:rPr>
                <a:t>      </a:t>
              </a:r>
              <a:r>
                <a:rPr lang="en-US" altLang="zh-TW" sz="1200" dirty="0" err="1">
                  <a:solidFill>
                    <a:srgbClr val="5A9541"/>
                  </a:solidFill>
                </a:rPr>
                <a:t>CopyGuid</a:t>
              </a:r>
              <a:r>
                <a:rPr lang="en-US" altLang="zh-TW" sz="1200" dirty="0">
                  <a:solidFill>
                    <a:schemeClr val="tx2"/>
                  </a:solidFill>
                </a:rPr>
                <a:t> (&amp;(</a:t>
              </a:r>
              <a:r>
                <a:rPr lang="en-US" altLang="zh-TW" sz="1200" dirty="0" err="1">
                  <a:solidFill>
                    <a:srgbClr val="00B0F0"/>
                  </a:solidFill>
                </a:rPr>
                <a:t>PciOptionRomTable</a:t>
              </a:r>
              <a:r>
                <a:rPr lang="en-US" altLang="zh-TW" sz="1200" dirty="0" err="1">
                  <a:solidFill>
                    <a:schemeClr val="tx2"/>
                  </a:solidFill>
                </a:rPr>
                <a:t>.</a:t>
              </a:r>
              <a:r>
                <a:rPr lang="en-US" altLang="zh-TW" sz="1200" dirty="0" err="1">
                  <a:solidFill>
                    <a:srgbClr val="5A9541"/>
                  </a:solidFill>
                </a:rPr>
                <a:t>FileName</a:t>
              </a:r>
              <a:r>
                <a:rPr lang="en-US" altLang="zh-TW" sz="1200" dirty="0">
                  <a:solidFill>
                    <a:schemeClr val="tx2"/>
                  </a:solidFill>
                </a:rPr>
                <a:t>), &amp;(</a:t>
              </a:r>
              <a:r>
                <a:rPr lang="en-US" altLang="zh-TW" sz="1200" dirty="0" err="1">
                  <a:solidFill>
                    <a:srgbClr val="00B0F0"/>
                  </a:solidFill>
                </a:rPr>
                <a:t>Ptr</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FileName</a:t>
              </a:r>
              <a:r>
                <a:rPr lang="en-US" altLang="zh-TW" sz="1200" dirty="0">
                  <a:solidFill>
                    <a:schemeClr val="tx2"/>
                  </a:solidFill>
                </a:rPr>
                <a:t>));</a:t>
              </a:r>
            </a:p>
            <a:p>
              <a:r>
                <a:rPr lang="en-US" altLang="zh-TW" sz="1200" dirty="0">
                  <a:solidFill>
                    <a:schemeClr val="tx2"/>
                  </a:solidFill>
                </a:rPr>
                <a:t>      </a:t>
              </a:r>
              <a:r>
                <a:rPr lang="en-US" altLang="zh-TW" sz="1200" dirty="0" err="1">
                  <a:solidFill>
                    <a:srgbClr val="00B0F0"/>
                  </a:solidFill>
                </a:rPr>
                <a:t>PciOptionRomTable</a:t>
              </a:r>
              <a:r>
                <a:rPr lang="en-US" altLang="zh-TW" sz="1200" dirty="0" err="1">
                  <a:solidFill>
                    <a:schemeClr val="tx2"/>
                  </a:solidFill>
                </a:rPr>
                <a:t>.</a:t>
              </a:r>
              <a:r>
                <a:rPr lang="en-US" altLang="zh-TW" sz="1200" dirty="0" err="1">
                  <a:solidFill>
                    <a:srgbClr val="5A9541"/>
                  </a:solidFill>
                </a:rPr>
                <a:t>VendorId</a:t>
              </a:r>
              <a:r>
                <a:rPr lang="en-US" altLang="zh-TW" sz="1200" dirty="0">
                  <a:solidFill>
                    <a:schemeClr val="tx2"/>
                  </a:solidFill>
                </a:rPr>
                <a:t> = </a:t>
              </a:r>
              <a:r>
                <a:rPr lang="en-US" altLang="zh-TW" sz="1200" dirty="0" err="1">
                  <a:solidFill>
                    <a:srgbClr val="00B0F0"/>
                  </a:solidFill>
                </a:rPr>
                <a:t>Ptr</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VendorId</a:t>
              </a:r>
              <a:r>
                <a:rPr lang="en-US" altLang="zh-TW" sz="1200" dirty="0">
                  <a:solidFill>
                    <a:schemeClr val="tx2"/>
                  </a:solidFill>
                </a:rPr>
                <a:t>;</a:t>
              </a:r>
            </a:p>
            <a:p>
              <a:r>
                <a:rPr lang="en-US" altLang="zh-TW" sz="1200" dirty="0">
                  <a:solidFill>
                    <a:schemeClr val="tx2"/>
                  </a:solidFill>
                </a:rPr>
                <a:t>      </a:t>
              </a:r>
              <a:r>
                <a:rPr lang="en-US" altLang="zh-TW" sz="1200" dirty="0">
                  <a:solidFill>
                    <a:srgbClr val="0070C0"/>
                  </a:solidFill>
                </a:rPr>
                <a:t>for</a:t>
              </a:r>
              <a:r>
                <a:rPr lang="en-US" altLang="zh-TW" sz="1200" dirty="0">
                  <a:solidFill>
                    <a:schemeClr val="tx2"/>
                  </a:solidFill>
                </a:rPr>
                <a:t> (</a:t>
              </a:r>
              <a:r>
                <a:rPr lang="en-US" altLang="zh-TW" sz="1200" dirty="0">
                  <a:solidFill>
                    <a:srgbClr val="00B0F0"/>
                  </a:solidFill>
                </a:rPr>
                <a:t>Index</a:t>
              </a:r>
              <a:r>
                <a:rPr lang="en-US" altLang="zh-TW" sz="1200" dirty="0">
                  <a:solidFill>
                    <a:schemeClr val="tx2"/>
                  </a:solidFill>
                </a:rPr>
                <a:t> = </a:t>
              </a:r>
              <a:r>
                <a:rPr lang="en-US" altLang="zh-TW" sz="1200" dirty="0">
                  <a:solidFill>
                    <a:srgbClr val="FF0000"/>
                  </a:solidFill>
                </a:rPr>
                <a:t>0</a:t>
              </a:r>
              <a:r>
                <a:rPr lang="en-US" altLang="zh-TW" sz="1200" dirty="0">
                  <a:solidFill>
                    <a:schemeClr val="tx2"/>
                  </a:solidFill>
                </a:rPr>
                <a:t>; </a:t>
              </a:r>
              <a:r>
                <a:rPr lang="en-US" altLang="zh-TW" sz="1200" dirty="0">
                  <a:solidFill>
                    <a:srgbClr val="00B0F0"/>
                  </a:solidFill>
                </a:rPr>
                <a:t>Index</a:t>
              </a:r>
              <a:r>
                <a:rPr lang="en-US" altLang="zh-TW" sz="1200" dirty="0">
                  <a:solidFill>
                    <a:schemeClr val="tx2"/>
                  </a:solidFill>
                </a:rPr>
                <a:t> &lt; </a:t>
              </a:r>
              <a:r>
                <a:rPr lang="en-US" altLang="zh-TW" sz="1200" dirty="0" err="1">
                  <a:solidFill>
                    <a:srgbClr val="00B0F0"/>
                  </a:solidFill>
                </a:rPr>
                <a:t>Ptr</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DeviceIdCount</a:t>
              </a:r>
              <a:r>
                <a:rPr lang="en-US" altLang="zh-TW" sz="1200" dirty="0">
                  <a:solidFill>
                    <a:schemeClr val="tx2"/>
                  </a:solidFill>
                </a:rPr>
                <a:t>; </a:t>
              </a:r>
              <a:r>
                <a:rPr lang="en-US" altLang="zh-TW" sz="1200" dirty="0">
                  <a:solidFill>
                    <a:srgbClr val="00B0F0"/>
                  </a:solidFill>
                </a:rPr>
                <a:t>Index</a:t>
              </a:r>
              <a:r>
                <a:rPr lang="en-US" altLang="zh-TW" sz="1200" dirty="0">
                  <a:solidFill>
                    <a:schemeClr val="tx2"/>
                  </a:solidFill>
                </a:rPr>
                <a:t>++) {</a:t>
              </a:r>
            </a:p>
            <a:p>
              <a:r>
                <a:rPr lang="en-US" altLang="zh-TW" sz="1200" dirty="0">
                  <a:solidFill>
                    <a:schemeClr val="tx2"/>
                  </a:solidFill>
                </a:rPr>
                <a:t>        </a:t>
              </a:r>
              <a:r>
                <a:rPr lang="en-US" altLang="zh-TW" sz="1200" dirty="0" err="1">
                  <a:solidFill>
                    <a:srgbClr val="00B0F0"/>
                  </a:solidFill>
                </a:rPr>
                <a:t>PciOptionRomTable</a:t>
              </a:r>
              <a:r>
                <a:rPr lang="en-US" altLang="zh-TW" sz="1200" dirty="0" err="1">
                  <a:solidFill>
                    <a:schemeClr val="tx2"/>
                  </a:solidFill>
                </a:rPr>
                <a:t>.</a:t>
              </a:r>
              <a:r>
                <a:rPr lang="en-US" altLang="zh-TW" sz="1200" dirty="0" err="1">
                  <a:solidFill>
                    <a:srgbClr val="5A9541"/>
                  </a:solidFill>
                </a:rPr>
                <a:t>DeviceId</a:t>
              </a:r>
              <a:r>
                <a:rPr lang="en-US" altLang="zh-TW" sz="1200" dirty="0">
                  <a:solidFill>
                    <a:schemeClr val="tx2"/>
                  </a:solidFill>
                </a:rPr>
                <a:t> = </a:t>
              </a:r>
              <a:r>
                <a:rPr lang="en-US" altLang="zh-TW" sz="1200" dirty="0" err="1">
                  <a:solidFill>
                    <a:srgbClr val="00B0F0"/>
                  </a:solidFill>
                </a:rPr>
                <a:t>Ptr</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DeviceId</a:t>
              </a:r>
              <a:r>
                <a:rPr lang="en-US" altLang="zh-TW" sz="1200" dirty="0">
                  <a:solidFill>
                    <a:schemeClr val="tx2"/>
                  </a:solidFill>
                </a:rPr>
                <a:t>[</a:t>
              </a:r>
              <a:r>
                <a:rPr lang="en-US" altLang="zh-TW" sz="1200" dirty="0">
                  <a:solidFill>
                    <a:srgbClr val="00B0F0"/>
                  </a:solidFill>
                </a:rPr>
                <a:t>Index</a:t>
              </a:r>
              <a:r>
                <a:rPr lang="en-US" altLang="zh-TW" sz="1200" dirty="0">
                  <a:solidFill>
                    <a:schemeClr val="tx2"/>
                  </a:solidFill>
                </a:rPr>
                <a:t>];</a:t>
              </a:r>
            </a:p>
            <a:p>
              <a:r>
                <a:rPr lang="en-US" altLang="zh-TW" sz="1200" dirty="0">
                  <a:solidFill>
                    <a:schemeClr val="tx2"/>
                  </a:solidFill>
                </a:rPr>
                <a:t>        </a:t>
              </a:r>
              <a:r>
                <a:rPr lang="en-US" altLang="zh-TW" sz="1200" dirty="0" err="1">
                  <a:solidFill>
                    <a:srgbClr val="5A9541"/>
                  </a:solidFill>
                </a:rPr>
                <a:t>CommonPciInstallOptionRomTable</a:t>
              </a:r>
              <a:r>
                <a:rPr lang="en-US" altLang="zh-TW" sz="1200" dirty="0">
                  <a:solidFill>
                    <a:schemeClr val="tx2"/>
                  </a:solidFill>
                </a:rPr>
                <a:t> (&amp;</a:t>
              </a:r>
              <a:r>
                <a:rPr lang="en-US" altLang="zh-TW" sz="1200" dirty="0" err="1">
                  <a:solidFill>
                    <a:srgbClr val="00B0F0"/>
                  </a:solidFill>
                </a:rPr>
                <a:t>PciOptionRomTable</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p>
            <a:p>
              <a:r>
                <a:rPr lang="en-US" altLang="zh-TW" sz="1200" dirty="0">
                  <a:solidFill>
                    <a:schemeClr val="tx2"/>
                  </a:solidFill>
                </a:rPr>
                <a:t>    </a:t>
              </a:r>
              <a:r>
                <a:rPr lang="en-US" altLang="zh-TW" sz="1200" dirty="0" err="1">
                  <a:solidFill>
                    <a:srgbClr val="00B0F0"/>
                  </a:solidFill>
                </a:rPr>
                <a:t>Ptr</a:t>
              </a:r>
              <a:r>
                <a:rPr lang="en-US" altLang="zh-TW" sz="1200" dirty="0">
                  <a:solidFill>
                    <a:schemeClr val="tx2"/>
                  </a:solidFill>
                </a:rPr>
                <a:t> = (</a:t>
              </a:r>
              <a:r>
                <a:rPr lang="en-US" altLang="zh-TW" sz="1200" dirty="0">
                  <a:solidFill>
                    <a:srgbClr val="5A9541"/>
                  </a:solidFill>
                </a:rPr>
                <a:t>AUTO_GEN_PCI_OPTION_ROM_TABLE *</a:t>
              </a:r>
              <a:r>
                <a:rPr lang="en-US" altLang="zh-TW" sz="1200" dirty="0">
                  <a:solidFill>
                    <a:schemeClr val="tx2"/>
                  </a:solidFill>
                </a:rPr>
                <a:t>)(((</a:t>
              </a:r>
              <a:r>
                <a:rPr lang="en-US" altLang="zh-TW" sz="1200" dirty="0">
                  <a:solidFill>
                    <a:srgbClr val="5A9541"/>
                  </a:solidFill>
                </a:rPr>
                <a:t>UINTN</a:t>
              </a:r>
              <a:r>
                <a:rPr lang="en-US" altLang="zh-TW" sz="1200" dirty="0">
                  <a:solidFill>
                    <a:schemeClr val="tx2"/>
                  </a:solidFill>
                </a:rPr>
                <a:t>)</a:t>
              </a:r>
              <a:r>
                <a:rPr lang="en-US" altLang="zh-TW" sz="1200" dirty="0" err="1">
                  <a:solidFill>
                    <a:srgbClr val="00B0F0"/>
                  </a:solidFill>
                </a:rPr>
                <a:t>AutoGenOpRomList</a:t>
              </a:r>
              <a:r>
                <a:rPr lang="en-US" altLang="zh-TW" sz="1200" dirty="0">
                  <a:solidFill>
                    <a:schemeClr val="tx2"/>
                  </a:solidFill>
                </a:rPr>
                <a:t>) + </a:t>
              </a:r>
              <a:r>
                <a:rPr lang="en-US" altLang="zh-TW" sz="1200" dirty="0">
                  <a:solidFill>
                    <a:srgbClr val="00B0F0"/>
                  </a:solidFill>
                </a:rPr>
                <a:t>Offset</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70C0"/>
                  </a:solidFill>
                </a:rPr>
                <a:t>return</a:t>
              </a:r>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a:t>
              </a:r>
            </a:p>
            <a:p>
              <a:r>
                <a:rPr lang="en-US" altLang="zh-TW" sz="1200" dirty="0">
                  <a:solidFill>
                    <a:schemeClr val="tx2"/>
                  </a:solidFill>
                </a:rPr>
                <a:t>}</a:t>
              </a:r>
            </a:p>
          </p:txBody>
        </p:sp>
      </p:grpSp>
    </p:spTree>
    <p:extLst>
      <p:ext uri="{BB962C8B-B14F-4D97-AF65-F5344CB8AC3E}">
        <p14:creationId xmlns:p14="http://schemas.microsoft.com/office/powerpoint/2010/main" val="4165222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1C47BD-9B79-432E-983A-2413EDEEE234}"/>
              </a:ext>
            </a:extLst>
          </p:cNvPr>
          <p:cNvSpPr>
            <a:spLocks noGrp="1"/>
          </p:cNvSpPr>
          <p:nvPr>
            <p:ph type="title"/>
          </p:nvPr>
        </p:nvSpPr>
        <p:spPr/>
        <p:txBody>
          <a:bodyPr>
            <a:noAutofit/>
          </a:bodyPr>
          <a:lstStyle/>
          <a:p>
            <a:r>
              <a:rPr lang="en-US" altLang="zh-TW" dirty="0"/>
              <a:t>Auto-generated list of option ROM images</a:t>
            </a:r>
            <a:endParaRPr lang="zh-TW" altLang="en-US" dirty="0"/>
          </a:p>
        </p:txBody>
      </p:sp>
      <p:grpSp>
        <p:nvGrpSpPr>
          <p:cNvPr id="14" name="群組 13">
            <a:extLst>
              <a:ext uri="{FF2B5EF4-FFF2-40B4-BE49-F238E27FC236}">
                <a16:creationId xmlns:a16="http://schemas.microsoft.com/office/drawing/2014/main" id="{66DAC9ED-DFE5-4FED-A321-E9DA2C837946}"/>
              </a:ext>
            </a:extLst>
          </p:cNvPr>
          <p:cNvGrpSpPr/>
          <p:nvPr/>
        </p:nvGrpSpPr>
        <p:grpSpPr>
          <a:xfrm>
            <a:off x="2405741" y="1854927"/>
            <a:ext cx="7310847" cy="4459785"/>
            <a:chOff x="3971107" y="1854926"/>
            <a:chExt cx="7310847" cy="4459785"/>
          </a:xfrm>
        </p:grpSpPr>
        <p:sp>
          <p:nvSpPr>
            <p:cNvPr id="15" name="Rectangle 15">
              <a:extLst>
                <a:ext uri="{FF2B5EF4-FFF2-40B4-BE49-F238E27FC236}">
                  <a16:creationId xmlns:a16="http://schemas.microsoft.com/office/drawing/2014/main" id="{08470567-3377-43DC-A332-A1CFDD3AD885}"/>
                </a:ext>
              </a:extLst>
            </p:cNvPr>
            <p:cNvSpPr>
              <a:spLocks noChangeArrowheads="1"/>
            </p:cNvSpPr>
            <p:nvPr/>
          </p:nvSpPr>
          <p:spPr bwMode="auto">
            <a:xfrm>
              <a:off x="3971107" y="1854926"/>
              <a:ext cx="7310847" cy="4459785"/>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16" name="Rectangle 16">
              <a:extLst>
                <a:ext uri="{FF2B5EF4-FFF2-40B4-BE49-F238E27FC236}">
                  <a16:creationId xmlns:a16="http://schemas.microsoft.com/office/drawing/2014/main" id="{E72347CE-9757-4E6F-A480-A70F75767FAD}"/>
                </a:ext>
              </a:extLst>
            </p:cNvPr>
            <p:cNvSpPr>
              <a:spLocks noChangeArrowheads="1"/>
            </p:cNvSpPr>
            <p:nvPr/>
          </p:nvSpPr>
          <p:spPr bwMode="auto">
            <a:xfrm>
              <a:off x="3971107" y="1854927"/>
              <a:ext cx="7310847"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CommonPciPlatformDxe.c</a:t>
              </a:r>
              <a:endParaRPr lang="zh-TW" altLang="en-US" sz="1400" dirty="0"/>
            </a:p>
          </p:txBody>
        </p:sp>
        <p:sp>
          <p:nvSpPr>
            <p:cNvPr id="17" name="Text Box 17">
              <a:extLst>
                <a:ext uri="{FF2B5EF4-FFF2-40B4-BE49-F238E27FC236}">
                  <a16:creationId xmlns:a16="http://schemas.microsoft.com/office/drawing/2014/main" id="{14F66FFE-472E-4426-8B40-BDBEB56EE38F}"/>
                </a:ext>
              </a:extLst>
            </p:cNvPr>
            <p:cNvSpPr txBox="1">
              <a:spLocks noChangeArrowheads="1"/>
            </p:cNvSpPr>
            <p:nvPr/>
          </p:nvSpPr>
          <p:spPr bwMode="auto">
            <a:xfrm>
              <a:off x="3977636" y="2159727"/>
              <a:ext cx="6696896"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70C0"/>
                  </a:solidFill>
                </a:rPr>
                <a:t>CommonPciInstallOptionRomTable</a:t>
              </a:r>
              <a:r>
                <a:rPr lang="en-US" altLang="zh-TW" sz="1200" dirty="0">
                  <a:solidFill>
                    <a:schemeClr val="tx2"/>
                  </a:solidFill>
                </a:rPr>
                <a:t> (</a:t>
              </a:r>
            </a:p>
            <a:p>
              <a:r>
                <a:rPr lang="en-US" altLang="zh-TW" sz="1200" dirty="0">
                  <a:solidFill>
                    <a:schemeClr val="tx2"/>
                  </a:solidFill>
                </a:rPr>
                <a:t>…</a:t>
              </a:r>
            </a:p>
            <a:p>
              <a:r>
                <a:rPr lang="en-US" altLang="zh-TW" sz="1200" dirty="0">
                  <a:solidFill>
                    <a:schemeClr val="tx2"/>
                  </a:solidFill>
                </a:rPr>
                <a:t>){</a:t>
              </a:r>
            </a:p>
            <a:p>
              <a:r>
                <a:rPr lang="en-US" altLang="zh-TW" sz="1200" dirty="0">
                  <a:solidFill>
                    <a:schemeClr val="tx2"/>
                  </a:solidFill>
                </a:rPr>
                <a:t>  …</a:t>
              </a:r>
            </a:p>
            <a:p>
              <a:r>
                <a:rPr lang="en-US" altLang="zh-TW" sz="1200" dirty="0">
                  <a:solidFill>
                    <a:srgbClr val="7030A0"/>
                  </a:solidFill>
                </a:rPr>
                <a:t>  // If find VID and DID is exist, return success.</a:t>
              </a:r>
            </a:p>
            <a:p>
              <a:r>
                <a:rPr lang="en-US" altLang="zh-TW" sz="1200" dirty="0">
                  <a:solidFill>
                    <a:srgbClr val="7030A0"/>
                  </a:solidFill>
                </a:rPr>
                <a:t>  // Let first install can select option rom from </a:t>
              </a:r>
              <a:r>
                <a:rPr lang="en-US" altLang="zh-TW" sz="1200" dirty="0" err="1">
                  <a:solidFill>
                    <a:srgbClr val="7030A0"/>
                  </a:solidFill>
                </a:rPr>
                <a:t>OemSvc</a:t>
              </a:r>
              <a:r>
                <a:rPr lang="en-US" altLang="zh-TW" sz="1200" dirty="0">
                  <a:solidFill>
                    <a:srgbClr val="7030A0"/>
                  </a:solidFill>
                </a:rPr>
                <a:t>.</a:t>
              </a:r>
            </a:p>
            <a:p>
              <a:r>
                <a:rPr lang="en-US" altLang="zh-TW" sz="1200" dirty="0">
                  <a:solidFill>
                    <a:srgbClr val="7030A0"/>
                  </a:solidFill>
                </a:rPr>
                <a:t>  // The VID and DID is only installed one set.</a:t>
              </a:r>
            </a:p>
            <a:p>
              <a:r>
                <a:rPr lang="en-US" altLang="zh-TW" sz="1200" dirty="0">
                  <a:solidFill>
                    <a:schemeClr val="tx2"/>
                  </a:solidFill>
                </a:rPr>
                <a:t>  for (</a:t>
              </a:r>
              <a:r>
                <a:rPr lang="en-US" altLang="zh-TW" sz="1200" dirty="0" err="1">
                  <a:solidFill>
                    <a:srgbClr val="00B0F0"/>
                  </a:solidFill>
                </a:rPr>
                <a:t>TableIndex</a:t>
              </a:r>
              <a:r>
                <a:rPr lang="en-US" altLang="zh-TW" sz="1200" dirty="0">
                  <a:solidFill>
                    <a:schemeClr val="tx2"/>
                  </a:solidFill>
                </a:rPr>
                <a:t> = 0; </a:t>
              </a:r>
              <a:r>
                <a:rPr lang="en-US" altLang="zh-TW" sz="1200" dirty="0" err="1">
                  <a:solidFill>
                    <a:srgbClr val="00B0F0"/>
                  </a:solidFill>
                </a:rPr>
                <a:t>TableIndex</a:t>
              </a:r>
              <a:r>
                <a:rPr lang="en-US" altLang="zh-TW" sz="1200" dirty="0">
                  <a:solidFill>
                    <a:schemeClr val="tx2"/>
                  </a:solidFill>
                </a:rPr>
                <a:t> &lt; </a:t>
              </a:r>
              <a:r>
                <a:rPr lang="en-US" altLang="zh-TW" sz="1200" dirty="0" err="1">
                  <a:solidFill>
                    <a:srgbClr val="7030A0"/>
                  </a:solidFill>
                </a:rPr>
                <a:t>mPciOpRomTableCnt</a:t>
              </a:r>
              <a:r>
                <a:rPr lang="en-US" altLang="zh-TW" sz="1200" dirty="0">
                  <a:solidFill>
                    <a:schemeClr val="tx2"/>
                  </a:solidFill>
                </a:rPr>
                <a:t>; </a:t>
              </a:r>
              <a:r>
                <a:rPr lang="en-US" altLang="zh-TW" sz="1200" dirty="0" err="1">
                  <a:solidFill>
                    <a:srgbClr val="00B0F0"/>
                  </a:solidFill>
                </a:rPr>
                <a:t>TableIndex</a:t>
              </a:r>
              <a:r>
                <a:rPr lang="en-US" altLang="zh-TW" sz="1200" dirty="0">
                  <a:solidFill>
                    <a:schemeClr val="tx2"/>
                  </a:solidFill>
                </a:rPr>
                <a:t>++) {</a:t>
              </a:r>
            </a:p>
            <a:p>
              <a:r>
                <a:rPr lang="en-US" altLang="zh-TW" sz="1200" dirty="0">
                  <a:solidFill>
                    <a:schemeClr val="tx2"/>
                  </a:solidFill>
                </a:rPr>
                <a:t>    if ((</a:t>
              </a:r>
              <a:r>
                <a:rPr lang="en-US" altLang="zh-TW" sz="1200" dirty="0" err="1">
                  <a:solidFill>
                    <a:srgbClr val="7030A0"/>
                  </a:solidFill>
                </a:rPr>
                <a:t>mPciOpRomTable</a:t>
              </a:r>
              <a:r>
                <a:rPr lang="en-US" altLang="zh-TW" sz="1200" dirty="0">
                  <a:solidFill>
                    <a:schemeClr val="tx2"/>
                  </a:solidFill>
                </a:rPr>
                <a:t>[</a:t>
              </a:r>
              <a:r>
                <a:rPr lang="en-US" altLang="zh-TW" sz="1200" dirty="0" err="1">
                  <a:solidFill>
                    <a:srgbClr val="00B0F0"/>
                  </a:solidFill>
                </a:rPr>
                <a:t>TableIndex</a:t>
              </a:r>
              <a:r>
                <a:rPr lang="en-US" altLang="zh-TW" sz="1200" dirty="0">
                  <a:solidFill>
                    <a:schemeClr val="tx2"/>
                  </a:solidFill>
                </a:rPr>
                <a:t>].</a:t>
              </a:r>
              <a:r>
                <a:rPr lang="en-US" altLang="zh-TW" sz="1200" dirty="0" err="1">
                  <a:solidFill>
                    <a:srgbClr val="5A9541"/>
                  </a:solidFill>
                </a:rPr>
                <a:t>VendorId</a:t>
              </a:r>
              <a:r>
                <a:rPr lang="en-US" altLang="zh-TW" sz="1200" dirty="0">
                  <a:solidFill>
                    <a:schemeClr val="tx2"/>
                  </a:solidFill>
                </a:rPr>
                <a:t> == </a:t>
              </a:r>
              <a:r>
                <a:rPr lang="en-US" altLang="zh-TW" sz="1200" dirty="0" err="1">
                  <a:solidFill>
                    <a:srgbClr val="00B0F0"/>
                  </a:solidFill>
                </a:rPr>
                <a:t>PciOpRom</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VendorId</a:t>
              </a:r>
              <a:r>
                <a:rPr lang="en-US" altLang="zh-TW" sz="1200" dirty="0">
                  <a:solidFill>
                    <a:schemeClr val="tx2"/>
                  </a:solidFill>
                </a:rPr>
                <a:t>) &amp;&amp;</a:t>
              </a:r>
            </a:p>
            <a:p>
              <a:r>
                <a:rPr lang="en-US" altLang="zh-TW" sz="1200" dirty="0">
                  <a:solidFill>
                    <a:schemeClr val="tx2"/>
                  </a:solidFill>
                </a:rPr>
                <a:t>        (</a:t>
              </a:r>
              <a:r>
                <a:rPr lang="en-US" altLang="zh-TW" sz="1200" dirty="0" err="1">
                  <a:solidFill>
                    <a:srgbClr val="7030A0"/>
                  </a:solidFill>
                </a:rPr>
                <a:t>mPciOpRomTable</a:t>
              </a:r>
              <a:r>
                <a:rPr lang="en-US" altLang="zh-TW" sz="1200" dirty="0">
                  <a:solidFill>
                    <a:schemeClr val="tx2"/>
                  </a:solidFill>
                </a:rPr>
                <a:t>[</a:t>
              </a:r>
              <a:r>
                <a:rPr lang="en-US" altLang="zh-TW" sz="1200" dirty="0" err="1">
                  <a:solidFill>
                    <a:srgbClr val="00B0F0"/>
                  </a:solidFill>
                </a:rPr>
                <a:t>TableIndex</a:t>
              </a:r>
              <a:r>
                <a:rPr lang="en-US" altLang="zh-TW" sz="1200" dirty="0">
                  <a:solidFill>
                    <a:schemeClr val="tx2"/>
                  </a:solidFill>
                </a:rPr>
                <a:t>].</a:t>
              </a:r>
              <a:r>
                <a:rPr lang="en-US" altLang="zh-TW" sz="1200" dirty="0" err="1">
                  <a:solidFill>
                    <a:srgbClr val="5A9541"/>
                  </a:solidFill>
                </a:rPr>
                <a:t>DeviceId</a:t>
              </a:r>
              <a:r>
                <a:rPr lang="en-US" altLang="zh-TW" sz="1200" dirty="0">
                  <a:solidFill>
                    <a:schemeClr val="tx2"/>
                  </a:solidFill>
                </a:rPr>
                <a:t> == </a:t>
              </a:r>
              <a:r>
                <a:rPr lang="en-US" altLang="zh-TW" sz="1200" dirty="0" err="1">
                  <a:solidFill>
                    <a:srgbClr val="00B0F0"/>
                  </a:solidFill>
                </a:rPr>
                <a:t>PciOpRom</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DeviceId</a:t>
              </a:r>
              <a:r>
                <a:rPr lang="en-US" altLang="zh-TW" sz="1200" dirty="0">
                  <a:solidFill>
                    <a:schemeClr val="tx2"/>
                  </a:solidFill>
                </a:rPr>
                <a:t>)) {</a:t>
              </a:r>
            </a:p>
            <a:p>
              <a:r>
                <a:rPr lang="en-US" altLang="zh-TW" sz="1200" dirty="0">
                  <a:solidFill>
                    <a:schemeClr val="tx2"/>
                  </a:solidFill>
                </a:rPr>
                <a:t>      </a:t>
              </a:r>
              <a:r>
                <a:rPr lang="en-US" altLang="zh-TW" sz="1200" dirty="0">
                  <a:solidFill>
                    <a:srgbClr val="0070C0"/>
                  </a:solidFill>
                </a:rPr>
                <a:t>return</a:t>
              </a:r>
              <a:r>
                <a:rPr lang="en-US" altLang="zh-TW" sz="1200" dirty="0">
                  <a:solidFill>
                    <a:schemeClr val="tx2"/>
                  </a:solidFill>
                </a:rPr>
                <a:t> </a:t>
              </a:r>
              <a:r>
                <a:rPr lang="en-US" altLang="zh-TW" sz="1200" dirty="0">
                  <a:solidFill>
                    <a:srgbClr val="FF0000"/>
                  </a:solidFill>
                </a:rPr>
                <a:t>EFI_SUCCESS</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p>
            <a:p>
              <a:r>
                <a:rPr lang="en-US" altLang="zh-TW" sz="1200" dirty="0">
                  <a:solidFill>
                    <a:srgbClr val="7030A0"/>
                  </a:solidFill>
                </a:rPr>
                <a:t>  // Check Database size</a:t>
              </a:r>
            </a:p>
            <a:p>
              <a:r>
                <a:rPr lang="en-US" altLang="zh-TW" sz="1200" dirty="0">
                  <a:solidFill>
                    <a:schemeClr val="tx2"/>
                  </a:solidFill>
                </a:rPr>
                <a:t>  …</a:t>
              </a:r>
            </a:p>
            <a:p>
              <a:r>
                <a:rPr lang="en-US" altLang="zh-TW" sz="1200" dirty="0">
                  <a:solidFill>
                    <a:srgbClr val="7030A0"/>
                  </a:solidFill>
                </a:rPr>
                <a:t>  // Put Item</a:t>
              </a:r>
            </a:p>
            <a:p>
              <a:r>
                <a:rPr lang="en-US" altLang="zh-TW" sz="1200" dirty="0">
                  <a:solidFill>
                    <a:schemeClr val="tx2"/>
                  </a:solidFill>
                </a:rPr>
                <a:t>  </a:t>
              </a:r>
              <a:r>
                <a:rPr lang="en-US" altLang="zh-TW" sz="1200" dirty="0" err="1">
                  <a:solidFill>
                    <a:srgbClr val="5A9541"/>
                  </a:solidFill>
                </a:rPr>
                <a:t>CopyGuid</a:t>
              </a:r>
              <a:r>
                <a:rPr lang="en-US" altLang="zh-TW" sz="1200" dirty="0">
                  <a:solidFill>
                    <a:schemeClr val="tx2"/>
                  </a:solidFill>
                </a:rPr>
                <a:t> (&amp;(</a:t>
              </a:r>
              <a:r>
                <a:rPr lang="en-US" altLang="zh-TW" sz="1200" dirty="0" err="1">
                  <a:solidFill>
                    <a:srgbClr val="7030A0"/>
                  </a:solidFill>
                </a:rPr>
                <a:t>mPciOpRomTable</a:t>
              </a:r>
              <a:r>
                <a:rPr lang="en-US" altLang="zh-TW" sz="1200" dirty="0">
                  <a:solidFill>
                    <a:schemeClr val="tx2"/>
                  </a:solidFill>
                </a:rPr>
                <a:t>[</a:t>
              </a:r>
              <a:r>
                <a:rPr lang="en-US" altLang="zh-TW" sz="1200" dirty="0" err="1">
                  <a:solidFill>
                    <a:srgbClr val="7030A0"/>
                  </a:solidFill>
                </a:rPr>
                <a:t>mPciOpRomTableCnt</a:t>
              </a:r>
              <a:r>
                <a:rPr lang="en-US" altLang="zh-TW" sz="1200" dirty="0">
                  <a:solidFill>
                    <a:schemeClr val="tx2"/>
                  </a:solidFill>
                </a:rPr>
                <a:t>].</a:t>
              </a:r>
              <a:r>
                <a:rPr lang="en-US" altLang="zh-TW" sz="1200" dirty="0" err="1">
                  <a:solidFill>
                    <a:srgbClr val="5A9541"/>
                  </a:solidFill>
                </a:rPr>
                <a:t>FileName</a:t>
              </a:r>
              <a:r>
                <a:rPr lang="en-US" altLang="zh-TW" sz="1200" dirty="0">
                  <a:solidFill>
                    <a:schemeClr val="tx2"/>
                  </a:solidFill>
                </a:rPr>
                <a:t>), &amp;(</a:t>
              </a:r>
              <a:r>
                <a:rPr lang="en-US" altLang="zh-TW" sz="1200" dirty="0" err="1">
                  <a:solidFill>
                    <a:srgbClr val="00B0F0"/>
                  </a:solidFill>
                </a:rPr>
                <a:t>PciOpRom</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FileName</a:t>
              </a:r>
              <a:r>
                <a:rPr lang="en-US" altLang="zh-TW" sz="1200" dirty="0">
                  <a:solidFill>
                    <a:schemeClr val="tx2"/>
                  </a:solidFill>
                </a:rPr>
                <a:t>));</a:t>
              </a:r>
            </a:p>
            <a:p>
              <a:r>
                <a:rPr lang="en-US" altLang="zh-TW" sz="1200" dirty="0">
                  <a:solidFill>
                    <a:schemeClr val="tx2"/>
                  </a:solidFill>
                </a:rPr>
                <a:t>  </a:t>
              </a:r>
              <a:r>
                <a:rPr lang="en-US" altLang="zh-TW" sz="1200" dirty="0" err="1">
                  <a:solidFill>
                    <a:srgbClr val="7030A0"/>
                  </a:solidFill>
                </a:rPr>
                <a:t>mPciOpRomTable</a:t>
              </a:r>
              <a:r>
                <a:rPr lang="en-US" altLang="zh-TW" sz="1200" dirty="0">
                  <a:solidFill>
                    <a:schemeClr val="tx2"/>
                  </a:solidFill>
                </a:rPr>
                <a:t>[</a:t>
              </a:r>
              <a:r>
                <a:rPr lang="en-US" altLang="zh-TW" sz="1200" dirty="0" err="1">
                  <a:solidFill>
                    <a:srgbClr val="7030A0"/>
                  </a:solidFill>
                </a:rPr>
                <a:t>mPciOpRomTableCnt</a:t>
              </a:r>
              <a:r>
                <a:rPr lang="en-US" altLang="zh-TW" sz="1200" dirty="0">
                  <a:solidFill>
                    <a:schemeClr val="tx2"/>
                  </a:solidFill>
                </a:rPr>
                <a:t>].</a:t>
              </a:r>
              <a:r>
                <a:rPr lang="en-US" altLang="zh-TW" sz="1200" dirty="0" err="1">
                  <a:solidFill>
                    <a:srgbClr val="5A9541"/>
                  </a:solidFill>
                </a:rPr>
                <a:t>VendorId</a:t>
              </a:r>
              <a:r>
                <a:rPr lang="en-US" altLang="zh-TW" sz="1200" dirty="0">
                  <a:solidFill>
                    <a:schemeClr val="tx2"/>
                  </a:solidFill>
                </a:rPr>
                <a:t> = </a:t>
              </a:r>
              <a:r>
                <a:rPr lang="en-US" altLang="zh-TW" sz="1200" dirty="0" err="1">
                  <a:solidFill>
                    <a:srgbClr val="00B0F0"/>
                  </a:solidFill>
                </a:rPr>
                <a:t>PciOpRom</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VendorId</a:t>
              </a:r>
              <a:r>
                <a:rPr lang="en-US" altLang="zh-TW" sz="1200" dirty="0">
                  <a:solidFill>
                    <a:schemeClr val="tx2"/>
                  </a:solidFill>
                </a:rPr>
                <a:t>;</a:t>
              </a:r>
            </a:p>
            <a:p>
              <a:r>
                <a:rPr lang="en-US" altLang="zh-TW" sz="1200" dirty="0">
                  <a:solidFill>
                    <a:schemeClr val="tx2"/>
                  </a:solidFill>
                </a:rPr>
                <a:t>  </a:t>
              </a:r>
              <a:r>
                <a:rPr lang="en-US" altLang="zh-TW" sz="1200" dirty="0" err="1">
                  <a:solidFill>
                    <a:srgbClr val="7030A0"/>
                  </a:solidFill>
                </a:rPr>
                <a:t>mPciOpRomTable</a:t>
              </a:r>
              <a:r>
                <a:rPr lang="en-US" altLang="zh-TW" sz="1200" dirty="0">
                  <a:solidFill>
                    <a:schemeClr val="tx2"/>
                  </a:solidFill>
                </a:rPr>
                <a:t>[</a:t>
              </a:r>
              <a:r>
                <a:rPr lang="en-US" altLang="zh-TW" sz="1200" dirty="0" err="1">
                  <a:solidFill>
                    <a:srgbClr val="7030A0"/>
                  </a:solidFill>
                </a:rPr>
                <a:t>mPciOpRomTableCnt</a:t>
              </a:r>
              <a:r>
                <a:rPr lang="en-US" altLang="zh-TW" sz="1200" dirty="0">
                  <a:solidFill>
                    <a:schemeClr val="tx2"/>
                  </a:solidFill>
                </a:rPr>
                <a:t>].</a:t>
              </a:r>
              <a:r>
                <a:rPr lang="en-US" altLang="zh-TW" sz="1200" dirty="0" err="1">
                  <a:solidFill>
                    <a:srgbClr val="5A9541"/>
                  </a:solidFill>
                </a:rPr>
                <a:t>DeviceId</a:t>
              </a:r>
              <a:r>
                <a:rPr lang="en-US" altLang="zh-TW" sz="1200" dirty="0">
                  <a:solidFill>
                    <a:schemeClr val="tx2"/>
                  </a:solidFill>
                </a:rPr>
                <a:t> = </a:t>
              </a:r>
              <a:r>
                <a:rPr lang="en-US" altLang="zh-TW" sz="1200" dirty="0" err="1">
                  <a:solidFill>
                    <a:srgbClr val="00B0F0"/>
                  </a:solidFill>
                </a:rPr>
                <a:t>PciOpRom</a:t>
              </a:r>
              <a:r>
                <a:rPr lang="en-US" altLang="zh-TW" sz="1200" dirty="0">
                  <a:solidFill>
                    <a:srgbClr val="00B0F0"/>
                  </a:solidFill>
                </a:rPr>
                <a:t>-</a:t>
              </a:r>
              <a:r>
                <a:rPr lang="en-US" altLang="zh-TW" sz="1200" dirty="0">
                  <a:solidFill>
                    <a:schemeClr val="tx2"/>
                  </a:solidFill>
                </a:rPr>
                <a:t>&gt;</a:t>
              </a:r>
              <a:r>
                <a:rPr lang="en-US" altLang="zh-TW" sz="1200" dirty="0" err="1">
                  <a:solidFill>
                    <a:srgbClr val="5A9541"/>
                  </a:solidFill>
                </a:rPr>
                <a:t>DeviceId</a:t>
              </a:r>
              <a:r>
                <a:rPr lang="en-US" altLang="zh-TW" sz="1200" dirty="0">
                  <a:solidFill>
                    <a:schemeClr val="tx2"/>
                  </a:solidFill>
                </a:rPr>
                <a:t>;</a:t>
              </a:r>
            </a:p>
            <a:p>
              <a:r>
                <a:rPr lang="en-US" altLang="zh-TW" sz="1200" dirty="0">
                  <a:solidFill>
                    <a:schemeClr val="tx2"/>
                  </a:solidFill>
                </a:rPr>
                <a:t>  </a:t>
              </a:r>
              <a:r>
                <a:rPr lang="en-US" altLang="zh-TW" sz="1200" dirty="0" err="1">
                  <a:solidFill>
                    <a:srgbClr val="7030A0"/>
                  </a:solidFill>
                </a:rPr>
                <a:t>mPciOpRomTableCnt</a:t>
              </a:r>
              <a:r>
                <a:rPr lang="en-US" altLang="zh-TW" sz="1200" dirty="0">
                  <a:solidFill>
                    <a:schemeClr val="tx2"/>
                  </a:solidFill>
                </a:rPr>
                <a:t>++;</a:t>
              </a:r>
            </a:p>
            <a:p>
              <a:r>
                <a:rPr lang="en-US" altLang="zh-TW" sz="1200" dirty="0">
                  <a:solidFill>
                    <a:schemeClr val="tx2"/>
                  </a:solidFill>
                </a:rPr>
                <a:t>  </a:t>
              </a:r>
              <a:r>
                <a:rPr lang="en-US" altLang="zh-TW" sz="1200" dirty="0">
                  <a:solidFill>
                    <a:srgbClr val="0070C0"/>
                  </a:solidFill>
                </a:rPr>
                <a:t>return</a:t>
              </a:r>
              <a:r>
                <a:rPr lang="en-US" altLang="zh-TW" sz="1200" dirty="0">
                  <a:solidFill>
                    <a:schemeClr val="tx2"/>
                  </a:solidFill>
                </a:rPr>
                <a:t> </a:t>
              </a:r>
              <a:r>
                <a:rPr lang="en-US" altLang="zh-TW" sz="1200" dirty="0">
                  <a:solidFill>
                    <a:srgbClr val="FF0000"/>
                  </a:solidFill>
                </a:rPr>
                <a:t>EFI_SUCCESS</a:t>
              </a:r>
              <a:r>
                <a:rPr lang="en-US" altLang="zh-TW" sz="1200" dirty="0">
                  <a:solidFill>
                    <a:schemeClr val="tx2"/>
                  </a:solidFill>
                </a:rPr>
                <a:t>;</a:t>
              </a:r>
            </a:p>
            <a:p>
              <a:r>
                <a:rPr lang="en-US" altLang="zh-TW" sz="1200" dirty="0">
                  <a:solidFill>
                    <a:schemeClr val="tx2"/>
                  </a:solidFill>
                </a:rPr>
                <a:t>}</a:t>
              </a:r>
            </a:p>
          </p:txBody>
        </p:sp>
      </p:grpSp>
    </p:spTree>
    <p:extLst>
      <p:ext uri="{BB962C8B-B14F-4D97-AF65-F5344CB8AC3E}">
        <p14:creationId xmlns:p14="http://schemas.microsoft.com/office/powerpoint/2010/main" val="5553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6D7B54-03C7-476F-AA49-39E95614D678}"/>
              </a:ext>
            </a:extLst>
          </p:cNvPr>
          <p:cNvSpPr>
            <a:spLocks noGrp="1"/>
          </p:cNvSpPr>
          <p:nvPr>
            <p:ph type="title"/>
          </p:nvPr>
        </p:nvSpPr>
        <p:spPr/>
        <p:txBody>
          <a:bodyPr/>
          <a:lstStyle/>
          <a:p>
            <a:r>
              <a:rPr lang="en-US" altLang="zh-TW" dirty="0" err="1"/>
              <a:t>CommonPciPlatformDxe.c</a:t>
            </a:r>
            <a:endParaRPr lang="zh-TW" altLang="en-US" dirty="0"/>
          </a:p>
        </p:txBody>
      </p:sp>
      <p:sp>
        <p:nvSpPr>
          <p:cNvPr id="3" name="內容版面配置區 2">
            <a:extLst>
              <a:ext uri="{FF2B5EF4-FFF2-40B4-BE49-F238E27FC236}">
                <a16:creationId xmlns:a16="http://schemas.microsoft.com/office/drawing/2014/main" id="{E8D3FE0E-3FC7-48B3-9DA2-6C455F0FEEFB}"/>
              </a:ext>
            </a:extLst>
          </p:cNvPr>
          <p:cNvSpPr>
            <a:spLocks noGrp="1"/>
          </p:cNvSpPr>
          <p:nvPr>
            <p:ph idx="1"/>
          </p:nvPr>
        </p:nvSpPr>
        <p:spPr>
          <a:xfrm>
            <a:off x="838200" y="1398494"/>
            <a:ext cx="8680268" cy="4778469"/>
          </a:xfrm>
        </p:spPr>
        <p:txBody>
          <a:bodyPr/>
          <a:lstStyle/>
          <a:p>
            <a:r>
              <a:rPr lang="en-US" altLang="zh-TW" sz="2800" dirty="0"/>
              <a:t>The </a:t>
            </a:r>
            <a:r>
              <a:rPr lang="en-US" altLang="zh-TW" sz="2800" dirty="0" err="1"/>
              <a:t>GetPciRom</a:t>
            </a:r>
            <a:r>
              <a:rPr lang="en-US" altLang="zh-TW" sz="2800" dirty="0"/>
              <a:t>() function provides or substitutes the option ROM</a:t>
            </a:r>
            <a:r>
              <a:rPr lang="zh-TW" altLang="en-US" sz="2800" dirty="0"/>
              <a:t> </a:t>
            </a:r>
            <a:r>
              <a:rPr lang="en-US" altLang="zh-TW" sz="2800" dirty="0"/>
              <a:t>image for the device.</a:t>
            </a:r>
          </a:p>
          <a:p>
            <a:endParaRPr lang="zh-TW" altLang="en-US" sz="2800" dirty="0"/>
          </a:p>
          <a:p>
            <a:endParaRPr lang="zh-TW" altLang="en-US" dirty="0"/>
          </a:p>
        </p:txBody>
      </p:sp>
      <p:grpSp>
        <p:nvGrpSpPr>
          <p:cNvPr id="4" name="群組 3">
            <a:extLst>
              <a:ext uri="{FF2B5EF4-FFF2-40B4-BE49-F238E27FC236}">
                <a16:creationId xmlns:a16="http://schemas.microsoft.com/office/drawing/2014/main" id="{31DF806D-3618-40F1-870A-66CA2AA53095}"/>
              </a:ext>
            </a:extLst>
          </p:cNvPr>
          <p:cNvGrpSpPr/>
          <p:nvPr/>
        </p:nvGrpSpPr>
        <p:grpSpPr>
          <a:xfrm>
            <a:off x="1160417" y="2353440"/>
            <a:ext cx="8035835" cy="3905787"/>
            <a:chOff x="2601685" y="1854926"/>
            <a:chExt cx="8035835" cy="3905787"/>
          </a:xfrm>
        </p:grpSpPr>
        <p:sp>
          <p:nvSpPr>
            <p:cNvPr id="5" name="Rectangle 15">
              <a:extLst>
                <a:ext uri="{FF2B5EF4-FFF2-40B4-BE49-F238E27FC236}">
                  <a16:creationId xmlns:a16="http://schemas.microsoft.com/office/drawing/2014/main" id="{EF42AF0E-A931-4EFE-9588-12EE313C4C2C}"/>
                </a:ext>
              </a:extLst>
            </p:cNvPr>
            <p:cNvSpPr>
              <a:spLocks noChangeArrowheads="1"/>
            </p:cNvSpPr>
            <p:nvPr/>
          </p:nvSpPr>
          <p:spPr bwMode="auto">
            <a:xfrm>
              <a:off x="2601687" y="1854926"/>
              <a:ext cx="7913913" cy="3905787"/>
            </a:xfrm>
            <a:prstGeom prst="rect">
              <a:avLst/>
            </a:prstGeom>
            <a:solidFill>
              <a:srgbClr val="FFFFFF"/>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a:p>
          </p:txBody>
        </p:sp>
        <p:sp>
          <p:nvSpPr>
            <p:cNvPr id="6" name="Rectangle 16">
              <a:extLst>
                <a:ext uri="{FF2B5EF4-FFF2-40B4-BE49-F238E27FC236}">
                  <a16:creationId xmlns:a16="http://schemas.microsoft.com/office/drawing/2014/main" id="{45122FC0-DB4B-4E3B-893F-5D397BB2FD2B}"/>
                </a:ext>
              </a:extLst>
            </p:cNvPr>
            <p:cNvSpPr>
              <a:spLocks noChangeArrowheads="1"/>
            </p:cNvSpPr>
            <p:nvPr/>
          </p:nvSpPr>
          <p:spPr bwMode="auto">
            <a:xfrm>
              <a:off x="2601687" y="1854927"/>
              <a:ext cx="7913913" cy="304800"/>
            </a:xfrm>
            <a:prstGeom prst="rect">
              <a:avLst/>
            </a:prstGeom>
            <a:solidFill>
              <a:schemeClr val="bg2"/>
            </a:solidFill>
            <a:ln w="9525">
              <a:solidFill>
                <a:schemeClr val="tx1"/>
              </a:solidFill>
              <a:miter lim="800000"/>
              <a:headEnd/>
              <a:tailEnd/>
            </a:ln>
          </p:spPr>
          <p:txBody>
            <a:bodyPr wrap="none"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r>
                <a:rPr lang="en-US" altLang="zh-TW" sz="1400" dirty="0" err="1"/>
                <a:t>CommonPciPlatformDxe.c</a:t>
              </a:r>
              <a:endParaRPr lang="zh-TW" altLang="en-US" sz="1400" dirty="0"/>
            </a:p>
          </p:txBody>
        </p:sp>
        <p:sp>
          <p:nvSpPr>
            <p:cNvPr id="7" name="Text Box 17">
              <a:extLst>
                <a:ext uri="{FF2B5EF4-FFF2-40B4-BE49-F238E27FC236}">
                  <a16:creationId xmlns:a16="http://schemas.microsoft.com/office/drawing/2014/main" id="{30FC3FB7-569B-4F46-BE00-2E4B0E79785E}"/>
                </a:ext>
              </a:extLst>
            </p:cNvPr>
            <p:cNvSpPr txBox="1">
              <a:spLocks noChangeArrowheads="1"/>
            </p:cNvSpPr>
            <p:nvPr/>
          </p:nvSpPr>
          <p:spPr bwMode="auto">
            <a:xfrm>
              <a:off x="2601685" y="2159727"/>
              <a:ext cx="8035835"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200" dirty="0" err="1">
                  <a:solidFill>
                    <a:srgbClr val="0070C0"/>
                  </a:solidFill>
                </a:rPr>
                <a:t>CommonGetPciRom</a:t>
              </a:r>
              <a:r>
                <a:rPr lang="en-US" altLang="zh-TW" sz="1200" dirty="0">
                  <a:solidFill>
                    <a:schemeClr val="tx2"/>
                  </a:solidFill>
                </a:rPr>
                <a:t> (</a:t>
              </a:r>
            </a:p>
            <a:p>
              <a:r>
                <a:rPr lang="en-US" altLang="zh-TW" sz="1200" dirty="0">
                  <a:solidFill>
                    <a:schemeClr val="tx2"/>
                  </a:solidFill>
                </a:rPr>
                <a:t>…</a:t>
              </a:r>
            </a:p>
            <a:p>
              <a:r>
                <a:rPr lang="en-US" altLang="zh-TW" sz="1200" dirty="0">
                  <a:solidFill>
                    <a:schemeClr val="tx2"/>
                  </a:solidFill>
                </a:rPr>
                <a:t>){</a:t>
              </a:r>
            </a:p>
            <a:p>
              <a:r>
                <a:rPr lang="en-US" altLang="zh-TW" sz="1200" dirty="0">
                  <a:solidFill>
                    <a:srgbClr val="7030A0"/>
                  </a:solidFill>
                </a:rPr>
                <a:t>  // Get Segment, Bus, Device, Function, Vendor ID and Device ID </a:t>
              </a:r>
              <a:r>
                <a:rPr lang="en-US" altLang="zh-TW" sz="1200" dirty="0">
                  <a:solidFill>
                    <a:schemeClr val="tx2"/>
                  </a:solidFill>
                </a:rPr>
                <a:t> </a:t>
              </a:r>
            </a:p>
            <a:p>
              <a:r>
                <a:rPr lang="en-US" altLang="zh-TW" sz="1200" dirty="0">
                  <a:solidFill>
                    <a:schemeClr val="tx2"/>
                  </a:solidFill>
                </a:rPr>
                <a:t>  …</a:t>
              </a:r>
            </a:p>
            <a:p>
              <a:r>
                <a:rPr lang="en-US" altLang="zh-TW" sz="1200" dirty="0">
                  <a:solidFill>
                    <a:srgbClr val="7030A0"/>
                  </a:solidFill>
                </a:rPr>
                <a:t> </a:t>
              </a:r>
              <a:r>
                <a:rPr lang="en-US" altLang="zh-TW" sz="1200" dirty="0">
                  <a:solidFill>
                    <a:schemeClr val="tx2"/>
                  </a:solidFill>
                </a:rPr>
                <a:t> </a:t>
              </a:r>
              <a:r>
                <a:rPr lang="en-US" altLang="zh-TW" sz="1200" dirty="0" err="1">
                  <a:solidFill>
                    <a:srgbClr val="5A9541"/>
                  </a:solidFill>
                </a:rPr>
                <a:t>DxeCsSvcSkipGetPciRom</a:t>
              </a:r>
              <a:r>
                <a:rPr lang="en-US" altLang="zh-TW" sz="1200" dirty="0">
                  <a:solidFill>
                    <a:schemeClr val="tx2"/>
                  </a:solidFill>
                </a:rPr>
                <a:t> (</a:t>
              </a:r>
              <a:r>
                <a:rPr lang="en-US" altLang="zh-TW" sz="1200" dirty="0">
                  <a:solidFill>
                    <a:srgbClr val="00B0F0"/>
                  </a:solidFill>
                </a:rPr>
                <a:t>Segment</a:t>
              </a:r>
              <a:r>
                <a:rPr lang="en-US" altLang="zh-TW" sz="1200" dirty="0">
                  <a:solidFill>
                    <a:schemeClr val="tx2"/>
                  </a:solidFill>
                </a:rPr>
                <a:t>, </a:t>
              </a:r>
              <a:r>
                <a:rPr lang="en-US" altLang="zh-TW" sz="1200" dirty="0">
                  <a:solidFill>
                    <a:srgbClr val="00B0F0"/>
                  </a:solidFill>
                </a:rPr>
                <a:t>Bus</a:t>
              </a:r>
              <a:r>
                <a:rPr lang="en-US" altLang="zh-TW" sz="1200" dirty="0">
                  <a:solidFill>
                    <a:schemeClr val="tx2"/>
                  </a:solidFill>
                </a:rPr>
                <a:t>, </a:t>
              </a:r>
              <a:r>
                <a:rPr lang="en-US" altLang="zh-TW" sz="1200" dirty="0">
                  <a:solidFill>
                    <a:srgbClr val="00B0F0"/>
                  </a:solidFill>
                </a:rPr>
                <a:t>Device</a:t>
              </a:r>
              <a:r>
                <a:rPr lang="en-US" altLang="zh-TW" sz="1200" dirty="0">
                  <a:solidFill>
                    <a:schemeClr val="tx2"/>
                  </a:solidFill>
                </a:rPr>
                <a:t>, </a:t>
              </a:r>
              <a:r>
                <a:rPr lang="en-US" altLang="zh-TW" sz="1200" dirty="0">
                  <a:solidFill>
                    <a:srgbClr val="00B0F0"/>
                  </a:solidFill>
                </a:rPr>
                <a:t>Function</a:t>
              </a:r>
              <a:r>
                <a:rPr lang="en-US" altLang="zh-TW" sz="1200" dirty="0">
                  <a:solidFill>
                    <a:schemeClr val="tx2"/>
                  </a:solidFill>
                </a:rPr>
                <a:t>, </a:t>
              </a:r>
              <a:r>
                <a:rPr lang="en-US" altLang="zh-TW" sz="1200" dirty="0" err="1">
                  <a:solidFill>
                    <a:srgbClr val="00B0F0"/>
                  </a:solidFill>
                </a:rPr>
                <a:t>VendorId</a:t>
              </a:r>
              <a:r>
                <a:rPr lang="en-US" altLang="zh-TW" sz="1200" dirty="0">
                  <a:solidFill>
                    <a:schemeClr val="tx2"/>
                  </a:solidFill>
                </a:rPr>
                <a:t>, </a:t>
              </a:r>
              <a:r>
                <a:rPr lang="en-US" altLang="zh-TW" sz="1200" dirty="0" err="1">
                  <a:solidFill>
                    <a:srgbClr val="00B0F0"/>
                  </a:solidFill>
                </a:rPr>
                <a:t>DeviceId</a:t>
              </a:r>
              <a:r>
                <a:rPr lang="en-US" altLang="zh-TW" sz="1200" dirty="0">
                  <a:solidFill>
                    <a:schemeClr val="tx2"/>
                  </a:solidFill>
                </a:rPr>
                <a:t>, &amp;</a:t>
              </a:r>
              <a:r>
                <a:rPr lang="en-US" altLang="zh-TW" sz="1200" dirty="0" err="1">
                  <a:solidFill>
                    <a:srgbClr val="00B0F0"/>
                  </a:solidFill>
                </a:rPr>
                <a:t>SkipGetPciRom</a:t>
              </a:r>
              <a:r>
                <a:rPr lang="en-US" altLang="zh-TW" sz="1200" dirty="0">
                  <a:solidFill>
                    <a:schemeClr val="tx2"/>
                  </a:solidFill>
                </a:rPr>
                <a:t>);  </a:t>
              </a:r>
            </a:p>
            <a:p>
              <a:r>
                <a:rPr lang="en-US" altLang="zh-TW" sz="1200" dirty="0">
                  <a:solidFill>
                    <a:schemeClr val="tx2"/>
                  </a:solidFill>
                </a:rPr>
                <a:t> </a:t>
              </a:r>
              <a:r>
                <a:rPr lang="zh-TW" altLang="en-US" sz="1200" dirty="0">
                  <a:solidFill>
                    <a:schemeClr val="tx2"/>
                  </a:solidFill>
                </a:rPr>
                <a:t> </a:t>
              </a:r>
              <a:r>
                <a:rPr lang="en-US" altLang="zh-TW" sz="1200" dirty="0">
                  <a:solidFill>
                    <a:schemeClr val="tx2"/>
                  </a:solidFill>
                </a:rPr>
                <a:t>…</a:t>
              </a:r>
            </a:p>
            <a:p>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err="1">
                  <a:solidFill>
                    <a:srgbClr val="5A9541"/>
                  </a:solidFill>
                </a:rPr>
                <a:t>OemSvcSkipLoadPciOptionRom</a:t>
              </a:r>
              <a:r>
                <a:rPr lang="en-US" altLang="zh-TW" sz="1200" dirty="0">
                  <a:solidFill>
                    <a:schemeClr val="tx2"/>
                  </a:solidFill>
                </a:rPr>
                <a:t> (</a:t>
              </a:r>
              <a:r>
                <a:rPr lang="en-US" altLang="zh-TW" sz="1200" dirty="0" err="1">
                  <a:solidFill>
                    <a:srgbClr val="00B0F0"/>
                  </a:solidFill>
                </a:rPr>
                <a:t>Segment</a:t>
              </a:r>
              <a:r>
                <a:rPr lang="en-US" altLang="zh-TW" sz="1200" dirty="0" err="1">
                  <a:solidFill>
                    <a:schemeClr val="tx2"/>
                  </a:solidFill>
                </a:rPr>
                <a:t>,</a:t>
              </a:r>
              <a:r>
                <a:rPr lang="en-US" altLang="zh-TW" sz="1200" dirty="0" err="1">
                  <a:solidFill>
                    <a:srgbClr val="00B0F0"/>
                  </a:solidFill>
                </a:rPr>
                <a:t>Bus</a:t>
              </a:r>
              <a:r>
                <a:rPr lang="en-US" altLang="zh-TW" sz="1200" dirty="0" err="1">
                  <a:solidFill>
                    <a:schemeClr val="tx2"/>
                  </a:solidFill>
                </a:rPr>
                <a:t>,</a:t>
              </a:r>
              <a:r>
                <a:rPr lang="en-US" altLang="zh-TW" sz="1200" dirty="0" err="1">
                  <a:solidFill>
                    <a:srgbClr val="00B0F0"/>
                  </a:solidFill>
                </a:rPr>
                <a:t>Device</a:t>
              </a:r>
              <a:r>
                <a:rPr lang="en-US" altLang="zh-TW" sz="1200" dirty="0" err="1">
                  <a:solidFill>
                    <a:schemeClr val="tx2"/>
                  </a:solidFill>
                </a:rPr>
                <a:t>,</a:t>
              </a:r>
              <a:r>
                <a:rPr lang="en-US" altLang="zh-TW" sz="1200" dirty="0" err="1">
                  <a:solidFill>
                    <a:srgbClr val="00B0F0"/>
                  </a:solidFill>
                </a:rPr>
                <a:t>Function</a:t>
              </a:r>
              <a:r>
                <a:rPr lang="en-US" altLang="zh-TW" sz="1200" dirty="0">
                  <a:solidFill>
                    <a:schemeClr val="tx2"/>
                  </a:solidFill>
                </a:rPr>
                <a:t>, </a:t>
              </a:r>
              <a:r>
                <a:rPr lang="en-US" altLang="zh-TW" sz="1200" dirty="0" err="1">
                  <a:solidFill>
                    <a:srgbClr val="00B0F0"/>
                  </a:solidFill>
                </a:rPr>
                <a:t>VendorId</a:t>
              </a:r>
              <a:r>
                <a:rPr lang="en-US" altLang="zh-TW" sz="1200" dirty="0">
                  <a:solidFill>
                    <a:schemeClr val="tx2"/>
                  </a:solidFill>
                </a:rPr>
                <a:t>, </a:t>
              </a:r>
              <a:r>
                <a:rPr lang="en-US" altLang="zh-TW" sz="1200" dirty="0" err="1">
                  <a:solidFill>
                    <a:srgbClr val="00B0F0"/>
                  </a:solidFill>
                </a:rPr>
                <a:t>DeviceId</a:t>
              </a:r>
              <a:r>
                <a:rPr lang="en-US" altLang="zh-TW" sz="1200" dirty="0">
                  <a:solidFill>
                    <a:schemeClr val="tx2"/>
                  </a:solidFill>
                </a:rPr>
                <a:t>, &amp;</a:t>
              </a:r>
              <a:r>
                <a:rPr lang="en-US" altLang="zh-TW" sz="1200" dirty="0" err="1">
                  <a:solidFill>
                    <a:srgbClr val="00B0F0"/>
                  </a:solidFill>
                </a:rPr>
                <a:t>SkipGetPciRom</a:t>
              </a:r>
              <a:r>
                <a:rPr lang="en-US" altLang="zh-TW" sz="1200" dirty="0">
                  <a:solidFill>
                    <a:schemeClr val="tx2"/>
                  </a:solidFill>
                </a:rPr>
                <a:t>);</a:t>
              </a:r>
            </a:p>
            <a:p>
              <a:r>
                <a:rPr lang="zh-TW" altLang="en-US" sz="1200" dirty="0">
                  <a:solidFill>
                    <a:schemeClr val="tx2"/>
                  </a:solidFill>
                </a:rPr>
                <a:t> </a:t>
              </a:r>
              <a:r>
                <a:rPr lang="en-US" altLang="zh-TW" sz="1200" dirty="0">
                  <a:solidFill>
                    <a:schemeClr val="tx2"/>
                  </a:solidFill>
                </a:rPr>
                <a:t> </a:t>
              </a:r>
              <a:r>
                <a:rPr lang="en-US" altLang="zh-TW" sz="1200" dirty="0">
                  <a:solidFill>
                    <a:srgbClr val="0070C0"/>
                  </a:solidFill>
                </a:rPr>
                <a:t>if</a:t>
              </a:r>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a:solidFill>
                    <a:srgbClr val="FF0000"/>
                  </a:solidFill>
                </a:rPr>
                <a:t>EFI_SUCCESS</a:t>
              </a:r>
              <a:r>
                <a:rPr lang="en-US" altLang="zh-TW" sz="1200" dirty="0">
                  <a:solidFill>
                    <a:schemeClr val="tx2"/>
                  </a:solidFill>
                </a:rPr>
                <a:t>) || (</a:t>
              </a:r>
              <a:r>
                <a:rPr lang="en-US" altLang="zh-TW" sz="1200" dirty="0">
                  <a:solidFill>
                    <a:srgbClr val="00B0F0"/>
                  </a:solidFill>
                </a:rPr>
                <a:t>Status</a:t>
              </a:r>
              <a:r>
                <a:rPr lang="en-US" altLang="zh-TW" sz="1200" dirty="0">
                  <a:solidFill>
                    <a:schemeClr val="tx2"/>
                  </a:solidFill>
                </a:rPr>
                <a:t> == </a:t>
              </a:r>
              <a:r>
                <a:rPr lang="en-US" altLang="zh-TW" sz="1200" dirty="0">
                  <a:solidFill>
                    <a:srgbClr val="FF0000"/>
                  </a:solidFill>
                </a:rPr>
                <a:t>EFI_MEDIA_CHANGED</a:t>
              </a:r>
              <a:r>
                <a:rPr lang="en-US" altLang="zh-TW" sz="1200" dirty="0">
                  <a:solidFill>
                    <a:schemeClr val="tx2"/>
                  </a:solidFill>
                </a:rPr>
                <a:t>)) {</a:t>
              </a:r>
            </a:p>
            <a:p>
              <a:r>
                <a:rPr lang="en-US" altLang="zh-TW" sz="1200" dirty="0">
                  <a:solidFill>
                    <a:schemeClr val="tx2"/>
                  </a:solidFill>
                </a:rPr>
                <a:t> </a:t>
              </a:r>
              <a:r>
                <a:rPr lang="zh-TW" altLang="en-US"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a:solidFill>
                    <a:srgbClr val="FF0000"/>
                  </a:solidFill>
                </a:rPr>
                <a:t>EFI_NOT_FOUND</a:t>
              </a:r>
              <a:r>
                <a:rPr lang="en-US" altLang="zh-TW" sz="1200" dirty="0">
                  <a:solidFill>
                    <a:schemeClr val="tx2"/>
                  </a:solidFill>
                </a:rPr>
                <a:t>;</a:t>
              </a:r>
            </a:p>
            <a:p>
              <a:r>
                <a:rPr lang="zh-TW" altLang="en-US" sz="1200" dirty="0">
                  <a:solidFill>
                    <a:schemeClr val="tx2"/>
                  </a:solidFill>
                </a:rPr>
                <a:t>    </a:t>
              </a:r>
              <a:r>
                <a:rPr lang="en-US" altLang="zh-TW" sz="1200" dirty="0">
                  <a:solidFill>
                    <a:schemeClr val="tx2"/>
                  </a:solidFill>
                </a:rPr>
                <a:t>…</a:t>
              </a:r>
            </a:p>
            <a:p>
              <a:r>
                <a:rPr lang="en-US" altLang="zh-TW" sz="1200" dirty="0">
                  <a:solidFill>
                    <a:schemeClr val="tx2"/>
                  </a:solidFill>
                </a:rPr>
                <a:t>  } </a:t>
              </a:r>
              <a:r>
                <a:rPr lang="en-US" altLang="zh-TW" sz="1200" dirty="0">
                  <a:solidFill>
                    <a:srgbClr val="0070C0"/>
                  </a:solidFill>
                </a:rPr>
                <a:t>else</a:t>
              </a:r>
              <a:r>
                <a:rPr lang="en-US" altLang="zh-TW" sz="1200" dirty="0">
                  <a:solidFill>
                    <a:schemeClr val="tx2"/>
                  </a:solidFill>
                </a:rPr>
                <a:t> {</a:t>
              </a:r>
            </a:p>
            <a:p>
              <a:r>
                <a:rPr lang="en-US" altLang="zh-TW" sz="1200" dirty="0">
                  <a:solidFill>
                    <a:schemeClr val="tx2"/>
                  </a:solidFill>
                </a:rPr>
                <a:t>    </a:t>
              </a:r>
              <a:r>
                <a:rPr lang="en-US" altLang="zh-TW" sz="1200" dirty="0">
                  <a:solidFill>
                    <a:srgbClr val="7030A0"/>
                  </a:solidFill>
                </a:rPr>
                <a:t>// Get PCI Option ROM from FV</a:t>
              </a:r>
            </a:p>
            <a:p>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 = </a:t>
              </a:r>
              <a:r>
                <a:rPr lang="en-US" altLang="zh-TW" sz="1200" dirty="0" err="1">
                  <a:solidFill>
                    <a:srgbClr val="5A9541"/>
                  </a:solidFill>
                </a:rPr>
                <a:t>GetFromFv</a:t>
              </a:r>
              <a:r>
                <a:rPr lang="en-US" altLang="zh-TW" sz="1200" dirty="0">
                  <a:solidFill>
                    <a:schemeClr val="tx2"/>
                  </a:solidFill>
                </a:rPr>
                <a:t> (</a:t>
              </a:r>
              <a:r>
                <a:rPr lang="en-US" altLang="zh-TW" sz="1200" dirty="0" err="1">
                  <a:solidFill>
                    <a:srgbClr val="00B0F0"/>
                  </a:solidFill>
                </a:rPr>
                <a:t>VendorId</a:t>
              </a:r>
              <a:r>
                <a:rPr lang="en-US" altLang="zh-TW" sz="1200" dirty="0">
                  <a:solidFill>
                    <a:schemeClr val="tx2"/>
                  </a:solidFill>
                </a:rPr>
                <a:t>, </a:t>
              </a:r>
              <a:r>
                <a:rPr lang="en-US" altLang="zh-TW" sz="1200" dirty="0" err="1">
                  <a:solidFill>
                    <a:srgbClr val="00B0F0"/>
                  </a:solidFill>
                </a:rPr>
                <a:t>DeviceId</a:t>
              </a:r>
              <a:r>
                <a:rPr lang="en-US" altLang="zh-TW" sz="1200" dirty="0">
                  <a:solidFill>
                    <a:schemeClr val="tx2"/>
                  </a:solidFill>
                </a:rPr>
                <a:t>, </a:t>
              </a:r>
              <a:r>
                <a:rPr lang="en-US" altLang="zh-TW" sz="1200" dirty="0" err="1">
                  <a:solidFill>
                    <a:srgbClr val="00B0F0"/>
                  </a:solidFill>
                </a:rPr>
                <a:t>RomImage</a:t>
              </a:r>
              <a:r>
                <a:rPr lang="en-US" altLang="zh-TW" sz="1200" dirty="0">
                  <a:solidFill>
                    <a:schemeClr val="tx2"/>
                  </a:solidFill>
                </a:rPr>
                <a:t>, </a:t>
              </a:r>
              <a:r>
                <a:rPr lang="en-US" altLang="zh-TW" sz="1200" dirty="0" err="1">
                  <a:solidFill>
                    <a:srgbClr val="00B0F0"/>
                  </a:solidFill>
                </a:rPr>
                <a:t>RomSize</a:t>
              </a:r>
              <a:r>
                <a:rPr lang="en-US" altLang="zh-TW" sz="1200" dirty="0">
                  <a:solidFill>
                    <a:schemeClr val="tx2"/>
                  </a:solidFill>
                </a:rPr>
                <a:t>);</a:t>
              </a:r>
            </a:p>
            <a:p>
              <a:r>
                <a:rPr lang="en-US" altLang="zh-TW" sz="1200" dirty="0">
                  <a:solidFill>
                    <a:schemeClr val="tx2"/>
                  </a:solidFill>
                </a:rPr>
                <a:t>    …</a:t>
              </a:r>
            </a:p>
            <a:p>
              <a:r>
                <a:rPr lang="zh-TW" altLang="en-US" sz="1200" dirty="0">
                  <a:solidFill>
                    <a:schemeClr val="tx2"/>
                  </a:solidFill>
                </a:rPr>
                <a:t>  </a:t>
              </a:r>
              <a:r>
                <a:rPr lang="en-US" altLang="zh-TW" sz="1200" dirty="0">
                  <a:solidFill>
                    <a:schemeClr val="tx2"/>
                  </a:solidFill>
                </a:rPr>
                <a:t>}</a:t>
              </a:r>
            </a:p>
            <a:p>
              <a:r>
                <a:rPr lang="en-US" altLang="zh-TW" sz="1200" dirty="0">
                  <a:solidFill>
                    <a:schemeClr val="tx2"/>
                  </a:solidFill>
                </a:rPr>
                <a:t>  …</a:t>
              </a:r>
            </a:p>
            <a:p>
              <a:r>
                <a:rPr lang="en-US" altLang="zh-TW" sz="1200" dirty="0">
                  <a:solidFill>
                    <a:schemeClr val="tx2"/>
                  </a:solidFill>
                </a:rPr>
                <a:t>  </a:t>
              </a:r>
              <a:r>
                <a:rPr lang="en-US" altLang="zh-TW" sz="1200" dirty="0">
                  <a:solidFill>
                    <a:srgbClr val="0070C0"/>
                  </a:solidFill>
                </a:rPr>
                <a:t>return</a:t>
              </a:r>
              <a:r>
                <a:rPr lang="en-US" altLang="zh-TW" sz="1200" dirty="0">
                  <a:solidFill>
                    <a:schemeClr val="tx2"/>
                  </a:solidFill>
                </a:rPr>
                <a:t> </a:t>
              </a:r>
              <a:r>
                <a:rPr lang="en-US" altLang="zh-TW" sz="1200" dirty="0">
                  <a:solidFill>
                    <a:srgbClr val="00B0F0"/>
                  </a:solidFill>
                </a:rPr>
                <a:t>Status</a:t>
              </a:r>
              <a:r>
                <a:rPr lang="en-US" altLang="zh-TW" sz="1200" dirty="0">
                  <a:solidFill>
                    <a:schemeClr val="tx2"/>
                  </a:solidFill>
                </a:rPr>
                <a:t>;</a:t>
              </a:r>
            </a:p>
            <a:p>
              <a:r>
                <a:rPr lang="en-US" altLang="zh-TW" sz="1200" dirty="0">
                  <a:solidFill>
                    <a:schemeClr val="tx2"/>
                  </a:solidFill>
                </a:rPr>
                <a:t>}</a:t>
              </a:r>
            </a:p>
          </p:txBody>
        </p:sp>
      </p:grpSp>
      <p:graphicFrame>
        <p:nvGraphicFramePr>
          <p:cNvPr id="9" name="物件 8">
            <a:extLst>
              <a:ext uri="{FF2B5EF4-FFF2-40B4-BE49-F238E27FC236}">
                <a16:creationId xmlns:a16="http://schemas.microsoft.com/office/drawing/2014/main" id="{D8895649-C690-44C6-B3E1-65D8C05904CA}"/>
              </a:ext>
            </a:extLst>
          </p:cNvPr>
          <p:cNvGraphicFramePr>
            <a:graphicFrameLocks noChangeAspect="1"/>
          </p:cNvGraphicFramePr>
          <p:nvPr/>
        </p:nvGraphicFramePr>
        <p:xfrm>
          <a:off x="9518468" y="518545"/>
          <a:ext cx="2673532" cy="6339455"/>
        </p:xfrm>
        <a:graphic>
          <a:graphicData uri="http://schemas.openxmlformats.org/presentationml/2006/ole">
            <mc:AlternateContent xmlns:mc="http://schemas.openxmlformats.org/markup-compatibility/2006">
              <mc:Choice xmlns:v="urn:schemas-microsoft-com:vml" Requires="v">
                <p:oleObj r:id="rId2" imgW="2403566" imgH="8115211" progId="Visio.Drawing.15">
                  <p:embed/>
                </p:oleObj>
              </mc:Choice>
              <mc:Fallback>
                <p:oleObj r:id="rId2" imgW="2403566" imgH="8115211" progId="Visio.Drawing.15">
                  <p:embed/>
                  <p:pic>
                    <p:nvPicPr>
                      <p:cNvPr id="9" name="物件 8">
                        <a:extLst>
                          <a:ext uri="{FF2B5EF4-FFF2-40B4-BE49-F238E27FC236}">
                            <a16:creationId xmlns:a16="http://schemas.microsoft.com/office/drawing/2014/main" id="{D8895649-C690-44C6-B3E1-65D8C0590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8468" y="518545"/>
                        <a:ext cx="2673532" cy="6339455"/>
                      </a:xfrm>
                      <a:prstGeom prst="rect">
                        <a:avLst/>
                      </a:prstGeom>
                      <a:noFill/>
                    </p:spPr>
                  </p:pic>
                </p:oleObj>
              </mc:Fallback>
            </mc:AlternateContent>
          </a:graphicData>
        </a:graphic>
      </p:graphicFrame>
    </p:spTree>
    <p:extLst>
      <p:ext uri="{BB962C8B-B14F-4D97-AF65-F5344CB8AC3E}">
        <p14:creationId xmlns:p14="http://schemas.microsoft.com/office/powerpoint/2010/main" val="2125911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17</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Customization Steps</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r>
              <a:rPr lang="en-US" altLang="zh-TW" dirty="0"/>
              <a:t>UEFI Driver Binary </a:t>
            </a:r>
          </a:p>
          <a:p>
            <a:pPr lvl="1"/>
            <a:r>
              <a:rPr lang="en-US" altLang="zh-TW" dirty="0">
                <a:ea typeface="新細明體" pitchFamily="18" charset="-120"/>
                <a:cs typeface="Calibri" pitchFamily="34" charset="0"/>
              </a:rPr>
              <a:t>Step 1: Create new folder for UEFI Driver Binary</a:t>
            </a:r>
          </a:p>
          <a:p>
            <a:pPr lvl="2"/>
            <a:r>
              <a:rPr lang="en-US" altLang="zh-TW" sz="1600" dirty="0">
                <a:ea typeface="新細明體" pitchFamily="18" charset="-120"/>
                <a:cs typeface="Calibri" pitchFamily="34" charset="0"/>
              </a:rPr>
              <a:t>UEFI Driver binary file</a:t>
            </a:r>
          </a:p>
          <a:p>
            <a:pPr lvl="2"/>
            <a:r>
              <a:rPr lang="en-US" altLang="zh-TW" sz="1600" dirty="0">
                <a:ea typeface="新細明體" pitchFamily="18" charset="-120"/>
                <a:cs typeface="Calibri" pitchFamily="34" charset="0"/>
              </a:rPr>
              <a:t>Ex: Board/Intel/$(PROJECT_PKG)/Binary/</a:t>
            </a:r>
            <a:r>
              <a:rPr lang="en-US" altLang="zh-TW" sz="1600" dirty="0" err="1">
                <a:ea typeface="新細明體" pitchFamily="18" charset="-120"/>
                <a:cs typeface="Calibri" pitchFamily="34" charset="0"/>
              </a:rPr>
              <a:t>SampleRom</a:t>
            </a:r>
            <a:r>
              <a:rPr lang="en-US" altLang="zh-TW" sz="1600" dirty="0">
                <a:ea typeface="新細明體" pitchFamily="18" charset="-120"/>
                <a:cs typeface="Calibri" pitchFamily="34" charset="0"/>
              </a:rPr>
              <a:t>/</a:t>
            </a:r>
            <a:r>
              <a:rPr lang="en-US" altLang="zh-TW" sz="1600" dirty="0" err="1">
                <a:ea typeface="新細明體" pitchFamily="18" charset="-120"/>
                <a:cs typeface="Calibri" pitchFamily="34" charset="0"/>
              </a:rPr>
              <a:t>SampleRom.efi</a:t>
            </a:r>
            <a:endParaRPr lang="en-US" altLang="zh-TW" sz="1600" dirty="0">
              <a:ea typeface="新細明體" pitchFamily="18" charset="-120"/>
              <a:cs typeface="Calibri" pitchFamily="34" charset="0"/>
            </a:endParaRPr>
          </a:p>
          <a:p>
            <a:pPr lvl="1"/>
            <a:r>
              <a:rPr lang="en-US" altLang="zh-TW" dirty="0">
                <a:ea typeface="新細明體" pitchFamily="18" charset="-120"/>
                <a:cs typeface="Calibri" pitchFamily="34" charset="0"/>
              </a:rPr>
              <a:t>Step 2: Add it to</a:t>
            </a:r>
            <a:r>
              <a:rPr lang="zh-TW" altLang="en-US" dirty="0">
                <a:ea typeface="新細明體" pitchFamily="18" charset="-120"/>
                <a:cs typeface="Calibri" pitchFamily="34" charset="0"/>
              </a:rPr>
              <a:t> </a:t>
            </a:r>
            <a:r>
              <a:rPr lang="en-US" altLang="zh-TW" dirty="0" err="1">
                <a:ea typeface="新細明體" pitchFamily="18" charset="-120"/>
                <a:cs typeface="Calibri" pitchFamily="34" charset="0"/>
              </a:rPr>
              <a:t>Project.dsc</a:t>
            </a:r>
            <a:r>
              <a:rPr lang="en-US" altLang="zh-TW" dirty="0">
                <a:ea typeface="新細明體" pitchFamily="18" charset="-120"/>
                <a:cs typeface="Calibri" pitchFamily="34" charset="0"/>
              </a:rPr>
              <a:t> and </a:t>
            </a:r>
            <a:r>
              <a:rPr lang="en-US" altLang="zh-TW" dirty="0" err="1">
                <a:ea typeface="新細明體" pitchFamily="18" charset="-120"/>
                <a:cs typeface="Calibri" pitchFamily="34" charset="0"/>
              </a:rPr>
              <a:t>Project.fdf</a:t>
            </a:r>
            <a:endParaRPr lang="en-US" altLang="zh-TW" dirty="0">
              <a:ea typeface="新細明體" pitchFamily="18" charset="-120"/>
              <a:cs typeface="Calibri" pitchFamily="34" charset="0"/>
            </a:endParaRPr>
          </a:p>
          <a:p>
            <a:pPr lvl="2"/>
            <a:r>
              <a:rPr lang="en-US" altLang="zh-TW" sz="1600" dirty="0"/>
              <a:t>Remember to disable the one if it is imported by other package</a:t>
            </a:r>
            <a:endParaRPr lang="zh-TW" altLang="en-US" sz="1600" dirty="0"/>
          </a:p>
          <a:p>
            <a:endParaRPr lang="zh-TW" altLang="en-US" dirty="0"/>
          </a:p>
        </p:txBody>
      </p:sp>
    </p:spTree>
    <p:extLst>
      <p:ext uri="{BB962C8B-B14F-4D97-AF65-F5344CB8AC3E}">
        <p14:creationId xmlns:p14="http://schemas.microsoft.com/office/powerpoint/2010/main" val="2152331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0E94FD-1E27-442D-B178-02E8AE864375}"/>
              </a:ext>
            </a:extLst>
          </p:cNvPr>
          <p:cNvSpPr>
            <a:spLocks noGrp="1"/>
          </p:cNvSpPr>
          <p:nvPr>
            <p:ph type="title"/>
          </p:nvPr>
        </p:nvSpPr>
        <p:spPr/>
        <p:txBody>
          <a:bodyPr/>
          <a:lstStyle/>
          <a:p>
            <a:r>
              <a:rPr lang="en-US" altLang="zh-TW" dirty="0"/>
              <a:t>Customization Steps</a:t>
            </a:r>
            <a:endParaRPr lang="zh-TW" altLang="en-US" dirty="0"/>
          </a:p>
        </p:txBody>
      </p:sp>
      <p:sp>
        <p:nvSpPr>
          <p:cNvPr id="3" name="內容版面配置區 2">
            <a:extLst>
              <a:ext uri="{FF2B5EF4-FFF2-40B4-BE49-F238E27FC236}">
                <a16:creationId xmlns:a16="http://schemas.microsoft.com/office/drawing/2014/main" id="{82894709-F9B0-47E6-849D-17B692CC3D49}"/>
              </a:ext>
            </a:extLst>
          </p:cNvPr>
          <p:cNvSpPr>
            <a:spLocks noGrp="1"/>
          </p:cNvSpPr>
          <p:nvPr>
            <p:ph idx="1"/>
          </p:nvPr>
        </p:nvSpPr>
        <p:spPr/>
        <p:txBody>
          <a:bodyPr>
            <a:normAutofit/>
          </a:bodyPr>
          <a:lstStyle/>
          <a:p>
            <a:r>
              <a:rPr lang="en-US" altLang="zh-TW" dirty="0"/>
              <a:t>Legacy Option ROM </a:t>
            </a:r>
          </a:p>
          <a:p>
            <a:pPr lvl="1"/>
            <a:r>
              <a:rPr lang="en-US" altLang="zh-TW" dirty="0">
                <a:ea typeface="新細明體" pitchFamily="18" charset="-120"/>
                <a:cs typeface="Calibri" pitchFamily="34" charset="0"/>
              </a:rPr>
              <a:t>Step 1: Create new folder for Legacy Option ROM</a:t>
            </a:r>
          </a:p>
          <a:p>
            <a:pPr lvl="2"/>
            <a:r>
              <a:rPr lang="en-US" altLang="zh-TW" dirty="0">
                <a:ea typeface="新細明體" pitchFamily="18" charset="-120"/>
                <a:cs typeface="Calibri" pitchFamily="34" charset="0"/>
              </a:rPr>
              <a:t>UEFI Driver binary file</a:t>
            </a:r>
          </a:p>
          <a:p>
            <a:pPr lvl="2"/>
            <a:r>
              <a:rPr lang="en-US" altLang="zh-TW" dirty="0">
                <a:ea typeface="新細明體" pitchFamily="18" charset="-120"/>
                <a:cs typeface="Calibri" pitchFamily="34" charset="0"/>
              </a:rPr>
              <a:t>Ex: </a:t>
            </a:r>
            <a:r>
              <a:rPr lang="en-US" altLang="zh-TW" sz="2000" dirty="0">
                <a:ea typeface="新細明體" pitchFamily="18" charset="-120"/>
                <a:cs typeface="Calibri" pitchFamily="34" charset="0"/>
              </a:rPr>
              <a:t>Board/Intel/</a:t>
            </a:r>
            <a:r>
              <a:rPr lang="en-US" altLang="zh-TW" dirty="0">
                <a:ea typeface="新細明體" pitchFamily="18" charset="-120"/>
                <a:cs typeface="Calibri" pitchFamily="34" charset="0"/>
              </a:rPr>
              <a:t>$(PROJECT_PKG)/Binary/</a:t>
            </a:r>
            <a:r>
              <a:rPr lang="en-US" altLang="zh-TW" dirty="0" err="1">
                <a:ea typeface="新細明體" pitchFamily="18" charset="-120"/>
                <a:cs typeface="Calibri" pitchFamily="34" charset="0"/>
              </a:rPr>
              <a:t>SampleRom</a:t>
            </a:r>
            <a:r>
              <a:rPr lang="en-US" altLang="zh-TW" dirty="0">
                <a:ea typeface="新細明體" pitchFamily="18" charset="-120"/>
                <a:cs typeface="Calibri" pitchFamily="34" charset="0"/>
              </a:rPr>
              <a:t>/</a:t>
            </a:r>
            <a:r>
              <a:rPr lang="en-US" altLang="zh-TW" dirty="0" err="1">
                <a:ea typeface="新細明體" pitchFamily="18" charset="-120"/>
                <a:cs typeface="Calibri" pitchFamily="34" charset="0"/>
              </a:rPr>
              <a:t>SampleRom.bin</a:t>
            </a:r>
            <a:endParaRPr lang="en-US" altLang="zh-TW" dirty="0">
              <a:ea typeface="新細明體" pitchFamily="18" charset="-120"/>
              <a:cs typeface="Calibri" pitchFamily="34" charset="0"/>
            </a:endParaRPr>
          </a:p>
          <a:p>
            <a:pPr lvl="1"/>
            <a:r>
              <a:rPr lang="en-US" altLang="zh-TW" dirty="0">
                <a:ea typeface="新細明體" pitchFamily="18" charset="-120"/>
                <a:cs typeface="Calibri" pitchFamily="34" charset="0"/>
              </a:rPr>
              <a:t>Step 2: Add it to </a:t>
            </a:r>
            <a:r>
              <a:rPr lang="en-US" altLang="zh-TW" dirty="0" err="1">
                <a:ea typeface="新細明體" pitchFamily="18" charset="-120"/>
                <a:cs typeface="Calibri" pitchFamily="34" charset="0"/>
              </a:rPr>
              <a:t>Project.fdf</a:t>
            </a:r>
            <a:endParaRPr lang="en-US" altLang="zh-TW" dirty="0">
              <a:ea typeface="新細明體" pitchFamily="18" charset="-120"/>
              <a:cs typeface="Calibri" pitchFamily="34" charset="0"/>
            </a:endParaRPr>
          </a:p>
          <a:p>
            <a:pPr lvl="2"/>
            <a:r>
              <a:rPr lang="en-US" altLang="zh-TW" dirty="0"/>
              <a:t>Remember to disable the one if it is imported by other package</a:t>
            </a:r>
            <a:endParaRPr lang="zh-TW" altLang="en-US" dirty="0"/>
          </a:p>
          <a:p>
            <a:pPr lvl="1"/>
            <a:r>
              <a:rPr lang="en-US" altLang="zh-TW" dirty="0">
                <a:ea typeface="新細明體" pitchFamily="18" charset="-120"/>
                <a:cs typeface="Calibri" pitchFamily="34" charset="0"/>
              </a:rPr>
              <a:t>Step 3: Add GUID definition to </a:t>
            </a:r>
            <a:r>
              <a:rPr lang="en-US" altLang="zh-TW" dirty="0" err="1">
                <a:ea typeface="新細明體" pitchFamily="18" charset="-120"/>
                <a:cs typeface="Calibri" pitchFamily="34" charset="0"/>
              </a:rPr>
              <a:t>OemSvcInstallOptionRomTable.c</a:t>
            </a:r>
            <a:endParaRPr lang="en-US" altLang="zh-TW" dirty="0">
              <a:ea typeface="新細明體" pitchFamily="18" charset="-120"/>
              <a:cs typeface="Calibri" pitchFamily="34" charset="0"/>
            </a:endParaRPr>
          </a:p>
          <a:p>
            <a:pPr lvl="1"/>
            <a:r>
              <a:rPr lang="en-US" altLang="zh-TW" dirty="0">
                <a:ea typeface="新細明體" pitchFamily="18" charset="-120"/>
                <a:cs typeface="Calibri" pitchFamily="34" charset="0"/>
              </a:rPr>
              <a:t>Step 4: Add Option ROM data to </a:t>
            </a:r>
            <a:r>
              <a:rPr lang="en-US" altLang="zh-TW" dirty="0" err="1">
                <a:ea typeface="新細明體" pitchFamily="18" charset="-120"/>
                <a:cs typeface="Calibri" pitchFamily="34" charset="0"/>
              </a:rPr>
              <a:t>PciOptionRomTable</a:t>
            </a:r>
            <a:r>
              <a:rPr lang="en-US" altLang="zh-TW" dirty="0">
                <a:ea typeface="新細明體" pitchFamily="18" charset="-120"/>
                <a:cs typeface="Calibri" pitchFamily="34" charset="0"/>
              </a:rPr>
              <a:t> in </a:t>
            </a:r>
            <a:r>
              <a:rPr lang="en-US" altLang="zh-TW" dirty="0" err="1">
                <a:ea typeface="新細明體" pitchFamily="18" charset="-120"/>
                <a:cs typeface="Calibri" pitchFamily="34" charset="0"/>
              </a:rPr>
              <a:t>OemSvcInstallOptionRomTable.c</a:t>
            </a:r>
            <a:endParaRPr lang="zh-TW" altLang="en-US" dirty="0"/>
          </a:p>
        </p:txBody>
      </p:sp>
    </p:spTree>
    <p:extLst>
      <p:ext uri="{BB962C8B-B14F-4D97-AF65-F5344CB8AC3E}">
        <p14:creationId xmlns:p14="http://schemas.microsoft.com/office/powerpoint/2010/main" val="164342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20</a:t>
            </a:fld>
            <a:endParaRPr lang="en-US" dirty="0"/>
          </a:p>
        </p:txBody>
      </p:sp>
    </p:spTree>
    <p:extLst>
      <p:ext uri="{BB962C8B-B14F-4D97-AF65-F5344CB8AC3E}">
        <p14:creationId xmlns:p14="http://schemas.microsoft.com/office/powerpoint/2010/main" val="115877309"/>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7144</TotalTime>
  <Words>1715</Words>
  <Application>Microsoft Office PowerPoint</Application>
  <PresentationFormat>Widescreen</PresentationFormat>
  <Paragraphs>230</Paragraphs>
  <Slides>20</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5" baseType="lpstr">
      <vt:lpstr>Arial</vt:lpstr>
      <vt:lpstr>Calibri</vt:lpstr>
      <vt:lpstr>Segoe UI</vt:lpstr>
      <vt:lpstr>2018 Theme</vt:lpstr>
      <vt:lpstr>Visio.Drawing.15</vt:lpstr>
      <vt:lpstr>Option ROM</vt:lpstr>
      <vt:lpstr>Copyright 2021 Insyde Software Corp., All Rights Reserved.</vt:lpstr>
      <vt:lpstr>Agenda</vt:lpstr>
      <vt:lpstr>Goals &amp; Target Audience</vt:lpstr>
      <vt:lpstr>Goals &amp; Target Audience</vt:lpstr>
      <vt:lpstr>Overview</vt:lpstr>
      <vt:lpstr>Overview</vt:lpstr>
      <vt:lpstr>Overview</vt:lpstr>
      <vt:lpstr>Related Files</vt:lpstr>
      <vt:lpstr>Related Files</vt:lpstr>
      <vt:lpstr>OemSvcInstallOptionRomTable.c</vt:lpstr>
      <vt:lpstr>Auto-generated list of option ROM images</vt:lpstr>
      <vt:lpstr>Auto-generated list of option ROM images</vt:lpstr>
      <vt:lpstr>Auto-generated list of option ROM images</vt:lpstr>
      <vt:lpstr>Auto-generated list of option ROM images</vt:lpstr>
      <vt:lpstr>CommonPciPlatformDxe.c</vt:lpstr>
      <vt:lpstr>Customization Steps</vt:lpstr>
      <vt:lpstr>Customization Steps</vt:lpstr>
      <vt:lpstr>Customization Steps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106</cp:revision>
  <dcterms:created xsi:type="dcterms:W3CDTF">2018-02-02T23:50:52Z</dcterms:created>
  <dcterms:modified xsi:type="dcterms:W3CDTF">2021-03-05T06:18:04Z</dcterms:modified>
</cp:coreProperties>
</file>