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0"/>
  </p:notesMasterIdLst>
  <p:sldIdLst>
    <p:sldId id="351" r:id="rId2"/>
    <p:sldId id="364" r:id="rId3"/>
    <p:sldId id="365" r:id="rId4"/>
    <p:sldId id="366" r:id="rId5"/>
    <p:sldId id="367" r:id="rId6"/>
    <p:sldId id="520" r:id="rId7"/>
    <p:sldId id="526" r:id="rId8"/>
    <p:sldId id="527" r:id="rId9"/>
    <p:sldId id="436" r:id="rId10"/>
    <p:sldId id="528" r:id="rId11"/>
    <p:sldId id="529" r:id="rId12"/>
    <p:sldId id="531" r:id="rId13"/>
    <p:sldId id="532" r:id="rId14"/>
    <p:sldId id="533" r:id="rId15"/>
    <p:sldId id="530" r:id="rId16"/>
    <p:sldId id="468" r:id="rId17"/>
    <p:sldId id="469" r:id="rId18"/>
    <p:sldId id="53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8" d="100"/>
          <a:sy n="68" d="100"/>
        </p:scale>
        <p:origin x="616" y="68"/>
      </p:cViewPr>
      <p:guideLst/>
    </p:cSldViewPr>
  </p:slideViewPr>
  <p:notesTextViewPr>
    <p:cViewPr>
      <p:scale>
        <a:sx n="1" d="1"/>
        <a:sy n="1" d="1"/>
      </p:scale>
      <p:origin x="0" y="0"/>
    </p:cViewPr>
  </p:notesTextViewPr>
  <p:notesViewPr>
    <p:cSldViewPr snapToGrid="0">
      <p:cViewPr varScale="1">
        <p:scale>
          <a:sx n="52" d="100"/>
          <a:sy n="52" d="100"/>
        </p:scale>
        <p:origin x="2680"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3/31/2021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SetSsidSvidDxe.c</a:t>
            </a:r>
            <a:r>
              <a:rPr lang="en-US" dirty="0"/>
              <a:t> - </a:t>
            </a:r>
            <a:r>
              <a:rPr lang="en-US" dirty="0" err="1"/>
              <a:t>DxeDriver</a:t>
            </a:r>
            <a:endParaRPr lang="en-US" dirty="0"/>
          </a:p>
        </p:txBody>
      </p:sp>
      <p:sp>
        <p:nvSpPr>
          <p:cNvPr id="4" name="Slide Number Placeholder 3"/>
          <p:cNvSpPr>
            <a:spLocks noGrp="1"/>
          </p:cNvSpPr>
          <p:nvPr>
            <p:ph type="sldNum" sz="quarter" idx="5"/>
          </p:nvPr>
        </p:nvSpPr>
        <p:spPr/>
        <p:txBody>
          <a:bodyPr/>
          <a:lstStyle/>
          <a:p>
            <a:fld id="{D43976C4-ACCA-4C47-8066-C01E23D4E079}" type="slidenum">
              <a:rPr lang="en-US" smtClean="0"/>
              <a:t>8</a:t>
            </a:fld>
            <a:endParaRPr lang="en-US"/>
          </a:p>
        </p:txBody>
      </p:sp>
    </p:spTree>
    <p:extLst>
      <p:ext uri="{BB962C8B-B14F-4D97-AF65-F5344CB8AC3E}">
        <p14:creationId xmlns:p14="http://schemas.microsoft.com/office/powerpoint/2010/main" val="2040442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3976C4-ACCA-4C47-8066-C01E23D4E079}" type="slidenum">
              <a:rPr lang="en-US" smtClean="0"/>
              <a:t>9</a:t>
            </a:fld>
            <a:endParaRPr lang="en-US"/>
          </a:p>
        </p:txBody>
      </p:sp>
    </p:spTree>
    <p:extLst>
      <p:ext uri="{BB962C8B-B14F-4D97-AF65-F5344CB8AC3E}">
        <p14:creationId xmlns:p14="http://schemas.microsoft.com/office/powerpoint/2010/main" val="3090092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3976C4-ACCA-4C47-8066-C01E23D4E079}" type="slidenum">
              <a:rPr lang="en-US" smtClean="0"/>
              <a:t>10</a:t>
            </a:fld>
            <a:endParaRPr lang="en-US"/>
          </a:p>
        </p:txBody>
      </p:sp>
    </p:spTree>
    <p:extLst>
      <p:ext uri="{BB962C8B-B14F-4D97-AF65-F5344CB8AC3E}">
        <p14:creationId xmlns:p14="http://schemas.microsoft.com/office/powerpoint/2010/main" val="947366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3976C4-ACCA-4C47-8066-C01E23D4E079}" type="slidenum">
              <a:rPr lang="en-US" smtClean="0"/>
              <a:t>11</a:t>
            </a:fld>
            <a:endParaRPr lang="en-US"/>
          </a:p>
        </p:txBody>
      </p:sp>
    </p:spTree>
    <p:extLst>
      <p:ext uri="{BB962C8B-B14F-4D97-AF65-F5344CB8AC3E}">
        <p14:creationId xmlns:p14="http://schemas.microsoft.com/office/powerpoint/2010/main" val="1920879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3976C4-ACCA-4C47-8066-C01E23D4E079}" type="slidenum">
              <a:rPr lang="en-US" smtClean="0"/>
              <a:t>12</a:t>
            </a:fld>
            <a:endParaRPr lang="en-US"/>
          </a:p>
        </p:txBody>
      </p:sp>
    </p:spTree>
    <p:extLst>
      <p:ext uri="{BB962C8B-B14F-4D97-AF65-F5344CB8AC3E}">
        <p14:creationId xmlns:p14="http://schemas.microsoft.com/office/powerpoint/2010/main" val="1335242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3976C4-ACCA-4C47-8066-C01E23D4E079}" type="slidenum">
              <a:rPr lang="en-US" smtClean="0"/>
              <a:t>15</a:t>
            </a:fld>
            <a:endParaRPr lang="en-US"/>
          </a:p>
        </p:txBody>
      </p:sp>
    </p:spTree>
    <p:extLst>
      <p:ext uri="{BB962C8B-B14F-4D97-AF65-F5344CB8AC3E}">
        <p14:creationId xmlns:p14="http://schemas.microsoft.com/office/powerpoint/2010/main" val="31632885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3/31/2021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SSID SVID Programming</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975365383"/>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r>
              <a:rPr lang="en-US" altLang="zh-TW" spc="-1" dirty="0">
                <a:solidFill>
                  <a:srgbClr val="FFFFFF"/>
                </a:solidFill>
                <a:latin typeface="Segoe UI"/>
              </a:rPr>
              <a:t>Overview</a:t>
            </a:r>
          </a:p>
          <a:p>
            <a:r>
              <a:rPr lang="en-US" altLang="zh-TW" spc="-1" dirty="0">
                <a:solidFill>
                  <a:srgbClr val="FFFFFF"/>
                </a:solidFill>
                <a:latin typeface="Segoe UI"/>
              </a:rPr>
              <a:t>Work Flow</a:t>
            </a:r>
          </a:p>
          <a:p>
            <a:r>
              <a:rPr lang="en-US" altLang="zh-TW" spc="-1" dirty="0">
                <a:solidFill>
                  <a:srgbClr val="FFFFFF"/>
                </a:solidFill>
                <a:latin typeface="Segoe UI"/>
              </a:rPr>
              <a:t>Related Files</a:t>
            </a:r>
          </a:p>
          <a:p>
            <a:r>
              <a:rPr lang="en-US" altLang="zh-TW" spc="-1" dirty="0">
                <a:solidFill>
                  <a:srgbClr val="FFFFFF"/>
                </a:solidFill>
                <a:latin typeface="Segoe UI"/>
              </a:rPr>
              <a:t>Customization Steps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3294464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1286902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Overview</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a:buClr>
                <a:srgbClr val="125C0C"/>
              </a:buClr>
            </a:pPr>
            <a:r>
              <a:rPr lang="en-US" altLang="zh-TW" sz="2000" dirty="0">
                <a:solidFill>
                  <a:srgbClr val="0E03E3"/>
                </a:solidFill>
                <a:latin typeface="Times New Roman" pitchFamily="16" charset="0"/>
                <a:cs typeface="Tahoma" charset="0"/>
              </a:rPr>
              <a:t>Intel/</a:t>
            </a:r>
            <a:r>
              <a:rPr lang="en-US" altLang="zh-TW" sz="2000" dirty="0" err="1">
                <a:solidFill>
                  <a:srgbClr val="0E03E3"/>
                </a:solidFill>
                <a:latin typeface="Times New Roman" pitchFamily="16" charset="0"/>
                <a:cs typeface="Tahoma" charset="0"/>
              </a:rPr>
              <a:t>EagleStream</a:t>
            </a:r>
            <a:r>
              <a:rPr lang="en-US" altLang="zh-TW" sz="2000" dirty="0">
                <a:solidFill>
                  <a:srgbClr val="0E03E3"/>
                </a:solidFill>
                <a:latin typeface="Times New Roman" pitchFamily="16" charset="0"/>
                <a:cs typeface="Tahoma" charset="0"/>
              </a:rPr>
              <a:t>/$(CHIPSET_PKG)/</a:t>
            </a:r>
            <a:r>
              <a:rPr lang="en-US" altLang="zh-TW" sz="2000" dirty="0" err="1">
                <a:solidFill>
                  <a:srgbClr val="0E03E3"/>
                </a:solidFill>
                <a:latin typeface="Times New Roman" pitchFamily="16" charset="0"/>
                <a:cs typeface="Tahoma" charset="0"/>
              </a:rPr>
              <a:t>CommonChipset</a:t>
            </a:r>
            <a:r>
              <a:rPr lang="en-US" altLang="zh-TW" sz="2000" dirty="0">
                <a:solidFill>
                  <a:srgbClr val="0E03E3"/>
                </a:solidFill>
                <a:latin typeface="Times New Roman" pitchFamily="16" charset="0"/>
                <a:cs typeface="Tahoma" charset="0"/>
              </a:rPr>
              <a:t>/</a:t>
            </a:r>
            <a:r>
              <a:rPr lang="en-US" altLang="zh-TW" sz="2000" dirty="0" err="1">
                <a:solidFill>
                  <a:srgbClr val="0E03E3"/>
                </a:solidFill>
                <a:latin typeface="Times New Roman" pitchFamily="16" charset="0"/>
                <a:cs typeface="Tahoma" charset="0"/>
              </a:rPr>
              <a:t>SetSsidSvidDxe</a:t>
            </a:r>
            <a:r>
              <a:rPr lang="en-US" altLang="zh-TW" sz="2000" dirty="0">
                <a:solidFill>
                  <a:srgbClr val="0E03E3"/>
                </a:solidFill>
                <a:latin typeface="Times New Roman" pitchFamily="16" charset="0"/>
                <a:cs typeface="Tahoma" charset="0"/>
              </a:rPr>
              <a:t>/SetSsidSvidDxe.inf</a:t>
            </a:r>
            <a:endParaRPr lang="en-US" altLang="zh-TW" sz="2000" b="1" dirty="0">
              <a:solidFill>
                <a:srgbClr val="0E03E3"/>
              </a:solidFill>
            </a:endParaRPr>
          </a:p>
          <a:p>
            <a:pPr lvl="1">
              <a:buClr>
                <a:srgbClr val="125C0C"/>
              </a:buClr>
            </a:pPr>
            <a:r>
              <a:rPr lang="en-US" altLang="zh-TW" sz="1800" dirty="0">
                <a:solidFill>
                  <a:srgbClr val="FF0000"/>
                </a:solidFill>
                <a:latin typeface="Times New Roman" pitchFamily="16" charset="0"/>
                <a:ea typeface="新細明體" charset="-120"/>
              </a:rPr>
              <a:t>TIME</a:t>
            </a:r>
            <a:r>
              <a:rPr lang="en-US" altLang="zh-TW" sz="1800" dirty="0">
                <a:solidFill>
                  <a:srgbClr val="000000"/>
                </a:solidFill>
                <a:latin typeface="Times New Roman" pitchFamily="16" charset="0"/>
                <a:ea typeface="新細明體" charset="-120"/>
              </a:rPr>
              <a:t>: Program SSID/SVID at the PCI enumeration complete Event occurs</a:t>
            </a:r>
          </a:p>
          <a:p>
            <a:pPr lvl="1">
              <a:buClr>
                <a:srgbClr val="125C0C"/>
              </a:buClr>
            </a:pPr>
            <a:endParaRPr lang="en-US" altLang="zh-TW" sz="1800" dirty="0">
              <a:solidFill>
                <a:srgbClr val="000000"/>
              </a:solidFill>
              <a:latin typeface="Times New Roman" pitchFamily="16" charset="0"/>
              <a:ea typeface="新細明體" charset="-120"/>
            </a:endParaRPr>
          </a:p>
          <a:p>
            <a:pPr lvl="1">
              <a:buClr>
                <a:srgbClr val="125C0C"/>
              </a:buClr>
            </a:pPr>
            <a:r>
              <a:rPr lang="en-US" altLang="zh-TW" sz="1800" dirty="0">
                <a:solidFill>
                  <a:srgbClr val="FF0000"/>
                </a:solidFill>
                <a:latin typeface="Times New Roman" pitchFamily="16" charset="0"/>
                <a:ea typeface="新細明體" charset="-120"/>
              </a:rPr>
              <a:t>DATA</a:t>
            </a:r>
            <a:r>
              <a:rPr lang="en-US" altLang="zh-TW" sz="1800" dirty="0">
                <a:solidFill>
                  <a:srgbClr val="000000"/>
                </a:solidFill>
                <a:latin typeface="Times New Roman" pitchFamily="16" charset="0"/>
                <a:ea typeface="新細明體" charset="-120"/>
              </a:rPr>
              <a:t>: Get SSID/SVID data from either PCD or default values</a:t>
            </a:r>
          </a:p>
          <a:p>
            <a:pPr lvl="1">
              <a:buClr>
                <a:srgbClr val="125C0C"/>
              </a:buClr>
            </a:pPr>
            <a:endParaRPr lang="en-US" altLang="zh-TW" sz="1800" dirty="0">
              <a:solidFill>
                <a:srgbClr val="000000"/>
              </a:solidFill>
              <a:latin typeface="Times New Roman" pitchFamily="16" charset="0"/>
              <a:ea typeface="新細明體" charset="-120"/>
            </a:endParaRPr>
          </a:p>
          <a:p>
            <a:pPr lvl="1">
              <a:buClr>
                <a:srgbClr val="125C0C"/>
              </a:buClr>
            </a:pPr>
            <a:r>
              <a:rPr lang="en-US" altLang="zh-TW" sz="1800" dirty="0">
                <a:solidFill>
                  <a:srgbClr val="FF0000"/>
                </a:solidFill>
                <a:latin typeface="Times New Roman" pitchFamily="16" charset="0"/>
                <a:ea typeface="新細明體" charset="-120"/>
              </a:rPr>
              <a:t>HOW</a:t>
            </a:r>
            <a:r>
              <a:rPr lang="en-US" altLang="zh-TW" sz="1800" dirty="0">
                <a:solidFill>
                  <a:srgbClr val="000000"/>
                </a:solidFill>
                <a:latin typeface="Times New Roman" pitchFamily="16" charset="0"/>
                <a:ea typeface="新細明體" charset="-120"/>
              </a:rPr>
              <a:t>: Program a SSID/SVID value to a device</a:t>
            </a:r>
          </a:p>
          <a:p>
            <a:pPr lvl="1">
              <a:buClr>
                <a:srgbClr val="125C0C"/>
              </a:buClr>
            </a:pPr>
            <a:endParaRPr lang="en-US" altLang="zh-TW" sz="1800" dirty="0">
              <a:solidFill>
                <a:srgbClr val="000000"/>
              </a:solidFill>
              <a:latin typeface="Times New Roman" pitchFamily="16" charset="0"/>
              <a:ea typeface="新細明體" charset="-120"/>
            </a:endParaRPr>
          </a:p>
          <a:p>
            <a:pPr lvl="1">
              <a:buClr>
                <a:srgbClr val="125C0C"/>
              </a:buClr>
            </a:pPr>
            <a:r>
              <a:rPr lang="en-US" altLang="zh-TW" sz="1800" dirty="0">
                <a:solidFill>
                  <a:srgbClr val="FF0000"/>
                </a:solidFill>
                <a:latin typeface="Times New Roman" pitchFamily="16" charset="0"/>
                <a:ea typeface="新細明體" charset="-120"/>
              </a:rPr>
              <a:t>WHOM</a:t>
            </a:r>
            <a:r>
              <a:rPr lang="en-US" altLang="zh-TW" sz="1800" dirty="0">
                <a:solidFill>
                  <a:srgbClr val="000000"/>
                </a:solidFill>
                <a:latin typeface="Times New Roman" pitchFamily="16" charset="0"/>
                <a:ea typeface="新細明體" charset="-120"/>
              </a:rPr>
              <a:t>: Program a SSID/SVID to specific devices</a:t>
            </a:r>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FDF3EA1-8646-4C3B-829F-78D97579017C}"/>
              </a:ext>
            </a:extLst>
          </p:cNvPr>
          <p:cNvSpPr>
            <a:spLocks noGrp="1"/>
          </p:cNvSpPr>
          <p:nvPr>
            <p:ph type="sldNum" sz="quarter" idx="12"/>
          </p:nvPr>
        </p:nvSpPr>
        <p:spPr/>
        <p:txBody>
          <a:bodyPr/>
          <a:lstStyle/>
          <a:p>
            <a:fld id="{711F1488-76AD-4E7F-AEC8-BF811B7D74A5}" type="slidenum">
              <a:rPr lang="en-US" smtClean="0"/>
              <a:pPr/>
              <a:t>6</a:t>
            </a:fld>
            <a:endParaRPr lang="en-US"/>
          </a:p>
        </p:txBody>
      </p:sp>
      <p:sp>
        <p:nvSpPr>
          <p:cNvPr id="3" name="標題 2">
            <a:extLst>
              <a:ext uri="{FF2B5EF4-FFF2-40B4-BE49-F238E27FC236}">
                <a16:creationId xmlns:a16="http://schemas.microsoft.com/office/drawing/2014/main" id="{4F060D4A-40D5-4DA2-87B3-2A61E1A7EE49}"/>
              </a:ext>
            </a:extLst>
          </p:cNvPr>
          <p:cNvSpPr>
            <a:spLocks noGrp="1"/>
          </p:cNvSpPr>
          <p:nvPr>
            <p:ph type="title"/>
          </p:nvPr>
        </p:nvSpPr>
        <p:spPr/>
        <p:txBody>
          <a:bodyPr/>
          <a:lstStyle/>
          <a:p>
            <a:r>
              <a:rPr lang="en-US" altLang="zh-TW" dirty="0"/>
              <a:t>Work Flow</a:t>
            </a:r>
            <a:endParaRPr lang="zh-TW" altLang="en-US" dirty="0"/>
          </a:p>
        </p:txBody>
      </p:sp>
    </p:spTree>
    <p:extLst>
      <p:ext uri="{BB962C8B-B14F-4D97-AF65-F5344CB8AC3E}">
        <p14:creationId xmlns:p14="http://schemas.microsoft.com/office/powerpoint/2010/main" val="2822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39B7F4-B534-494A-87B3-F3E4DA06FF46}"/>
              </a:ext>
            </a:extLst>
          </p:cNvPr>
          <p:cNvSpPr>
            <a:spLocks noGrp="1"/>
          </p:cNvSpPr>
          <p:nvPr>
            <p:ph type="title"/>
          </p:nvPr>
        </p:nvSpPr>
        <p:spPr/>
        <p:txBody>
          <a:bodyPr/>
          <a:lstStyle/>
          <a:p>
            <a:r>
              <a:rPr lang="en-US" altLang="zh-TW" dirty="0"/>
              <a:t>Work Flow</a:t>
            </a:r>
            <a:endParaRPr lang="zh-TW" altLang="en-US" dirty="0"/>
          </a:p>
        </p:txBody>
      </p:sp>
      <p:grpSp>
        <p:nvGrpSpPr>
          <p:cNvPr id="4" name="群組 3">
            <a:extLst>
              <a:ext uri="{FF2B5EF4-FFF2-40B4-BE49-F238E27FC236}">
                <a16:creationId xmlns:a16="http://schemas.microsoft.com/office/drawing/2014/main" id="{4A6E63BE-19F0-474D-B9D6-A72A2FA2CEAC}"/>
              </a:ext>
            </a:extLst>
          </p:cNvPr>
          <p:cNvGrpSpPr/>
          <p:nvPr/>
        </p:nvGrpSpPr>
        <p:grpSpPr>
          <a:xfrm>
            <a:off x="1943017" y="1316230"/>
            <a:ext cx="8428037" cy="5040313"/>
            <a:chOff x="1943017" y="1316230"/>
            <a:chExt cx="8428037" cy="5040313"/>
          </a:xfrm>
        </p:grpSpPr>
        <p:sp>
          <p:nvSpPr>
            <p:cNvPr id="5" name="AutoShape 2">
              <a:extLst>
                <a:ext uri="{FF2B5EF4-FFF2-40B4-BE49-F238E27FC236}">
                  <a16:creationId xmlns:a16="http://schemas.microsoft.com/office/drawing/2014/main" id="{A1F6ABE9-4B4D-4482-BD8C-E94817255B4A}"/>
                </a:ext>
              </a:extLst>
            </p:cNvPr>
            <p:cNvSpPr>
              <a:spLocks noChangeArrowheads="1"/>
            </p:cNvSpPr>
            <p:nvPr/>
          </p:nvSpPr>
          <p:spPr bwMode="auto">
            <a:xfrm>
              <a:off x="2884404" y="1316230"/>
              <a:ext cx="1439863" cy="360363"/>
            </a:xfrm>
            <a:prstGeom prst="flowChartTerminator">
              <a:avLst/>
            </a:prstGeom>
            <a:solidFill>
              <a:srgbClr val="729FCF"/>
            </a:solidFill>
            <a:ln w="9360">
              <a:solidFill>
                <a:srgbClr val="3465AF"/>
              </a:solidFill>
              <a:round/>
              <a:headEnd/>
              <a:tailEnd/>
            </a:ln>
          </p:spPr>
          <p:txBody>
            <a:bodyPr wrap="none" lIns="90000" tIns="45000" rIns="90000" bIns="45000" anchor="ctr"/>
            <a:lstStyle/>
            <a:p>
              <a:pPr algn="ct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a:solidFill>
                    <a:srgbClr val="000000"/>
                  </a:solidFill>
                </a:rPr>
                <a:t>Start</a:t>
              </a:r>
            </a:p>
          </p:txBody>
        </p:sp>
        <p:sp>
          <p:nvSpPr>
            <p:cNvPr id="6" name="Rectangle 3">
              <a:extLst>
                <a:ext uri="{FF2B5EF4-FFF2-40B4-BE49-F238E27FC236}">
                  <a16:creationId xmlns:a16="http://schemas.microsoft.com/office/drawing/2014/main" id="{2FFE343E-C9E4-4693-845B-3CB63A42B755}"/>
                </a:ext>
              </a:extLst>
            </p:cNvPr>
            <p:cNvSpPr>
              <a:spLocks noChangeArrowheads="1"/>
            </p:cNvSpPr>
            <p:nvPr/>
          </p:nvSpPr>
          <p:spPr bwMode="auto">
            <a:xfrm>
              <a:off x="2560554" y="2035368"/>
              <a:ext cx="2087563" cy="863600"/>
            </a:xfrm>
            <a:prstGeom prst="rect">
              <a:avLst/>
            </a:prstGeom>
            <a:solidFill>
              <a:srgbClr val="729FCF"/>
            </a:solidFill>
            <a:ln w="9360">
              <a:solidFill>
                <a:srgbClr val="3465AF"/>
              </a:solidFill>
              <a:round/>
              <a:headEnd/>
              <a:tailEnd/>
            </a:ln>
          </p:spPr>
          <p:txBody>
            <a:bodyPr wrap="none" lIns="90000" tIns="45000" rIns="90000" bIns="45000" anchor="ctr"/>
            <a:lstStyle/>
            <a:p>
              <a:pPr algn="ct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600" dirty="0">
                  <a:solidFill>
                    <a:srgbClr val="000000"/>
                  </a:solidFill>
                </a:rPr>
                <a:t>Program on</a:t>
              </a:r>
              <a:br>
                <a:rPr lang="en-US" altLang="zh-TW" sz="1600" dirty="0">
                  <a:solidFill>
                    <a:srgbClr val="000000"/>
                  </a:solidFill>
                </a:rPr>
              </a:br>
              <a:r>
                <a:rPr lang="en-US" altLang="zh-TW" sz="1600" dirty="0">
                  <a:solidFill>
                    <a:srgbClr val="000000"/>
                  </a:solidFill>
                </a:rPr>
                <a:t>a specific devices </a:t>
              </a:r>
              <a:br>
                <a:rPr lang="en-US" altLang="zh-TW" sz="1600" dirty="0">
                  <a:solidFill>
                    <a:srgbClr val="000000"/>
                  </a:solidFill>
                </a:rPr>
              </a:br>
              <a:endParaRPr lang="en-US" altLang="zh-TW" sz="1600" dirty="0">
                <a:solidFill>
                  <a:srgbClr val="000000"/>
                </a:solidFill>
              </a:endParaRPr>
            </a:p>
          </p:txBody>
        </p:sp>
        <p:sp>
          <p:nvSpPr>
            <p:cNvPr id="7" name="Rectangle 4">
              <a:extLst>
                <a:ext uri="{FF2B5EF4-FFF2-40B4-BE49-F238E27FC236}">
                  <a16:creationId xmlns:a16="http://schemas.microsoft.com/office/drawing/2014/main" id="{4D5D5F7E-E7A0-49CD-8C90-F502E2DD8783}"/>
                </a:ext>
              </a:extLst>
            </p:cNvPr>
            <p:cNvSpPr>
              <a:spLocks noChangeArrowheads="1"/>
            </p:cNvSpPr>
            <p:nvPr/>
          </p:nvSpPr>
          <p:spPr bwMode="auto">
            <a:xfrm>
              <a:off x="2560554" y="3332355"/>
              <a:ext cx="2087563" cy="863600"/>
            </a:xfrm>
            <a:prstGeom prst="rect">
              <a:avLst/>
            </a:prstGeom>
            <a:solidFill>
              <a:srgbClr val="729FCF"/>
            </a:solidFill>
            <a:ln w="9360">
              <a:solidFill>
                <a:srgbClr val="3465AF"/>
              </a:solidFill>
              <a:round/>
              <a:headEnd/>
              <a:tailEnd/>
            </a:ln>
          </p:spPr>
          <p:txBody>
            <a:bodyPr wrap="none" lIns="90000" tIns="45000" rIns="90000" bIns="45000" anchor="ctr"/>
            <a:lstStyle/>
            <a:p>
              <a:pPr algn="ct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600">
                  <a:solidFill>
                    <a:srgbClr val="000000"/>
                  </a:solidFill>
                </a:rPr>
                <a:t>Program on </a:t>
              </a:r>
              <a:br>
                <a:rPr lang="en-US" altLang="zh-TW" sz="1600">
                  <a:solidFill>
                    <a:srgbClr val="000000"/>
                  </a:solidFill>
                </a:rPr>
              </a:br>
              <a:r>
                <a:rPr lang="en-US" altLang="zh-TW" sz="1600">
                  <a:solidFill>
                    <a:srgbClr val="000000"/>
                  </a:solidFill>
                </a:rPr>
                <a:t>a specific devices</a:t>
              </a:r>
            </a:p>
          </p:txBody>
        </p:sp>
        <p:sp>
          <p:nvSpPr>
            <p:cNvPr id="8" name="Rectangle 5">
              <a:extLst>
                <a:ext uri="{FF2B5EF4-FFF2-40B4-BE49-F238E27FC236}">
                  <a16:creationId xmlns:a16="http://schemas.microsoft.com/office/drawing/2014/main" id="{7251F6A2-E64D-43B3-BC7E-BF92FB00782A}"/>
                </a:ext>
              </a:extLst>
            </p:cNvPr>
            <p:cNvSpPr>
              <a:spLocks noChangeArrowheads="1"/>
            </p:cNvSpPr>
            <p:nvPr/>
          </p:nvSpPr>
          <p:spPr bwMode="auto">
            <a:xfrm>
              <a:off x="2560554" y="4664268"/>
              <a:ext cx="2087563" cy="863600"/>
            </a:xfrm>
            <a:prstGeom prst="rect">
              <a:avLst/>
            </a:prstGeom>
            <a:solidFill>
              <a:srgbClr val="729FCF"/>
            </a:solidFill>
            <a:ln w="9360">
              <a:solidFill>
                <a:srgbClr val="3465AF"/>
              </a:solidFill>
              <a:round/>
              <a:headEnd/>
              <a:tailEnd/>
            </a:ln>
          </p:spPr>
          <p:txBody>
            <a:bodyPr wrap="none" lIns="90000" tIns="45000" rIns="90000" bIns="45000" anchor="ctr"/>
            <a:lstStyle/>
            <a:p>
              <a:pPr algn="ct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600" dirty="0">
                  <a:solidFill>
                    <a:srgbClr val="000000"/>
                  </a:solidFill>
                </a:rPr>
                <a:t>Program on</a:t>
              </a:r>
              <a:br>
                <a:rPr lang="en-US" altLang="zh-TW" sz="1600" dirty="0">
                  <a:solidFill>
                    <a:srgbClr val="000000"/>
                  </a:solidFill>
                </a:rPr>
              </a:br>
              <a:r>
                <a:rPr lang="en-US" altLang="zh-TW" sz="1600" dirty="0">
                  <a:solidFill>
                    <a:srgbClr val="000000"/>
                  </a:solidFill>
                </a:rPr>
                <a:t>other devices</a:t>
              </a:r>
            </a:p>
          </p:txBody>
        </p:sp>
        <p:sp>
          <p:nvSpPr>
            <p:cNvPr id="9" name="AutoShape 6">
              <a:extLst>
                <a:ext uri="{FF2B5EF4-FFF2-40B4-BE49-F238E27FC236}">
                  <a16:creationId xmlns:a16="http://schemas.microsoft.com/office/drawing/2014/main" id="{F6DD49FB-85A3-4AF4-9731-41C20AC6196A}"/>
                </a:ext>
              </a:extLst>
            </p:cNvPr>
            <p:cNvSpPr>
              <a:spLocks noChangeArrowheads="1"/>
            </p:cNvSpPr>
            <p:nvPr/>
          </p:nvSpPr>
          <p:spPr bwMode="auto">
            <a:xfrm>
              <a:off x="2884404" y="5996180"/>
              <a:ext cx="1439863" cy="360363"/>
            </a:xfrm>
            <a:prstGeom prst="flowChartTerminator">
              <a:avLst/>
            </a:prstGeom>
            <a:solidFill>
              <a:srgbClr val="729FCF"/>
            </a:solidFill>
            <a:ln w="9360">
              <a:solidFill>
                <a:srgbClr val="3465AF"/>
              </a:solidFill>
              <a:round/>
              <a:headEnd/>
              <a:tailEnd/>
            </a:ln>
          </p:spPr>
          <p:txBody>
            <a:bodyPr wrap="none" lIns="90000" tIns="45000" rIns="90000" bIns="45000" anchor="ctr"/>
            <a:lstStyle/>
            <a:p>
              <a:pPr algn="ct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a:solidFill>
                    <a:srgbClr val="000000"/>
                  </a:solidFill>
                </a:rPr>
                <a:t>End</a:t>
              </a:r>
            </a:p>
          </p:txBody>
        </p:sp>
        <p:cxnSp>
          <p:nvCxnSpPr>
            <p:cNvPr id="10" name="AutoShape 7">
              <a:extLst>
                <a:ext uri="{FF2B5EF4-FFF2-40B4-BE49-F238E27FC236}">
                  <a16:creationId xmlns:a16="http://schemas.microsoft.com/office/drawing/2014/main" id="{E402A3B1-93A9-4517-92B5-30579806BE93}"/>
                </a:ext>
              </a:extLst>
            </p:cNvPr>
            <p:cNvCxnSpPr>
              <a:cxnSpLocks noChangeShapeType="1"/>
              <a:stCxn id="5" idx="2"/>
              <a:endCxn id="6" idx="0"/>
            </p:cNvCxnSpPr>
            <p:nvPr/>
          </p:nvCxnSpPr>
          <p:spPr bwMode="auto">
            <a:xfrm>
              <a:off x="3605129" y="1676593"/>
              <a:ext cx="1588" cy="358775"/>
            </a:xfrm>
            <a:prstGeom prst="straightConnector1">
              <a:avLst/>
            </a:prstGeom>
            <a:noFill/>
            <a:ln w="9360">
              <a:solidFill>
                <a:srgbClr val="000000"/>
              </a:solidFill>
              <a:round/>
              <a:headEnd/>
              <a:tailEnd type="triangle" w="med" len="med"/>
            </a:ln>
          </p:spPr>
        </p:cxnSp>
        <p:cxnSp>
          <p:nvCxnSpPr>
            <p:cNvPr id="11" name="AutoShape 8">
              <a:extLst>
                <a:ext uri="{FF2B5EF4-FFF2-40B4-BE49-F238E27FC236}">
                  <a16:creationId xmlns:a16="http://schemas.microsoft.com/office/drawing/2014/main" id="{69CC2DF0-950D-4BC5-B642-C5771FB22E62}"/>
                </a:ext>
              </a:extLst>
            </p:cNvPr>
            <p:cNvCxnSpPr>
              <a:cxnSpLocks noChangeShapeType="1"/>
              <a:stCxn id="6" idx="2"/>
              <a:endCxn id="7" idx="0"/>
            </p:cNvCxnSpPr>
            <p:nvPr/>
          </p:nvCxnSpPr>
          <p:spPr bwMode="auto">
            <a:xfrm>
              <a:off x="3603542" y="2898968"/>
              <a:ext cx="1587" cy="433387"/>
            </a:xfrm>
            <a:prstGeom prst="straightConnector1">
              <a:avLst/>
            </a:prstGeom>
            <a:noFill/>
            <a:ln w="9360">
              <a:solidFill>
                <a:srgbClr val="000000"/>
              </a:solidFill>
              <a:round/>
              <a:headEnd/>
              <a:tailEnd type="triangle" w="med" len="med"/>
            </a:ln>
          </p:spPr>
        </p:cxnSp>
        <p:cxnSp>
          <p:nvCxnSpPr>
            <p:cNvPr id="12" name="AutoShape 9">
              <a:extLst>
                <a:ext uri="{FF2B5EF4-FFF2-40B4-BE49-F238E27FC236}">
                  <a16:creationId xmlns:a16="http://schemas.microsoft.com/office/drawing/2014/main" id="{FF0D18AB-9794-4568-9A06-FF963ADE17FB}"/>
                </a:ext>
              </a:extLst>
            </p:cNvPr>
            <p:cNvCxnSpPr>
              <a:cxnSpLocks noChangeShapeType="1"/>
              <a:stCxn id="7" idx="2"/>
              <a:endCxn id="8" idx="0"/>
            </p:cNvCxnSpPr>
            <p:nvPr/>
          </p:nvCxnSpPr>
          <p:spPr bwMode="auto">
            <a:xfrm>
              <a:off x="3603542" y="4195955"/>
              <a:ext cx="1587" cy="468313"/>
            </a:xfrm>
            <a:prstGeom prst="straightConnector1">
              <a:avLst/>
            </a:prstGeom>
            <a:noFill/>
            <a:ln w="9360">
              <a:solidFill>
                <a:srgbClr val="000000"/>
              </a:solidFill>
              <a:round/>
              <a:headEnd/>
              <a:tailEnd type="triangle" w="med" len="med"/>
            </a:ln>
          </p:spPr>
        </p:cxnSp>
        <p:cxnSp>
          <p:nvCxnSpPr>
            <p:cNvPr id="13" name="AutoShape 10">
              <a:extLst>
                <a:ext uri="{FF2B5EF4-FFF2-40B4-BE49-F238E27FC236}">
                  <a16:creationId xmlns:a16="http://schemas.microsoft.com/office/drawing/2014/main" id="{DD7DBAB2-1BFD-4A50-BC48-5ACD708BD4FE}"/>
                </a:ext>
              </a:extLst>
            </p:cNvPr>
            <p:cNvCxnSpPr>
              <a:cxnSpLocks noChangeShapeType="1"/>
              <a:stCxn id="8" idx="2"/>
              <a:endCxn id="9" idx="0"/>
            </p:cNvCxnSpPr>
            <p:nvPr/>
          </p:nvCxnSpPr>
          <p:spPr bwMode="auto">
            <a:xfrm>
              <a:off x="3603542" y="5527868"/>
              <a:ext cx="1587" cy="468312"/>
            </a:xfrm>
            <a:prstGeom prst="straightConnector1">
              <a:avLst/>
            </a:prstGeom>
            <a:noFill/>
            <a:ln w="9360">
              <a:solidFill>
                <a:srgbClr val="000000"/>
              </a:solidFill>
              <a:round/>
              <a:headEnd/>
              <a:tailEnd type="triangle" w="med" len="med"/>
            </a:ln>
          </p:spPr>
        </p:cxnSp>
        <p:sp>
          <p:nvSpPr>
            <p:cNvPr id="14" name="Line 11">
              <a:extLst>
                <a:ext uri="{FF2B5EF4-FFF2-40B4-BE49-F238E27FC236}">
                  <a16:creationId xmlns:a16="http://schemas.microsoft.com/office/drawing/2014/main" id="{DCB87B72-B6BC-4688-A775-9A541B965099}"/>
                </a:ext>
              </a:extLst>
            </p:cNvPr>
            <p:cNvSpPr>
              <a:spLocks noChangeShapeType="1"/>
            </p:cNvSpPr>
            <p:nvPr/>
          </p:nvSpPr>
          <p:spPr bwMode="auto">
            <a:xfrm>
              <a:off x="5043404" y="3328831"/>
              <a:ext cx="5256213" cy="1587"/>
            </a:xfrm>
            <a:prstGeom prst="line">
              <a:avLst/>
            </a:prstGeom>
            <a:noFill/>
            <a:ln w="9360">
              <a:solidFill>
                <a:srgbClr val="000000"/>
              </a:solidFill>
              <a:round/>
              <a:headEnd/>
              <a:tailEnd/>
            </a:ln>
          </p:spPr>
          <p:txBody>
            <a:bodyPr/>
            <a:lstStyle/>
            <a:p>
              <a:endParaRPr lang="zh-TW" altLang="en-US"/>
            </a:p>
          </p:txBody>
        </p:sp>
        <p:sp>
          <p:nvSpPr>
            <p:cNvPr id="15" name="Text Box 12">
              <a:extLst>
                <a:ext uri="{FF2B5EF4-FFF2-40B4-BE49-F238E27FC236}">
                  <a16:creationId xmlns:a16="http://schemas.microsoft.com/office/drawing/2014/main" id="{790794A5-0156-4EFD-9A65-C942A1C7DC07}"/>
                </a:ext>
              </a:extLst>
            </p:cNvPr>
            <p:cNvSpPr txBox="1">
              <a:spLocks noChangeArrowheads="1"/>
            </p:cNvSpPr>
            <p:nvPr/>
          </p:nvSpPr>
          <p:spPr bwMode="auto">
            <a:xfrm>
              <a:off x="5043404" y="4764475"/>
              <a:ext cx="3382962" cy="344487"/>
            </a:xfrm>
            <a:prstGeom prst="rect">
              <a:avLst/>
            </a:prstGeom>
            <a:noFill/>
            <a:ln w="9525">
              <a:noFill/>
              <a:round/>
              <a:headEnd/>
              <a:tailEnd/>
            </a:ln>
          </p:spPr>
          <p:txBody>
            <a:bodyPr wrap="none" lIns="90000" tIns="45000" rIns="90000" bIns="45000"/>
            <a:lstStyle/>
            <a:p>
              <a:pP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dirty="0">
                  <a:solidFill>
                    <a:srgbClr val="000000"/>
                  </a:solidFill>
                </a:rPr>
                <a:t>Program SSID/SVID on devices </a:t>
              </a:r>
            </a:p>
            <a:p>
              <a:pP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dirty="0">
                  <a:solidFill>
                    <a:srgbClr val="000000"/>
                  </a:solidFill>
                </a:rPr>
                <a:t>if this device has not programmed</a:t>
              </a:r>
            </a:p>
          </p:txBody>
        </p:sp>
        <p:sp>
          <p:nvSpPr>
            <p:cNvPr id="16" name="Text Box 13">
              <a:extLst>
                <a:ext uri="{FF2B5EF4-FFF2-40B4-BE49-F238E27FC236}">
                  <a16:creationId xmlns:a16="http://schemas.microsoft.com/office/drawing/2014/main" id="{FC3EC7D0-EC0B-44E5-B52A-281A0E9B2CE7}"/>
                </a:ext>
              </a:extLst>
            </p:cNvPr>
            <p:cNvSpPr txBox="1">
              <a:spLocks noChangeArrowheads="1"/>
            </p:cNvSpPr>
            <p:nvPr/>
          </p:nvSpPr>
          <p:spPr bwMode="auto">
            <a:xfrm>
              <a:off x="5043404" y="3429000"/>
              <a:ext cx="4718050" cy="792162"/>
            </a:xfrm>
            <a:prstGeom prst="rect">
              <a:avLst/>
            </a:prstGeom>
            <a:noFill/>
            <a:ln w="9525">
              <a:noFill/>
              <a:round/>
              <a:headEnd/>
              <a:tailEnd/>
            </a:ln>
          </p:spPr>
          <p:txBody>
            <a:bodyPr wrap="none" lIns="90000" tIns="45000" rIns="90000" bIns="45000"/>
            <a:lstStyle/>
            <a:p>
              <a:pP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dirty="0">
                  <a:solidFill>
                    <a:srgbClr val="000000"/>
                  </a:solidFill>
                </a:rPr>
                <a:t>Program a SSID/SVID on a specific devices </a:t>
              </a:r>
            </a:p>
            <a:p>
              <a:pP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dirty="0">
                  <a:solidFill>
                    <a:srgbClr val="000000"/>
                  </a:solidFill>
                </a:rPr>
                <a:t>if this device has not programmed</a:t>
              </a:r>
            </a:p>
          </p:txBody>
        </p:sp>
        <p:sp>
          <p:nvSpPr>
            <p:cNvPr id="17" name="Text Box 14">
              <a:extLst>
                <a:ext uri="{FF2B5EF4-FFF2-40B4-BE49-F238E27FC236}">
                  <a16:creationId xmlns:a16="http://schemas.microsoft.com/office/drawing/2014/main" id="{DD0789E6-74C9-40CE-8836-BBE4709F2328}"/>
                </a:ext>
              </a:extLst>
            </p:cNvPr>
            <p:cNvSpPr txBox="1">
              <a:spLocks noChangeArrowheads="1"/>
            </p:cNvSpPr>
            <p:nvPr/>
          </p:nvSpPr>
          <p:spPr bwMode="auto">
            <a:xfrm>
              <a:off x="5041817" y="1839311"/>
              <a:ext cx="5329237" cy="1320800"/>
            </a:xfrm>
            <a:prstGeom prst="rect">
              <a:avLst/>
            </a:prstGeom>
            <a:noFill/>
            <a:ln w="9525">
              <a:noFill/>
              <a:round/>
              <a:headEnd/>
              <a:tailEnd/>
            </a:ln>
          </p:spPr>
          <p:txBody>
            <a:bodyPr wrap="none" lIns="90000" tIns="45000" rIns="90000" bIns="45000"/>
            <a:lstStyle/>
            <a:p>
              <a:pP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dirty="0">
                  <a:solidFill>
                    <a:srgbClr val="000000"/>
                  </a:solidFill>
                </a:rPr>
                <a:t>1) Program a SSID/SVID on a specific devices, </a:t>
              </a:r>
              <a:br>
                <a:rPr lang="en-US" altLang="zh-TW" dirty="0">
                  <a:solidFill>
                    <a:srgbClr val="000000"/>
                  </a:solidFill>
                </a:rPr>
              </a:br>
              <a:r>
                <a:rPr lang="en-US" altLang="zh-TW" dirty="0">
                  <a:solidFill>
                    <a:srgbClr val="000000"/>
                  </a:solidFill>
                </a:rPr>
                <a:t>    which bus number &gt; 0.</a:t>
              </a:r>
            </a:p>
            <a:p>
              <a:pP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dirty="0">
                  <a:solidFill>
                    <a:srgbClr val="000000"/>
                  </a:solidFill>
                </a:rPr>
                <a:t>    This handles by </a:t>
              </a:r>
              <a:r>
                <a:rPr lang="en-US" altLang="zh-TW" dirty="0" err="1">
                  <a:solidFill>
                    <a:srgbClr val="000000"/>
                  </a:solidFill>
                </a:rPr>
                <a:t>Insyde</a:t>
              </a:r>
              <a:endParaRPr lang="en-US" altLang="zh-TW" dirty="0">
                <a:solidFill>
                  <a:srgbClr val="000000"/>
                </a:solidFill>
              </a:endParaRPr>
            </a:p>
            <a:p>
              <a:pP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dirty="0">
                  <a:solidFill>
                    <a:srgbClr val="000000"/>
                  </a:solidFill>
                </a:rPr>
                <a:t>2) Program a SSID/SVID on a specific add-in cards</a:t>
              </a:r>
            </a:p>
            <a:p>
              <a:pPr eaLnBrk="1">
                <a:lnSpc>
                  <a:spcPct val="93000"/>
                </a:lnSpc>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dirty="0">
                  <a:solidFill>
                    <a:srgbClr val="000000"/>
                  </a:solidFill>
                </a:rPr>
                <a:t>    This handles by customer.</a:t>
              </a:r>
            </a:p>
          </p:txBody>
        </p:sp>
        <p:sp>
          <p:nvSpPr>
            <p:cNvPr id="18" name="Line 15">
              <a:extLst>
                <a:ext uri="{FF2B5EF4-FFF2-40B4-BE49-F238E27FC236}">
                  <a16:creationId xmlns:a16="http://schemas.microsoft.com/office/drawing/2014/main" id="{05A941D3-F3DB-41E4-A8ED-CD9523D81C34}"/>
                </a:ext>
              </a:extLst>
            </p:cNvPr>
            <p:cNvSpPr>
              <a:spLocks noChangeShapeType="1"/>
            </p:cNvSpPr>
            <p:nvPr/>
          </p:nvSpPr>
          <p:spPr bwMode="auto">
            <a:xfrm>
              <a:off x="5043404" y="4664268"/>
              <a:ext cx="5327650" cy="1588"/>
            </a:xfrm>
            <a:prstGeom prst="line">
              <a:avLst/>
            </a:prstGeom>
            <a:noFill/>
            <a:ln w="9360">
              <a:solidFill>
                <a:srgbClr val="000000"/>
              </a:solidFill>
              <a:round/>
              <a:headEnd/>
              <a:tailEnd/>
            </a:ln>
          </p:spPr>
          <p:txBody>
            <a:bodyPr/>
            <a:lstStyle/>
            <a:p>
              <a:endParaRPr lang="zh-TW" altLang="en-US"/>
            </a:p>
          </p:txBody>
        </p:sp>
        <p:sp>
          <p:nvSpPr>
            <p:cNvPr id="19" name="Text Box 16">
              <a:extLst>
                <a:ext uri="{FF2B5EF4-FFF2-40B4-BE49-F238E27FC236}">
                  <a16:creationId xmlns:a16="http://schemas.microsoft.com/office/drawing/2014/main" id="{EEEF676D-F56C-4F9C-839F-969D00E4EA0D}"/>
                </a:ext>
              </a:extLst>
            </p:cNvPr>
            <p:cNvSpPr txBox="1">
              <a:spLocks noChangeArrowheads="1"/>
            </p:cNvSpPr>
            <p:nvPr/>
          </p:nvSpPr>
          <p:spPr bwMode="auto">
            <a:xfrm>
              <a:off x="3603542" y="2987868"/>
              <a:ext cx="1017587" cy="344487"/>
            </a:xfrm>
            <a:prstGeom prst="rect">
              <a:avLst/>
            </a:prstGeom>
            <a:noFill/>
            <a:ln w="9525">
              <a:noFill/>
              <a:round/>
              <a:headEnd/>
              <a:tailEnd/>
            </a:ln>
          </p:spPr>
          <p:txBody>
            <a:bodyPr wrap="none" lIns="90000" tIns="45000" rIns="90000" bIns="45000"/>
            <a:lstStyle/>
            <a:p>
              <a:pPr eaLnBrk="1">
                <a:lnSpc>
                  <a:spcPct val="93000"/>
                </a:lnSpc>
                <a:buClr>
                  <a:srgbClr val="000000"/>
                </a:buClr>
                <a:buSzPct val="100000"/>
                <a:buFont typeface="Times New Roman" pitchFamily="1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a:solidFill>
                    <a:srgbClr val="000000"/>
                  </a:solidFill>
                </a:rPr>
                <a:t>No/Prog</a:t>
              </a:r>
            </a:p>
          </p:txBody>
        </p:sp>
        <p:sp>
          <p:nvSpPr>
            <p:cNvPr id="20" name="Text Box 17">
              <a:extLst>
                <a:ext uri="{FF2B5EF4-FFF2-40B4-BE49-F238E27FC236}">
                  <a16:creationId xmlns:a16="http://schemas.microsoft.com/office/drawing/2014/main" id="{CCAE644D-56F8-4A84-8C79-260BB5D2D665}"/>
                </a:ext>
              </a:extLst>
            </p:cNvPr>
            <p:cNvSpPr txBox="1">
              <a:spLocks noChangeArrowheads="1"/>
            </p:cNvSpPr>
            <p:nvPr/>
          </p:nvSpPr>
          <p:spPr bwMode="auto">
            <a:xfrm>
              <a:off x="3603542" y="4210243"/>
              <a:ext cx="1017587" cy="344487"/>
            </a:xfrm>
            <a:prstGeom prst="rect">
              <a:avLst/>
            </a:prstGeom>
            <a:noFill/>
            <a:ln w="9525">
              <a:noFill/>
              <a:round/>
              <a:headEnd/>
              <a:tailEnd/>
            </a:ln>
          </p:spPr>
          <p:txBody>
            <a:bodyPr wrap="none" lIns="90000" tIns="45000" rIns="90000" bIns="45000"/>
            <a:lstStyle/>
            <a:p>
              <a:pPr eaLnBrk="1">
                <a:lnSpc>
                  <a:spcPct val="93000"/>
                </a:lnSpc>
                <a:buClr>
                  <a:srgbClr val="000000"/>
                </a:buClr>
                <a:buSzPct val="100000"/>
                <a:buFont typeface="Times New Roman" pitchFamily="1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a:solidFill>
                    <a:srgbClr val="000000"/>
                  </a:solidFill>
                </a:rPr>
                <a:t>No/Prog</a:t>
              </a:r>
            </a:p>
          </p:txBody>
        </p:sp>
        <p:cxnSp>
          <p:nvCxnSpPr>
            <p:cNvPr id="21" name="AutoShape 18">
              <a:extLst>
                <a:ext uri="{FF2B5EF4-FFF2-40B4-BE49-F238E27FC236}">
                  <a16:creationId xmlns:a16="http://schemas.microsoft.com/office/drawing/2014/main" id="{09F3873E-8AF1-4B30-87F7-1FC4B486C656}"/>
                </a:ext>
              </a:extLst>
            </p:cNvPr>
            <p:cNvCxnSpPr>
              <a:cxnSpLocks noChangeShapeType="1"/>
              <a:stCxn id="6" idx="1"/>
              <a:endCxn id="9" idx="1"/>
            </p:cNvCxnSpPr>
            <p:nvPr/>
          </p:nvCxnSpPr>
          <p:spPr bwMode="auto">
            <a:xfrm>
              <a:off x="2560554" y="2467168"/>
              <a:ext cx="323850" cy="3709987"/>
            </a:xfrm>
            <a:prstGeom prst="bentConnector3">
              <a:avLst>
                <a:gd name="adj1" fmla="val -202852"/>
              </a:avLst>
            </a:prstGeom>
            <a:noFill/>
            <a:ln w="9525">
              <a:solidFill>
                <a:srgbClr val="000000"/>
              </a:solidFill>
              <a:round/>
              <a:headEnd/>
              <a:tailEnd type="triangle" w="med" len="med"/>
            </a:ln>
          </p:spPr>
        </p:cxnSp>
        <p:cxnSp>
          <p:nvCxnSpPr>
            <p:cNvPr id="22" name="AutoShape 19">
              <a:extLst>
                <a:ext uri="{FF2B5EF4-FFF2-40B4-BE49-F238E27FC236}">
                  <a16:creationId xmlns:a16="http://schemas.microsoft.com/office/drawing/2014/main" id="{EC4E6883-CCFF-448A-AE01-B9932E0CB1F8}"/>
                </a:ext>
              </a:extLst>
            </p:cNvPr>
            <p:cNvCxnSpPr>
              <a:cxnSpLocks noChangeShapeType="1"/>
              <a:stCxn id="7" idx="1"/>
            </p:cNvCxnSpPr>
            <p:nvPr/>
          </p:nvCxnSpPr>
          <p:spPr bwMode="auto">
            <a:xfrm flipH="1" flipV="1">
              <a:off x="1943017" y="3760980"/>
              <a:ext cx="615950" cy="1588"/>
            </a:xfrm>
            <a:prstGeom prst="straightConnector1">
              <a:avLst/>
            </a:prstGeom>
            <a:noFill/>
            <a:ln w="9525">
              <a:solidFill>
                <a:srgbClr val="000000"/>
              </a:solidFill>
              <a:round/>
              <a:headEnd/>
              <a:tailEnd type="triangle" w="med" len="med"/>
            </a:ln>
          </p:spPr>
        </p:cxnSp>
        <p:sp>
          <p:nvSpPr>
            <p:cNvPr id="23" name="Text Box 20">
              <a:extLst>
                <a:ext uri="{FF2B5EF4-FFF2-40B4-BE49-F238E27FC236}">
                  <a16:creationId xmlns:a16="http://schemas.microsoft.com/office/drawing/2014/main" id="{49AD194E-8D57-468E-B1F8-5534D6359922}"/>
                </a:ext>
              </a:extLst>
            </p:cNvPr>
            <p:cNvSpPr txBox="1">
              <a:spLocks noChangeArrowheads="1"/>
            </p:cNvSpPr>
            <p:nvPr/>
          </p:nvSpPr>
          <p:spPr bwMode="auto">
            <a:xfrm>
              <a:off x="1962067" y="2108393"/>
              <a:ext cx="661987" cy="344487"/>
            </a:xfrm>
            <a:prstGeom prst="rect">
              <a:avLst/>
            </a:prstGeom>
            <a:noFill/>
            <a:ln w="9525">
              <a:noFill/>
              <a:round/>
              <a:headEnd/>
              <a:tailEnd/>
            </a:ln>
          </p:spPr>
          <p:txBody>
            <a:bodyPr wrap="none" lIns="90000" tIns="45000" rIns="90000" bIns="45000"/>
            <a:lstStyle/>
            <a:p>
              <a:pPr eaLnBrk="1">
                <a:lnSpc>
                  <a:spcPct val="93000"/>
                </a:lnSpc>
                <a:buClr>
                  <a:srgbClr val="000000"/>
                </a:buClr>
                <a:buSzPct val="100000"/>
                <a:buFont typeface="Times New Roman" pitchFamily="1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a:solidFill>
                    <a:srgbClr val="000000"/>
                  </a:solidFill>
                </a:rPr>
                <a:t>Prog</a:t>
              </a:r>
            </a:p>
          </p:txBody>
        </p:sp>
        <p:sp>
          <p:nvSpPr>
            <p:cNvPr id="24" name="Text Box 21">
              <a:extLst>
                <a:ext uri="{FF2B5EF4-FFF2-40B4-BE49-F238E27FC236}">
                  <a16:creationId xmlns:a16="http://schemas.microsoft.com/office/drawing/2014/main" id="{D62670BA-EC84-46D0-9B3E-57E52C2C7520}"/>
                </a:ext>
              </a:extLst>
            </p:cNvPr>
            <p:cNvSpPr txBox="1">
              <a:spLocks noChangeArrowheads="1"/>
            </p:cNvSpPr>
            <p:nvPr/>
          </p:nvSpPr>
          <p:spPr bwMode="auto">
            <a:xfrm>
              <a:off x="1970004" y="3403793"/>
              <a:ext cx="661988" cy="344487"/>
            </a:xfrm>
            <a:prstGeom prst="rect">
              <a:avLst/>
            </a:prstGeom>
            <a:noFill/>
            <a:ln w="9525">
              <a:noFill/>
              <a:round/>
              <a:headEnd/>
              <a:tailEnd/>
            </a:ln>
          </p:spPr>
          <p:txBody>
            <a:bodyPr wrap="none" lIns="90000" tIns="45000" rIns="90000" bIns="45000"/>
            <a:lstStyle/>
            <a:p>
              <a:pPr eaLnBrk="1">
                <a:lnSpc>
                  <a:spcPct val="93000"/>
                </a:lnSpc>
                <a:buClr>
                  <a:srgbClr val="000000"/>
                </a:buClr>
                <a:buSzPct val="100000"/>
                <a:buFont typeface="Times New Roman" pitchFamily="1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a:solidFill>
                    <a:srgbClr val="000000"/>
                  </a:solidFill>
                </a:rPr>
                <a:t>Prog</a:t>
              </a:r>
            </a:p>
          </p:txBody>
        </p:sp>
      </p:grpSp>
    </p:spTree>
    <p:extLst>
      <p:ext uri="{BB962C8B-B14F-4D97-AF65-F5344CB8AC3E}">
        <p14:creationId xmlns:p14="http://schemas.microsoft.com/office/powerpoint/2010/main" val="675865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8</a:t>
            </a:fld>
            <a:endParaRPr lang="en-US" dirty="0"/>
          </a:p>
        </p:txBody>
      </p:sp>
      <p:sp>
        <p:nvSpPr>
          <p:cNvPr id="2" name="Title 1"/>
          <p:cNvSpPr>
            <a:spLocks noGrp="1"/>
          </p:cNvSpPr>
          <p:nvPr>
            <p:ph type="title"/>
          </p:nvPr>
        </p:nvSpPr>
        <p:spPr/>
        <p:txBody>
          <a:bodyPr/>
          <a:lstStyle/>
          <a:p>
            <a:r>
              <a:rPr lang="en-US" dirty="0"/>
              <a:t>Related Files</a:t>
            </a:r>
          </a:p>
        </p:txBody>
      </p:sp>
    </p:spTree>
    <p:extLst>
      <p:ext uri="{BB962C8B-B14F-4D97-AF65-F5344CB8AC3E}">
        <p14:creationId xmlns:p14="http://schemas.microsoft.com/office/powerpoint/2010/main" val="355602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 - </a:t>
            </a:r>
            <a:r>
              <a:rPr lang="en-US" altLang="zh-TW" dirty="0" err="1"/>
              <a:t>SetSsidSvidDxe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dirty="0" err="1">
                <a:solidFill>
                  <a:srgbClr val="000000"/>
                </a:solidFill>
                <a:latin typeface="Times New Roman" pitchFamily="16" charset="0"/>
                <a:ea typeface="新細明體" charset="-120"/>
              </a:rPr>
              <a:t>SetSsidSvidEntryPoint</a:t>
            </a:r>
            <a:r>
              <a:rPr lang="en-US" altLang="zh-TW" dirty="0">
                <a:solidFill>
                  <a:srgbClr val="000000"/>
                </a:solidFill>
                <a:latin typeface="Times New Roman" pitchFamily="16" charset="0"/>
                <a:ea typeface="新細明體" charset="-120"/>
              </a:rPr>
              <a:t> ()</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Program SSID/SVID at the PCI enumeration complete Event occurs</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The key content of </a:t>
            </a:r>
            <a:r>
              <a:rPr lang="en-US" altLang="zh-TW" dirty="0" err="1">
                <a:solidFill>
                  <a:srgbClr val="0070C0"/>
                </a:solidFill>
                <a:latin typeface="Times New Roman" pitchFamily="16" charset="0"/>
                <a:ea typeface="新細明體" charset="-120"/>
              </a:rPr>
              <a:t>SetSsidSvidDxe.c</a:t>
            </a:r>
            <a:endParaRPr lang="en-US" altLang="zh-TW" dirty="0">
              <a:solidFill>
                <a:srgbClr val="0070C0"/>
              </a:solidFill>
              <a:latin typeface="Times New Roman" pitchFamily="16" charset="0"/>
              <a:ea typeface="新細明體" charset="-120"/>
            </a:endParaRPr>
          </a:p>
        </p:txBody>
      </p:sp>
      <p:grpSp>
        <p:nvGrpSpPr>
          <p:cNvPr id="4" name="群組 3">
            <a:extLst>
              <a:ext uri="{FF2B5EF4-FFF2-40B4-BE49-F238E27FC236}">
                <a16:creationId xmlns:a16="http://schemas.microsoft.com/office/drawing/2014/main" id="{ACCDEEB1-17E5-4588-BA00-40B9F38EC68D}"/>
              </a:ext>
            </a:extLst>
          </p:cNvPr>
          <p:cNvGrpSpPr/>
          <p:nvPr/>
        </p:nvGrpSpPr>
        <p:grpSpPr>
          <a:xfrm>
            <a:off x="7552300" y="2938217"/>
            <a:ext cx="3801500" cy="3321010"/>
            <a:chOff x="4195250" y="2430378"/>
            <a:chExt cx="3801500" cy="3321010"/>
          </a:xfrm>
        </p:grpSpPr>
        <p:sp>
          <p:nvSpPr>
            <p:cNvPr id="5" name="Rectangle 15">
              <a:extLst>
                <a:ext uri="{FF2B5EF4-FFF2-40B4-BE49-F238E27FC236}">
                  <a16:creationId xmlns:a16="http://schemas.microsoft.com/office/drawing/2014/main" id="{290CEAE3-81E8-4016-AA63-3390D85BA5A6}"/>
                </a:ext>
              </a:extLst>
            </p:cNvPr>
            <p:cNvSpPr>
              <a:spLocks noChangeArrowheads="1"/>
            </p:cNvSpPr>
            <p:nvPr/>
          </p:nvSpPr>
          <p:spPr bwMode="auto">
            <a:xfrm>
              <a:off x="4195250" y="2430378"/>
              <a:ext cx="3801500" cy="3321010"/>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6" name="Rectangle 16">
              <a:extLst>
                <a:ext uri="{FF2B5EF4-FFF2-40B4-BE49-F238E27FC236}">
                  <a16:creationId xmlns:a16="http://schemas.microsoft.com/office/drawing/2014/main" id="{BFC991DC-D161-4FD1-8A71-BC24F0D3083A}"/>
                </a:ext>
              </a:extLst>
            </p:cNvPr>
            <p:cNvSpPr>
              <a:spLocks noChangeArrowheads="1"/>
            </p:cNvSpPr>
            <p:nvPr/>
          </p:nvSpPr>
          <p:spPr bwMode="auto">
            <a:xfrm>
              <a:off x="4195250" y="2430378"/>
              <a:ext cx="3801500"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SetSsidSvidDxe.c</a:t>
              </a:r>
              <a:endParaRPr lang="zh-TW" altLang="en-US" sz="1200" dirty="0"/>
            </a:p>
          </p:txBody>
        </p:sp>
        <p:sp>
          <p:nvSpPr>
            <p:cNvPr id="7" name="Text Box 17">
              <a:extLst>
                <a:ext uri="{FF2B5EF4-FFF2-40B4-BE49-F238E27FC236}">
                  <a16:creationId xmlns:a16="http://schemas.microsoft.com/office/drawing/2014/main" id="{760146D9-F35C-4AFA-A53E-D4BEA38A323A}"/>
                </a:ext>
              </a:extLst>
            </p:cNvPr>
            <p:cNvSpPr txBox="1">
              <a:spLocks noChangeArrowheads="1"/>
            </p:cNvSpPr>
            <p:nvPr/>
          </p:nvSpPr>
          <p:spPr bwMode="auto">
            <a:xfrm>
              <a:off x="4271449" y="2735178"/>
              <a:ext cx="3725301"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8000"/>
                  </a:solidFill>
                  <a:cs typeface="Tahoma" charset="0"/>
                </a:rPr>
                <a:t>EFI_STATUS</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err="1">
                  <a:solidFill>
                    <a:srgbClr val="0000FF"/>
                  </a:solidFill>
                  <a:cs typeface="Tahoma" charset="0"/>
                </a:rPr>
                <a:t>SetSsidSvidEntryPoint</a:t>
              </a:r>
              <a:r>
                <a:rPr lang="en-US" altLang="zh-TW" sz="1200" dirty="0">
                  <a:solidFill>
                    <a:srgbClr val="000000"/>
                  </a:solidFill>
                  <a:cs typeface="Tahoma" charset="0"/>
                </a:rPr>
                <a:t> (</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IN</a:t>
              </a:r>
              <a:r>
                <a:rPr lang="en-US" altLang="zh-TW" sz="1200" dirty="0">
                  <a:solidFill>
                    <a:srgbClr val="000000"/>
                  </a:solidFill>
                  <a:cs typeface="Tahoma" charset="0"/>
                </a:rPr>
                <a:t>     </a:t>
              </a:r>
              <a:r>
                <a:rPr lang="en-US" altLang="zh-TW" sz="1200" dirty="0">
                  <a:solidFill>
                    <a:srgbClr val="008000"/>
                  </a:solidFill>
                  <a:cs typeface="Tahoma" charset="0"/>
                </a:rPr>
                <a:t>EFI_HANDLE</a:t>
              </a:r>
              <a:r>
                <a:rPr lang="en-US" altLang="zh-TW" sz="1200" dirty="0">
                  <a:solidFill>
                    <a:srgbClr val="000000"/>
                  </a:solidFill>
                  <a:cs typeface="Tahoma" charset="0"/>
                </a:rPr>
                <a:t>                 </a:t>
              </a:r>
              <a:r>
                <a:rPr lang="en-US" altLang="zh-TW" sz="1200" dirty="0" err="1">
                  <a:solidFill>
                    <a:srgbClr val="0000FF"/>
                  </a:solidFill>
                  <a:cs typeface="Tahoma" charset="0"/>
                </a:rPr>
                <a:t>ImageHandle</a:t>
              </a:r>
              <a:r>
                <a:rPr lang="en-US" altLang="zh-TW" sz="1200" dirty="0">
                  <a:solidFill>
                    <a:srgbClr val="000000"/>
                  </a:solidFill>
                  <a:cs typeface="Tahoma" charset="0"/>
                </a:rPr>
                <a:t>,</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IN</a:t>
              </a:r>
              <a:r>
                <a:rPr lang="en-US" altLang="zh-TW" sz="1200" dirty="0">
                  <a:solidFill>
                    <a:srgbClr val="000000"/>
                  </a:solidFill>
                  <a:cs typeface="Tahoma" charset="0"/>
                </a:rPr>
                <a:t>     </a:t>
              </a:r>
              <a:r>
                <a:rPr lang="en-US" altLang="zh-TW" sz="1200" dirty="0">
                  <a:solidFill>
                    <a:srgbClr val="008000"/>
                  </a:solidFill>
                  <a:cs typeface="Tahoma" charset="0"/>
                </a:rPr>
                <a:t>EFI_SYSTEM_TABLE</a:t>
              </a:r>
              <a:r>
                <a:rPr lang="en-US" altLang="zh-TW" sz="1200" dirty="0">
                  <a:solidFill>
                    <a:srgbClr val="000000"/>
                  </a:solidFill>
                  <a:cs typeface="Tahoma" charset="0"/>
                </a:rPr>
                <a:t>    *</a:t>
              </a:r>
              <a:r>
                <a:rPr lang="en-US" altLang="zh-TW" sz="1200" dirty="0" err="1">
                  <a:solidFill>
                    <a:srgbClr val="0000FF"/>
                  </a:solidFill>
                  <a:cs typeface="Tahoma" charset="0"/>
                </a:rPr>
                <a:t>SystemTable</a:t>
              </a:r>
              <a:endParaRPr lang="en-US" altLang="zh-TW" sz="1200" dirty="0">
                <a:solidFill>
                  <a:srgbClr val="0000FF"/>
                </a:solidFill>
                <a:cs typeface="Tahoma" charset="0"/>
              </a:endParaRP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 </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0066CC"/>
                  </a:solidFill>
                  <a:cs typeface="Tahoma" charset="0"/>
                </a:rPr>
                <a:t>Status</a:t>
              </a:r>
              <a:r>
                <a:rPr lang="en-US" altLang="zh-TW" sz="1200" dirty="0">
                  <a:solidFill>
                    <a:srgbClr val="000000"/>
                  </a:solidFill>
                  <a:cs typeface="Tahoma" charset="0"/>
                </a:rPr>
                <a:t> = </a:t>
              </a:r>
              <a:r>
                <a:rPr lang="en-US" altLang="zh-TW" sz="1200" dirty="0" err="1">
                  <a:solidFill>
                    <a:srgbClr val="008000"/>
                  </a:solidFill>
                  <a:cs typeface="Tahoma" charset="0"/>
                </a:rPr>
                <a:t>EfiCreateProtocolNotifyEvent</a:t>
              </a:r>
              <a:r>
                <a:rPr lang="en-US" altLang="zh-TW" sz="1200" dirty="0">
                  <a:solidFill>
                    <a:srgbClr val="008000"/>
                  </a:solidFill>
                  <a:cs typeface="Tahoma" charset="0"/>
                </a:rPr>
                <a:t> </a:t>
              </a:r>
              <a:r>
                <a:rPr lang="en-US" altLang="zh-TW" sz="1200" dirty="0">
                  <a:solidFill>
                    <a:srgbClr val="000000"/>
                  </a:solidFill>
                  <a:cs typeface="Tahoma" charset="0"/>
                </a:rPr>
                <a:t>(</a:t>
              </a:r>
            </a:p>
            <a:p>
              <a:pPr marL="722313" lvl="1" indent="-207963">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000" dirty="0">
                  <a:solidFill>
                    <a:srgbClr val="000000"/>
                  </a:solidFill>
                  <a:cs typeface="Tahoma" charset="0"/>
                </a:rPr>
                <a:t>		      &amp;</a:t>
              </a:r>
              <a:r>
                <a:rPr lang="en-US" altLang="zh-TW" sz="1050" dirty="0" err="1">
                  <a:solidFill>
                    <a:srgbClr val="FF0000"/>
                  </a:solidFill>
                  <a:cs typeface="Tahoma" charset="0"/>
                </a:rPr>
                <a:t>gEfiPciEnumerationCompleteProtocolGuid</a:t>
              </a:r>
              <a:r>
                <a:rPr lang="en-US" altLang="zh-TW" sz="1000" dirty="0">
                  <a:solidFill>
                    <a:srgbClr val="000000"/>
                  </a:solidFill>
                  <a:cs typeface="Tahoma" charset="0"/>
                </a:rPr>
                <a:t>,</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TPL_NOTIFY</a:t>
              </a:r>
              <a:r>
                <a:rPr lang="en-US" altLang="zh-TW" sz="1200" dirty="0">
                  <a:solidFill>
                    <a:srgbClr val="000000"/>
                  </a:solidFill>
                  <a:cs typeface="Tahoma" charset="0"/>
                </a:rPr>
                <a:t>,</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err="1">
                  <a:solidFill>
                    <a:srgbClr val="008000"/>
                  </a:solidFill>
                  <a:cs typeface="Tahoma" charset="0"/>
                </a:rPr>
                <a:t>SetSsidSvidCallBack</a:t>
              </a:r>
              <a:r>
                <a:rPr lang="en-US" altLang="zh-TW" sz="1200" dirty="0">
                  <a:solidFill>
                    <a:srgbClr val="000000"/>
                  </a:solidFill>
                  <a:cs typeface="Tahoma" charset="0"/>
                </a:rPr>
                <a:t>,</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NULL</a:t>
              </a:r>
              <a:r>
                <a:rPr lang="en-US" altLang="zh-TW" sz="1200" dirty="0">
                  <a:solidFill>
                    <a:srgbClr val="000000"/>
                  </a:solidFill>
                  <a:cs typeface="Tahoma" charset="0"/>
                </a:rPr>
                <a:t>,</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&amp;</a:t>
              </a:r>
              <a:r>
                <a:rPr lang="en-US" altLang="zh-TW" sz="1200" dirty="0">
                  <a:solidFill>
                    <a:srgbClr val="0066CC"/>
                  </a:solidFill>
                  <a:cs typeface="Tahoma" charset="0"/>
                </a:rPr>
                <a:t>Registration</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p>
            <a:p>
              <a:pPr indent="-228600">
                <a:buSzPct val="100000"/>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a:t>
              </a:r>
            </a:p>
          </p:txBody>
        </p:sp>
      </p:grpSp>
    </p:spTree>
    <p:extLst>
      <p:ext uri="{BB962C8B-B14F-4D97-AF65-F5344CB8AC3E}">
        <p14:creationId xmlns:p14="http://schemas.microsoft.com/office/powerpoint/2010/main" val="3695652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 - </a:t>
            </a:r>
            <a:r>
              <a:rPr lang="en-US" altLang="zh-TW" dirty="0" err="1"/>
              <a:t>SetSsidSvidDxe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dirty="0" err="1">
                <a:solidFill>
                  <a:srgbClr val="000000"/>
                </a:solidFill>
                <a:latin typeface="Times New Roman" pitchFamily="16" charset="0"/>
                <a:ea typeface="新細明體" charset="-120"/>
              </a:rPr>
              <a:t>SetSsidSvidCallBack</a:t>
            </a:r>
            <a:r>
              <a:rPr lang="en-US" altLang="zh-TW" dirty="0">
                <a:solidFill>
                  <a:srgbClr val="000000"/>
                </a:solidFill>
                <a:latin typeface="Times New Roman" pitchFamily="16" charset="0"/>
                <a:ea typeface="新細明體" charset="-120"/>
              </a:rPr>
              <a:t> ()</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Get SSID/SVID data from </a:t>
            </a:r>
            <a:r>
              <a:rPr lang="en-US" altLang="zh-TW" dirty="0" err="1">
                <a:solidFill>
                  <a:schemeClr val="accent1"/>
                </a:solidFill>
                <a:latin typeface="Times New Roman" pitchFamily="16" charset="0"/>
                <a:ea typeface="新細明體" charset="-120"/>
              </a:rPr>
              <a:t>PcdDefaultSsidSvid</a:t>
            </a:r>
            <a:r>
              <a:rPr lang="en-US" altLang="zh-TW" dirty="0">
                <a:solidFill>
                  <a:srgbClr val="000000"/>
                </a:solidFill>
                <a:latin typeface="Times New Roman" pitchFamily="16" charset="0"/>
                <a:ea typeface="新細明體" charset="-120"/>
              </a:rPr>
              <a:t> </a:t>
            </a:r>
            <a:r>
              <a:rPr lang="en-US" altLang="zh-CN" dirty="0">
                <a:solidFill>
                  <a:srgbClr val="000000"/>
                </a:solidFill>
                <a:latin typeface="Times New Roman" pitchFamily="16" charset="0"/>
                <a:ea typeface="新細明體" charset="-120"/>
              </a:rPr>
              <a:t>or </a:t>
            </a:r>
            <a:r>
              <a:rPr lang="en-US" altLang="zh-CN" dirty="0" err="1">
                <a:solidFill>
                  <a:schemeClr val="accent1"/>
                </a:solidFill>
                <a:latin typeface="Times New Roman" pitchFamily="16" charset="0"/>
                <a:ea typeface="新細明體" charset="-120"/>
              </a:rPr>
              <a:t>DeviceId+VendorId</a:t>
            </a:r>
            <a:endParaRPr lang="en-US" altLang="zh-TW" dirty="0">
              <a:solidFill>
                <a:schemeClr val="accent1"/>
              </a:solidFill>
              <a:latin typeface="Times New Roman" pitchFamily="16" charset="0"/>
              <a:ea typeface="新細明體" charset="-120"/>
            </a:endParaRPr>
          </a:p>
        </p:txBody>
      </p:sp>
      <p:grpSp>
        <p:nvGrpSpPr>
          <p:cNvPr id="8" name="群組 7">
            <a:extLst>
              <a:ext uri="{FF2B5EF4-FFF2-40B4-BE49-F238E27FC236}">
                <a16:creationId xmlns:a16="http://schemas.microsoft.com/office/drawing/2014/main" id="{39ED7BAF-E097-4483-8513-86414924EB42}"/>
              </a:ext>
            </a:extLst>
          </p:cNvPr>
          <p:cNvGrpSpPr/>
          <p:nvPr/>
        </p:nvGrpSpPr>
        <p:grpSpPr>
          <a:xfrm>
            <a:off x="7343512" y="3009840"/>
            <a:ext cx="4010288" cy="3167123"/>
            <a:chOff x="4195250" y="1985204"/>
            <a:chExt cx="4010288" cy="3167123"/>
          </a:xfrm>
        </p:grpSpPr>
        <p:sp>
          <p:nvSpPr>
            <p:cNvPr id="9" name="Rectangle 15">
              <a:extLst>
                <a:ext uri="{FF2B5EF4-FFF2-40B4-BE49-F238E27FC236}">
                  <a16:creationId xmlns:a16="http://schemas.microsoft.com/office/drawing/2014/main" id="{D1FBEAC7-AEAF-4BDC-9920-F709CD2460F0}"/>
                </a:ext>
              </a:extLst>
            </p:cNvPr>
            <p:cNvSpPr>
              <a:spLocks noChangeArrowheads="1"/>
            </p:cNvSpPr>
            <p:nvPr/>
          </p:nvSpPr>
          <p:spPr bwMode="auto">
            <a:xfrm>
              <a:off x="4195250" y="1985204"/>
              <a:ext cx="4010288" cy="3122201"/>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0" name="Rectangle 16">
              <a:extLst>
                <a:ext uri="{FF2B5EF4-FFF2-40B4-BE49-F238E27FC236}">
                  <a16:creationId xmlns:a16="http://schemas.microsoft.com/office/drawing/2014/main" id="{6C29BEAD-5D1A-4FD4-B444-130EE5A50FB2}"/>
                </a:ext>
              </a:extLst>
            </p:cNvPr>
            <p:cNvSpPr>
              <a:spLocks noChangeArrowheads="1"/>
            </p:cNvSpPr>
            <p:nvPr/>
          </p:nvSpPr>
          <p:spPr bwMode="auto">
            <a:xfrm>
              <a:off x="4195250" y="1985205"/>
              <a:ext cx="4010288"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SetSsidSvidDxe.c</a:t>
              </a:r>
              <a:endParaRPr lang="zh-TW" altLang="en-US" sz="1200" dirty="0"/>
            </a:p>
          </p:txBody>
        </p:sp>
        <p:sp>
          <p:nvSpPr>
            <p:cNvPr id="11" name="Text Box 17">
              <a:extLst>
                <a:ext uri="{FF2B5EF4-FFF2-40B4-BE49-F238E27FC236}">
                  <a16:creationId xmlns:a16="http://schemas.microsoft.com/office/drawing/2014/main" id="{6C623807-4B05-4BE2-8CF4-9F25091D887F}"/>
                </a:ext>
              </a:extLst>
            </p:cNvPr>
            <p:cNvSpPr txBox="1">
              <a:spLocks noChangeArrowheads="1"/>
            </p:cNvSpPr>
            <p:nvPr/>
          </p:nvSpPr>
          <p:spPr bwMode="auto">
            <a:xfrm>
              <a:off x="4271449" y="2290005"/>
              <a:ext cx="3843851"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buClr>
                  <a:srgbClr val="000000"/>
                </a:buClr>
                <a:buSzPct val="100000"/>
                <a:buNone/>
                <a:defRPr/>
              </a:pPr>
              <a:r>
                <a:rPr lang="en-US" altLang="zh-TW" sz="1200" dirty="0">
                  <a:solidFill>
                    <a:srgbClr val="2FA626"/>
                  </a:solidFill>
                  <a:cs typeface="Arial" panose="020B0604020202020204" pitchFamily="34" charset="0"/>
                </a:rPr>
                <a:t>VOID</a:t>
              </a:r>
            </a:p>
            <a:p>
              <a:pPr>
                <a:buClr>
                  <a:srgbClr val="000000"/>
                </a:buClr>
                <a:buSzPct val="100000"/>
                <a:buNone/>
                <a:defRPr/>
              </a:pPr>
              <a:r>
                <a:rPr lang="en-US" altLang="zh-TW" sz="1200" dirty="0">
                  <a:solidFill>
                    <a:srgbClr val="FF0000"/>
                  </a:solidFill>
                  <a:cs typeface="Arial" panose="020B0604020202020204" pitchFamily="34" charset="0"/>
                </a:rPr>
                <a:t>EFIAPI</a:t>
              </a:r>
            </a:p>
            <a:p>
              <a:pPr>
                <a:buClr>
                  <a:srgbClr val="000000"/>
                </a:buClr>
                <a:buSzPct val="100000"/>
                <a:buNone/>
                <a:defRPr/>
              </a:pPr>
              <a:r>
                <a:rPr lang="en-US" altLang="zh-TW" sz="1200" dirty="0" err="1">
                  <a:solidFill>
                    <a:srgbClr val="0E03E3"/>
                  </a:solidFill>
                  <a:cs typeface="Arial" panose="020B0604020202020204" pitchFamily="34" charset="0"/>
                </a:rPr>
                <a:t>SetSsidSvidCallBack</a:t>
              </a:r>
              <a:r>
                <a:rPr lang="en-US" altLang="zh-TW" sz="1200" dirty="0">
                  <a:cs typeface="Arial" panose="020B0604020202020204" pitchFamily="34" charset="0"/>
                </a:rPr>
                <a:t> (</a:t>
              </a:r>
            </a:p>
            <a:p>
              <a:pPr>
                <a:buClr>
                  <a:srgbClr val="000000"/>
                </a:buClr>
                <a:buSzPct val="100000"/>
                <a:buNone/>
                <a:defRPr/>
              </a:pPr>
              <a:r>
                <a:rPr lang="en-US" altLang="zh-TW" sz="1200" dirty="0">
                  <a:cs typeface="Arial" panose="020B0604020202020204" pitchFamily="34" charset="0"/>
                </a:rPr>
                <a:t>  </a:t>
              </a:r>
              <a:r>
                <a:rPr lang="en-US" altLang="zh-TW" sz="1200" dirty="0">
                  <a:solidFill>
                    <a:srgbClr val="FF0000"/>
                  </a:solidFill>
                  <a:cs typeface="Arial" panose="020B0604020202020204" pitchFamily="34" charset="0"/>
                </a:rPr>
                <a:t>IN</a:t>
              </a:r>
              <a:r>
                <a:rPr lang="en-US" altLang="zh-TW" sz="1200" dirty="0">
                  <a:cs typeface="Arial" panose="020B0604020202020204" pitchFamily="34" charset="0"/>
                </a:rPr>
                <a:t> </a:t>
              </a:r>
              <a:r>
                <a:rPr lang="en-US" altLang="zh-TW" sz="1200" dirty="0">
                  <a:solidFill>
                    <a:srgbClr val="2FA626"/>
                  </a:solidFill>
                  <a:cs typeface="Arial" panose="020B0604020202020204" pitchFamily="34" charset="0"/>
                </a:rPr>
                <a:t>EFI_EVENT</a:t>
              </a:r>
              <a:r>
                <a:rPr lang="en-US" altLang="zh-TW" sz="1200" dirty="0">
                  <a:cs typeface="Arial" panose="020B0604020202020204" pitchFamily="34" charset="0"/>
                </a:rPr>
                <a:t>        </a:t>
              </a:r>
              <a:r>
                <a:rPr lang="en-US" altLang="zh-TW" sz="1200" dirty="0">
                  <a:solidFill>
                    <a:srgbClr val="0E03E3"/>
                  </a:solidFill>
                  <a:cs typeface="Arial" panose="020B0604020202020204" pitchFamily="34" charset="0"/>
                </a:rPr>
                <a:t>Event</a:t>
              </a:r>
              <a:r>
                <a:rPr lang="en-US" altLang="zh-TW" sz="1200" dirty="0">
                  <a:cs typeface="Arial" panose="020B0604020202020204" pitchFamily="34" charset="0"/>
                </a:rPr>
                <a:t>,</a:t>
              </a:r>
            </a:p>
            <a:p>
              <a:pPr>
                <a:buClr>
                  <a:srgbClr val="000000"/>
                </a:buClr>
                <a:buSzPct val="100000"/>
                <a:buNone/>
                <a:defRPr/>
              </a:pPr>
              <a:r>
                <a:rPr lang="en-US" altLang="zh-TW" sz="1200" dirty="0">
                  <a:cs typeface="Arial" panose="020B0604020202020204" pitchFamily="34" charset="0"/>
                </a:rPr>
                <a:t>  </a:t>
              </a:r>
              <a:r>
                <a:rPr lang="en-US" altLang="zh-TW" sz="1200" dirty="0">
                  <a:solidFill>
                    <a:srgbClr val="FF0000"/>
                  </a:solidFill>
                  <a:cs typeface="Arial" panose="020B0604020202020204" pitchFamily="34" charset="0"/>
                </a:rPr>
                <a:t>IN</a:t>
              </a:r>
              <a:r>
                <a:rPr lang="en-US" altLang="zh-TW" sz="1200" dirty="0">
                  <a:cs typeface="Arial" panose="020B0604020202020204" pitchFamily="34" charset="0"/>
                </a:rPr>
                <a:t> </a:t>
              </a:r>
              <a:r>
                <a:rPr lang="en-US" altLang="zh-TW" sz="1200" dirty="0">
                  <a:solidFill>
                    <a:srgbClr val="2FA626"/>
                  </a:solidFill>
                  <a:cs typeface="Arial" panose="020B0604020202020204" pitchFamily="34" charset="0"/>
                </a:rPr>
                <a:t>VOID</a:t>
              </a:r>
              <a:r>
                <a:rPr lang="en-US" altLang="zh-TW" sz="1200" dirty="0">
                  <a:cs typeface="Arial" panose="020B0604020202020204" pitchFamily="34" charset="0"/>
                </a:rPr>
                <a:t>             *</a:t>
              </a:r>
              <a:r>
                <a:rPr lang="en-US" altLang="zh-TW" sz="1200" dirty="0">
                  <a:solidFill>
                    <a:srgbClr val="0E03E3"/>
                  </a:solidFill>
                  <a:cs typeface="Arial" panose="020B0604020202020204" pitchFamily="34" charset="0"/>
                </a:rPr>
                <a:t>Context</a:t>
              </a:r>
            </a:p>
            <a:p>
              <a:pPr>
                <a:buClr>
                  <a:srgbClr val="000000"/>
                </a:buClr>
                <a:buSzPct val="100000"/>
                <a:buNone/>
                <a:defRPr/>
              </a:pPr>
              <a:r>
                <a:rPr lang="en-US" altLang="zh-TW" sz="1200" dirty="0">
                  <a:cs typeface="Arial" panose="020B0604020202020204" pitchFamily="34" charset="0"/>
                </a:rPr>
                <a:t>)</a:t>
              </a:r>
            </a:p>
            <a:p>
              <a:pPr>
                <a:buClr>
                  <a:srgbClr val="000000"/>
                </a:buClr>
                <a:buSzPct val="100000"/>
                <a:buNone/>
                <a:defRPr/>
              </a:pPr>
              <a:r>
                <a:rPr lang="en-US" altLang="zh-TW" sz="1200" dirty="0">
                  <a:cs typeface="Arial" panose="020B0604020202020204" pitchFamily="34" charset="0"/>
                </a:rPr>
                <a:t>{</a:t>
              </a:r>
            </a:p>
            <a:p>
              <a:pPr>
                <a:buSzPct val="100000"/>
                <a:buNone/>
                <a:defRPr/>
              </a:pPr>
              <a:r>
                <a:rPr lang="en-US" altLang="zh-TW" sz="1200" dirty="0">
                  <a:cs typeface="Arial" panose="020B0604020202020204" pitchFamily="34" charset="0"/>
                </a:rPr>
                <a:t>  ...</a:t>
              </a:r>
            </a:p>
            <a:p>
              <a:pPr>
                <a:buSzPct val="100000"/>
                <a:buNone/>
                <a:defRPr/>
              </a:pPr>
              <a:r>
                <a:rPr lang="en-US" altLang="zh-TW" sz="1200" dirty="0">
                  <a:cs typeface="Arial" panose="020B0604020202020204" pitchFamily="34" charset="0"/>
                </a:rPr>
                <a:t>  </a:t>
              </a:r>
              <a:r>
                <a:rPr lang="en-US" altLang="zh-TW" sz="1200" dirty="0" err="1">
                  <a:solidFill>
                    <a:srgbClr val="0066CC"/>
                  </a:solidFill>
                  <a:cs typeface="Tahoma" charset="0"/>
                </a:rPr>
                <a:t>SsidSvid</a:t>
              </a:r>
              <a:r>
                <a:rPr lang="en-US" altLang="zh-TW" sz="1200" dirty="0">
                  <a:cs typeface="Arial" panose="020B0604020202020204" pitchFamily="34" charset="0"/>
                </a:rPr>
                <a:t> = (</a:t>
              </a:r>
              <a:r>
                <a:rPr lang="en-US" altLang="zh-TW" sz="1200" dirty="0">
                  <a:solidFill>
                    <a:srgbClr val="2FA626"/>
                  </a:solidFill>
                  <a:cs typeface="Arial" panose="020B0604020202020204" pitchFamily="34" charset="0"/>
                </a:rPr>
                <a:t>UINT32</a:t>
              </a:r>
              <a:r>
                <a:rPr lang="en-US" altLang="zh-TW" sz="1200" dirty="0">
                  <a:cs typeface="Arial" panose="020B0604020202020204" pitchFamily="34" charset="0"/>
                </a:rPr>
                <a:t>)</a:t>
              </a:r>
              <a:r>
                <a:rPr lang="en-US" altLang="zh-TW" sz="1200" dirty="0">
                  <a:solidFill>
                    <a:srgbClr val="2FA626"/>
                  </a:solidFill>
                  <a:cs typeface="Arial" panose="020B0604020202020204" pitchFamily="34" charset="0"/>
                </a:rPr>
                <a:t>PcdGet32</a:t>
              </a:r>
              <a:r>
                <a:rPr lang="en-US" altLang="zh-TW" sz="1200" dirty="0">
                  <a:cs typeface="Arial" panose="020B0604020202020204" pitchFamily="34" charset="0"/>
                </a:rPr>
                <a:t>(</a:t>
              </a:r>
              <a:r>
                <a:rPr lang="en-US" altLang="zh-TW" sz="1200" dirty="0" err="1">
                  <a:cs typeface="Arial" panose="020B0604020202020204" pitchFamily="34" charset="0"/>
                </a:rPr>
                <a:t>PcdDefaultSsidSvid</a:t>
              </a:r>
              <a:r>
                <a:rPr lang="en-US" altLang="zh-TW" sz="1200" dirty="0">
                  <a:cs typeface="Arial" panose="020B0604020202020204" pitchFamily="34" charset="0"/>
                </a:rPr>
                <a:t>);</a:t>
              </a:r>
            </a:p>
            <a:p>
              <a:pPr>
                <a:buSzPct val="100000"/>
                <a:buNone/>
                <a:defRPr/>
              </a:pPr>
              <a:r>
                <a:rPr lang="en-US" altLang="zh-TW" sz="1200" dirty="0">
                  <a:cs typeface="Arial" panose="020B0604020202020204" pitchFamily="34" charset="0"/>
                </a:rPr>
                <a:t>  </a:t>
              </a:r>
              <a:r>
                <a:rPr lang="en-US" altLang="zh-TW" sz="1200" dirty="0">
                  <a:solidFill>
                    <a:srgbClr val="0E03E3"/>
                  </a:solidFill>
                  <a:cs typeface="Arial" panose="020B0604020202020204" pitchFamily="34" charset="0"/>
                </a:rPr>
                <a:t>// Get the VID/DID as a default value</a:t>
              </a:r>
            </a:p>
            <a:p>
              <a:pPr>
                <a:buSzPct val="100000"/>
                <a:buNone/>
                <a:defRPr/>
              </a:pPr>
              <a:r>
                <a:rPr lang="en-US" altLang="zh-TW" sz="1200" dirty="0">
                  <a:solidFill>
                    <a:schemeClr val="accent2">
                      <a:lumMod val="75000"/>
                    </a:schemeClr>
                  </a:solidFill>
                  <a:cs typeface="Arial" panose="020B0604020202020204" pitchFamily="34" charset="0"/>
                </a:rPr>
                <a:t>  </a:t>
              </a:r>
              <a:r>
                <a:rPr lang="en-US" altLang="zh-TW" sz="1200" dirty="0">
                  <a:solidFill>
                    <a:srgbClr val="FF0D0D"/>
                  </a:solidFill>
                  <a:cs typeface="Arial" panose="020B0604020202020204" pitchFamily="34" charset="0"/>
                </a:rPr>
                <a:t>if</a:t>
              </a:r>
              <a:r>
                <a:rPr lang="en-US" altLang="zh-TW" sz="1200" dirty="0">
                  <a:solidFill>
                    <a:schemeClr val="accent2">
                      <a:lumMod val="75000"/>
                    </a:schemeClr>
                  </a:solidFill>
                  <a:cs typeface="Arial" panose="020B0604020202020204" pitchFamily="34" charset="0"/>
                </a:rPr>
                <a:t> </a:t>
              </a:r>
              <a:r>
                <a:rPr lang="en-US" altLang="zh-TW" sz="1200" dirty="0">
                  <a:cs typeface="Arial" panose="020B0604020202020204" pitchFamily="34" charset="0"/>
                </a:rPr>
                <a:t>(</a:t>
              </a:r>
              <a:r>
                <a:rPr lang="en-US" altLang="zh-TW" sz="1200" dirty="0" err="1">
                  <a:solidFill>
                    <a:srgbClr val="0066CC"/>
                  </a:solidFill>
                  <a:cs typeface="Tahoma" charset="0"/>
                </a:rPr>
                <a:t>SsidSvid</a:t>
              </a:r>
              <a:r>
                <a:rPr lang="en-US" altLang="zh-TW" sz="1200" dirty="0">
                  <a:cs typeface="Arial" panose="020B0604020202020204" pitchFamily="34" charset="0"/>
                </a:rPr>
                <a:t> == 0) {</a:t>
              </a:r>
            </a:p>
            <a:p>
              <a:pPr>
                <a:buNone/>
                <a:defRPr/>
              </a:pPr>
              <a:r>
                <a:rPr lang="en-US" altLang="zh-TW" sz="1200" dirty="0">
                  <a:cs typeface="Arial" panose="020B0604020202020204" pitchFamily="34" charset="0"/>
                </a:rPr>
                <a:t>    </a:t>
              </a:r>
              <a:r>
                <a:rPr lang="en-US" altLang="zh-TW" sz="1200" dirty="0" err="1">
                  <a:solidFill>
                    <a:srgbClr val="0066CC"/>
                  </a:solidFill>
                  <a:cs typeface="Tahoma" charset="0"/>
                </a:rPr>
                <a:t>SsidSvid</a:t>
              </a:r>
              <a:r>
                <a:rPr lang="en-US" altLang="zh-TW" sz="1200" dirty="0">
                  <a:cs typeface="Arial" panose="020B0604020202020204" pitchFamily="34" charset="0"/>
                </a:rPr>
                <a:t> = ((</a:t>
              </a:r>
              <a:r>
                <a:rPr lang="en-US" altLang="zh-TW" sz="1200" dirty="0">
                  <a:solidFill>
                    <a:srgbClr val="2FA626"/>
                  </a:solidFill>
                  <a:cs typeface="Arial" panose="020B0604020202020204" pitchFamily="34" charset="0"/>
                </a:rPr>
                <a:t>UINT32</a:t>
              </a:r>
              <a:r>
                <a:rPr lang="en-US" altLang="zh-TW" sz="1200" dirty="0">
                  <a:cs typeface="Arial" panose="020B0604020202020204" pitchFamily="34" charset="0"/>
                </a:rPr>
                <a:t>)</a:t>
              </a:r>
              <a:r>
                <a:rPr lang="en-US" altLang="zh-TW" sz="1200" dirty="0" err="1">
                  <a:solidFill>
                    <a:srgbClr val="0066CC"/>
                  </a:solidFill>
                  <a:cs typeface="Tahoma" charset="0"/>
                </a:rPr>
                <a:t>DeviceId</a:t>
              </a:r>
              <a:r>
                <a:rPr lang="en-US" altLang="zh-TW" sz="1200" dirty="0">
                  <a:cs typeface="Arial" panose="020B0604020202020204" pitchFamily="34" charset="0"/>
                </a:rPr>
                <a:t> &lt;&lt; </a:t>
              </a:r>
              <a:r>
                <a:rPr lang="en-US" altLang="zh-TW" sz="1200" dirty="0">
                  <a:solidFill>
                    <a:srgbClr val="FF0D0D"/>
                  </a:solidFill>
                  <a:cs typeface="Arial" panose="020B0604020202020204" pitchFamily="34" charset="0"/>
                </a:rPr>
                <a:t>16</a:t>
              </a:r>
              <a:r>
                <a:rPr lang="en-US" altLang="zh-TW" sz="1200" dirty="0">
                  <a:cs typeface="Arial" panose="020B0604020202020204" pitchFamily="34" charset="0"/>
                </a:rPr>
                <a:t>) + </a:t>
              </a:r>
              <a:r>
                <a:rPr lang="en-US" altLang="zh-TW" sz="1200" dirty="0" err="1">
                  <a:solidFill>
                    <a:srgbClr val="0066CC"/>
                  </a:solidFill>
                  <a:cs typeface="Tahoma" charset="0"/>
                </a:rPr>
                <a:t>VendorId</a:t>
              </a:r>
              <a:r>
                <a:rPr lang="en-US" altLang="zh-TW" sz="1200" dirty="0">
                  <a:cs typeface="Arial" panose="020B0604020202020204" pitchFamily="34" charset="0"/>
                </a:rPr>
                <a:t>;</a:t>
              </a:r>
            </a:p>
            <a:p>
              <a:pPr>
                <a:buNone/>
                <a:defRPr/>
              </a:pPr>
              <a:r>
                <a:rPr lang="en-US" altLang="zh-TW" sz="1200" dirty="0">
                  <a:cs typeface="Arial" panose="020B0604020202020204" pitchFamily="34" charset="0"/>
                </a:rPr>
                <a:t>  </a:t>
              </a:r>
              <a:r>
                <a:rPr lang="en-US" altLang="zh-TW" sz="1200" dirty="0">
                  <a:solidFill>
                    <a:schemeClr val="tx2"/>
                  </a:solidFill>
                  <a:cs typeface="Tahoma" charset="0"/>
                </a:rPr>
                <a:t>}</a:t>
              </a:r>
              <a:endParaRPr lang="en-US" altLang="zh-TW" sz="1200" dirty="0">
                <a:solidFill>
                  <a:schemeClr val="tx2"/>
                </a:solidFill>
                <a:cs typeface="Arial" panose="020B0604020202020204" pitchFamily="34" charset="0"/>
              </a:endParaRPr>
            </a:p>
            <a:p>
              <a:pPr>
                <a:buNone/>
                <a:defRPr/>
              </a:pPr>
              <a:r>
                <a:rPr lang="en-US" altLang="zh-TW" sz="1200" dirty="0">
                  <a:cs typeface="Arial" panose="020B0604020202020204" pitchFamily="34" charset="0"/>
                </a:rPr>
                <a:t>    …</a:t>
              </a:r>
            </a:p>
            <a:p>
              <a:pPr>
                <a:buSzPct val="100000"/>
                <a:buNone/>
                <a:defRPr/>
              </a:pPr>
              <a:r>
                <a:rPr lang="en-US" altLang="zh-TW" sz="1200" dirty="0">
                  <a:cs typeface="Arial" panose="020B0604020202020204" pitchFamily="34" charset="0"/>
                </a:rPr>
                <a:t>} </a:t>
              </a:r>
              <a:endParaRPr lang="en-US" altLang="zh-TW" sz="1200" dirty="0">
                <a:solidFill>
                  <a:srgbClr val="000000"/>
                </a:solidFill>
                <a:ea typeface="新細明體" charset="-120"/>
              </a:endParaRPr>
            </a:p>
          </p:txBody>
        </p:sp>
      </p:grpSp>
    </p:spTree>
    <p:extLst>
      <p:ext uri="{BB962C8B-B14F-4D97-AF65-F5344CB8AC3E}">
        <p14:creationId xmlns:p14="http://schemas.microsoft.com/office/powerpoint/2010/main" val="3022664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 - </a:t>
            </a:r>
            <a:r>
              <a:rPr lang="en-US" altLang="zh-TW" dirty="0" err="1"/>
              <a:t>SetSsidSvidDxe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dirty="0" err="1">
                <a:solidFill>
                  <a:srgbClr val="000000"/>
                </a:solidFill>
                <a:latin typeface="Times New Roman" pitchFamily="16" charset="0"/>
                <a:ea typeface="新細明體" charset="-120"/>
              </a:rPr>
              <a:t>SetSsidSvidCallBack</a:t>
            </a:r>
            <a:r>
              <a:rPr lang="en-US" altLang="zh-TW" dirty="0">
                <a:solidFill>
                  <a:srgbClr val="000000"/>
                </a:solidFill>
                <a:latin typeface="Times New Roman" pitchFamily="16" charset="0"/>
                <a:ea typeface="新細明體" charset="-120"/>
              </a:rPr>
              <a:t> ()</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Program a SSID/SVID value to a device</a:t>
            </a:r>
            <a:endParaRPr lang="en-US" altLang="zh-TW" dirty="0">
              <a:solidFill>
                <a:srgbClr val="0070C0"/>
              </a:solidFill>
              <a:latin typeface="Times New Roman" pitchFamily="16" charset="0"/>
              <a:ea typeface="新細明體" charset="-120"/>
            </a:endParaRPr>
          </a:p>
        </p:txBody>
      </p:sp>
      <p:grpSp>
        <p:nvGrpSpPr>
          <p:cNvPr id="12" name="群組 11">
            <a:extLst>
              <a:ext uri="{FF2B5EF4-FFF2-40B4-BE49-F238E27FC236}">
                <a16:creationId xmlns:a16="http://schemas.microsoft.com/office/drawing/2014/main" id="{E5822929-39F2-4FC4-B803-ABC7A810F9A7}"/>
              </a:ext>
            </a:extLst>
          </p:cNvPr>
          <p:cNvGrpSpPr/>
          <p:nvPr/>
        </p:nvGrpSpPr>
        <p:grpSpPr>
          <a:xfrm>
            <a:off x="3992717" y="2271176"/>
            <a:ext cx="7361083" cy="3905787"/>
            <a:chOff x="4195249" y="1985204"/>
            <a:chExt cx="7361083" cy="3905787"/>
          </a:xfrm>
        </p:grpSpPr>
        <p:sp>
          <p:nvSpPr>
            <p:cNvPr id="13" name="Rectangle 15">
              <a:extLst>
                <a:ext uri="{FF2B5EF4-FFF2-40B4-BE49-F238E27FC236}">
                  <a16:creationId xmlns:a16="http://schemas.microsoft.com/office/drawing/2014/main" id="{A2C7CB56-3E60-4070-BECA-D270E0A04F69}"/>
                </a:ext>
              </a:extLst>
            </p:cNvPr>
            <p:cNvSpPr>
              <a:spLocks noChangeArrowheads="1"/>
            </p:cNvSpPr>
            <p:nvPr/>
          </p:nvSpPr>
          <p:spPr bwMode="auto">
            <a:xfrm>
              <a:off x="4195249" y="1985204"/>
              <a:ext cx="7361083" cy="3905787"/>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4" name="Rectangle 16">
              <a:extLst>
                <a:ext uri="{FF2B5EF4-FFF2-40B4-BE49-F238E27FC236}">
                  <a16:creationId xmlns:a16="http://schemas.microsoft.com/office/drawing/2014/main" id="{494D7131-AB9D-49FD-87E5-CC9886BAC709}"/>
                </a:ext>
              </a:extLst>
            </p:cNvPr>
            <p:cNvSpPr>
              <a:spLocks noChangeArrowheads="1"/>
            </p:cNvSpPr>
            <p:nvPr/>
          </p:nvSpPr>
          <p:spPr bwMode="auto">
            <a:xfrm>
              <a:off x="4195249" y="1985205"/>
              <a:ext cx="7361083"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SetSsidSvidDxe.c</a:t>
              </a:r>
              <a:endParaRPr lang="zh-TW" altLang="en-US" sz="1200" dirty="0"/>
            </a:p>
          </p:txBody>
        </p:sp>
        <p:sp>
          <p:nvSpPr>
            <p:cNvPr id="15" name="Text Box 17">
              <a:extLst>
                <a:ext uri="{FF2B5EF4-FFF2-40B4-BE49-F238E27FC236}">
                  <a16:creationId xmlns:a16="http://schemas.microsoft.com/office/drawing/2014/main" id="{8B4BD93D-80F6-4A73-8D1C-F66A116851FA}"/>
                </a:ext>
              </a:extLst>
            </p:cNvPr>
            <p:cNvSpPr txBox="1">
              <a:spLocks noChangeArrowheads="1"/>
            </p:cNvSpPr>
            <p:nvPr/>
          </p:nvSpPr>
          <p:spPr bwMode="auto">
            <a:xfrm>
              <a:off x="4271448" y="2290005"/>
              <a:ext cx="7224725"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buClr>
                  <a:srgbClr val="000000"/>
                </a:buClr>
                <a:buSzPct val="100000"/>
                <a:buNone/>
                <a:defRPr/>
              </a:pPr>
              <a:r>
                <a:rPr lang="en-US" altLang="zh-TW" sz="1200" b="1" dirty="0">
                  <a:solidFill>
                    <a:srgbClr val="2FA626"/>
                  </a:solidFill>
                  <a:cs typeface="Arial" panose="020B0604020202020204" pitchFamily="34" charset="0"/>
                </a:rPr>
                <a:t>VOID</a:t>
              </a:r>
            </a:p>
            <a:p>
              <a:pPr>
                <a:buClr>
                  <a:srgbClr val="000000"/>
                </a:buClr>
                <a:buSzPct val="100000"/>
                <a:buNone/>
                <a:defRPr/>
              </a:pPr>
              <a:r>
                <a:rPr lang="en-US" altLang="zh-TW" sz="1200" b="1" dirty="0">
                  <a:solidFill>
                    <a:srgbClr val="FF0000"/>
                  </a:solidFill>
                  <a:cs typeface="Arial" panose="020B0604020202020204" pitchFamily="34" charset="0"/>
                </a:rPr>
                <a:t>EFIAPI</a:t>
              </a:r>
            </a:p>
            <a:p>
              <a:pPr>
                <a:buClr>
                  <a:srgbClr val="000000"/>
                </a:buClr>
                <a:buSzPct val="100000"/>
                <a:buNone/>
                <a:defRPr/>
              </a:pPr>
              <a:r>
                <a:rPr lang="en-US" altLang="zh-TW" sz="1200" b="1" dirty="0" err="1">
                  <a:solidFill>
                    <a:srgbClr val="0E03E3"/>
                  </a:solidFill>
                  <a:cs typeface="Arial" panose="020B0604020202020204" pitchFamily="34" charset="0"/>
                </a:rPr>
                <a:t>SetSsidSvidCallBack</a:t>
              </a:r>
              <a:r>
                <a:rPr lang="en-US" altLang="zh-TW" sz="1200" b="1" dirty="0">
                  <a:cs typeface="Arial" panose="020B0604020202020204" pitchFamily="34" charset="0"/>
                </a:rPr>
                <a:t> (</a:t>
              </a:r>
            </a:p>
            <a:p>
              <a:pPr>
                <a:buClr>
                  <a:srgbClr val="000000"/>
                </a:buClr>
                <a:buSzPct val="100000"/>
                <a:buNone/>
                <a:defRPr/>
              </a:pPr>
              <a:r>
                <a:rPr lang="en-US" altLang="zh-TW" sz="1200" b="1" dirty="0">
                  <a:cs typeface="Arial" panose="020B0604020202020204" pitchFamily="34" charset="0"/>
                </a:rPr>
                <a:t>  </a:t>
              </a:r>
              <a:r>
                <a:rPr lang="en-US" altLang="zh-TW" sz="1200" b="1" dirty="0">
                  <a:solidFill>
                    <a:srgbClr val="FF0000"/>
                  </a:solidFill>
                  <a:cs typeface="Arial" panose="020B0604020202020204" pitchFamily="34" charset="0"/>
                </a:rPr>
                <a:t>IN</a:t>
              </a:r>
              <a:r>
                <a:rPr lang="en-US" altLang="zh-TW" sz="1200" b="1" dirty="0">
                  <a:cs typeface="Arial" panose="020B0604020202020204" pitchFamily="34" charset="0"/>
                </a:rPr>
                <a:t> </a:t>
              </a:r>
              <a:r>
                <a:rPr lang="en-US" altLang="zh-TW" sz="1200" b="1" dirty="0">
                  <a:solidFill>
                    <a:srgbClr val="2FA626"/>
                  </a:solidFill>
                  <a:cs typeface="Arial" panose="020B0604020202020204" pitchFamily="34" charset="0"/>
                </a:rPr>
                <a:t>EFI_EVENT</a:t>
              </a:r>
              <a:r>
                <a:rPr lang="en-US" altLang="zh-TW" sz="1200" b="1" dirty="0">
                  <a:cs typeface="Arial" panose="020B0604020202020204" pitchFamily="34" charset="0"/>
                </a:rPr>
                <a:t>        </a:t>
              </a:r>
              <a:r>
                <a:rPr lang="en-US" altLang="zh-TW" sz="1200" b="1" dirty="0">
                  <a:solidFill>
                    <a:srgbClr val="0E03E3"/>
                  </a:solidFill>
                  <a:cs typeface="Arial" panose="020B0604020202020204" pitchFamily="34" charset="0"/>
                </a:rPr>
                <a:t>Event</a:t>
              </a:r>
              <a:r>
                <a:rPr lang="en-US" altLang="zh-TW" sz="1200" b="1" dirty="0">
                  <a:cs typeface="Arial" panose="020B0604020202020204" pitchFamily="34" charset="0"/>
                </a:rPr>
                <a:t>,</a:t>
              </a:r>
            </a:p>
            <a:p>
              <a:pPr>
                <a:buClr>
                  <a:srgbClr val="000000"/>
                </a:buClr>
                <a:buSzPct val="100000"/>
                <a:buNone/>
                <a:defRPr/>
              </a:pPr>
              <a:r>
                <a:rPr lang="en-US" altLang="zh-TW" sz="1200" b="1" dirty="0">
                  <a:cs typeface="Arial" panose="020B0604020202020204" pitchFamily="34" charset="0"/>
                </a:rPr>
                <a:t>  </a:t>
              </a:r>
              <a:r>
                <a:rPr lang="en-US" altLang="zh-TW" sz="1200" b="1" dirty="0">
                  <a:solidFill>
                    <a:srgbClr val="FF0000"/>
                  </a:solidFill>
                  <a:cs typeface="Arial" panose="020B0604020202020204" pitchFamily="34" charset="0"/>
                </a:rPr>
                <a:t>IN</a:t>
              </a:r>
              <a:r>
                <a:rPr lang="en-US" altLang="zh-TW" sz="1200" b="1" dirty="0">
                  <a:cs typeface="Arial" panose="020B0604020202020204" pitchFamily="34" charset="0"/>
                </a:rPr>
                <a:t> </a:t>
              </a:r>
              <a:r>
                <a:rPr lang="en-US" altLang="zh-TW" sz="1200" b="1" dirty="0">
                  <a:solidFill>
                    <a:srgbClr val="2FA626"/>
                  </a:solidFill>
                  <a:cs typeface="Arial" panose="020B0604020202020204" pitchFamily="34" charset="0"/>
                </a:rPr>
                <a:t>VOID</a:t>
              </a:r>
              <a:r>
                <a:rPr lang="en-US" altLang="zh-TW" sz="1200" b="1" dirty="0">
                  <a:cs typeface="Arial" panose="020B0604020202020204" pitchFamily="34" charset="0"/>
                </a:rPr>
                <a:t>             *</a:t>
              </a:r>
              <a:r>
                <a:rPr lang="en-US" altLang="zh-TW" sz="1200" b="1" dirty="0">
                  <a:solidFill>
                    <a:srgbClr val="0E03E3"/>
                  </a:solidFill>
                  <a:cs typeface="Arial" panose="020B0604020202020204" pitchFamily="34" charset="0"/>
                </a:rPr>
                <a:t>Context</a:t>
              </a:r>
            </a:p>
            <a:p>
              <a:pPr>
                <a:buClr>
                  <a:srgbClr val="000000"/>
                </a:buClr>
                <a:buSzPct val="100000"/>
                <a:buNone/>
                <a:defRPr/>
              </a:pPr>
              <a:r>
                <a:rPr lang="en-US" altLang="zh-TW" sz="1200" b="1" dirty="0">
                  <a:cs typeface="Arial" panose="020B0604020202020204" pitchFamily="34" charset="0"/>
                </a:rPr>
                <a:t>)</a:t>
              </a:r>
            </a:p>
            <a:p>
              <a:pPr>
                <a:buClr>
                  <a:srgbClr val="000000"/>
                </a:buClr>
                <a:buSzPct val="100000"/>
                <a:buNone/>
                <a:defRPr/>
              </a:pPr>
              <a:r>
                <a:rPr lang="en-US" altLang="zh-TW" sz="1200" b="1" dirty="0">
                  <a:cs typeface="Arial" panose="020B0604020202020204" pitchFamily="34" charset="0"/>
                </a:rPr>
                <a:t>{</a:t>
              </a:r>
            </a:p>
            <a:p>
              <a:pPr>
                <a:buSzPct val="100000"/>
                <a:buNone/>
                <a:defRPr/>
              </a:pPr>
              <a:r>
                <a:rPr lang="en-US" altLang="zh-TW" sz="1200" b="1" dirty="0">
                  <a:cs typeface="Arial" panose="020B0604020202020204" pitchFamily="34" charset="0"/>
                </a:rPr>
                <a:t>  ...</a:t>
              </a:r>
            </a:p>
            <a:p>
              <a:pPr marL="207963" indent="-207963">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0000FF"/>
                  </a:solidFill>
                  <a:cs typeface="Tahoma" charset="0"/>
                </a:rPr>
                <a:t>// Program SSID/SVID...</a:t>
              </a:r>
            </a:p>
            <a:p>
              <a:pPr>
                <a:buNone/>
                <a:defRPr/>
              </a:pPr>
              <a:r>
                <a:rPr lang="en-US" altLang="zh-TW" sz="1200" b="1" dirty="0">
                  <a:cs typeface="Arial" panose="020B0604020202020204" pitchFamily="34" charset="0"/>
                </a:rPr>
                <a:t>  </a:t>
              </a:r>
              <a:r>
                <a:rPr lang="en-US" altLang="zh-TW" sz="1200" dirty="0">
                  <a:solidFill>
                    <a:srgbClr val="0066CC"/>
                  </a:solidFill>
                  <a:cs typeface="Tahoma" charset="0"/>
                </a:rPr>
                <a:t>Status</a:t>
              </a:r>
              <a:r>
                <a:rPr lang="en-US" altLang="zh-TW" sz="1200" b="1" dirty="0">
                  <a:cs typeface="Arial" panose="020B0604020202020204" pitchFamily="34" charset="0"/>
                </a:rPr>
                <a:t> = </a:t>
              </a:r>
              <a:r>
                <a:rPr lang="en-US" altLang="zh-TW" sz="1200" dirty="0" err="1">
                  <a:solidFill>
                    <a:srgbClr val="008000"/>
                  </a:solidFill>
                  <a:cs typeface="Tahoma" charset="0"/>
                </a:rPr>
                <a:t>OemSvcUpdateSsidSvidInfo</a:t>
              </a:r>
              <a:r>
                <a:rPr lang="en-US" altLang="zh-TW" sz="1200" dirty="0">
                  <a:solidFill>
                    <a:srgbClr val="0066CC"/>
                  </a:solidFill>
                  <a:cs typeface="Tahoma" charset="0"/>
                </a:rPr>
                <a:t>(Bus</a:t>
              </a:r>
              <a:r>
                <a:rPr lang="en-US" altLang="zh-TW" sz="1200" b="1" dirty="0">
                  <a:cs typeface="Arial" panose="020B0604020202020204" pitchFamily="34" charset="0"/>
                </a:rPr>
                <a:t>,  </a:t>
              </a:r>
              <a:r>
                <a:rPr lang="en-US" altLang="zh-TW" sz="1200" dirty="0">
                  <a:solidFill>
                    <a:srgbClr val="0066CC"/>
                  </a:solidFill>
                  <a:cs typeface="Tahoma" charset="0"/>
                </a:rPr>
                <a:t>Dev</a:t>
              </a:r>
              <a:r>
                <a:rPr lang="en-US" altLang="zh-TW" sz="1200" b="1" dirty="0">
                  <a:cs typeface="Arial" panose="020B0604020202020204" pitchFamily="34" charset="0"/>
                </a:rPr>
                <a:t>,  </a:t>
              </a:r>
              <a:r>
                <a:rPr lang="en-US" altLang="zh-TW" sz="1200" dirty="0" err="1">
                  <a:solidFill>
                    <a:srgbClr val="0066CC"/>
                  </a:solidFill>
                  <a:cs typeface="Tahoma" charset="0"/>
                </a:rPr>
                <a:t>Func</a:t>
              </a:r>
              <a:r>
                <a:rPr lang="en-US" altLang="zh-TW" sz="1200" b="1" dirty="0">
                  <a:cs typeface="Arial" panose="020B0604020202020204" pitchFamily="34" charset="0"/>
                </a:rPr>
                <a:t>, </a:t>
              </a:r>
              <a:r>
                <a:rPr lang="en-US" altLang="zh-TW" sz="1200" dirty="0" err="1">
                  <a:solidFill>
                    <a:srgbClr val="0066CC"/>
                  </a:solidFill>
                  <a:cs typeface="Tahoma" charset="0"/>
                </a:rPr>
                <a:t>VendorId</a:t>
              </a:r>
              <a:r>
                <a:rPr lang="en-US" altLang="zh-TW" sz="1200" b="1" dirty="0">
                  <a:cs typeface="Arial" panose="020B0604020202020204" pitchFamily="34" charset="0"/>
                </a:rPr>
                <a:t>,  </a:t>
              </a:r>
              <a:r>
                <a:rPr lang="en-US" altLang="zh-TW" sz="1200" dirty="0" err="1">
                  <a:solidFill>
                    <a:srgbClr val="0066CC"/>
                  </a:solidFill>
                  <a:cs typeface="Tahoma" charset="0"/>
                </a:rPr>
                <a:t>DeviceId</a:t>
              </a:r>
              <a:r>
                <a:rPr lang="en-US" altLang="zh-TW" sz="1200" b="1" dirty="0">
                  <a:cs typeface="Arial" panose="020B0604020202020204" pitchFamily="34" charset="0"/>
                </a:rPr>
                <a:t>, </a:t>
              </a:r>
              <a:r>
                <a:rPr lang="en-US" altLang="zh-TW" sz="1200" dirty="0" err="1">
                  <a:solidFill>
                    <a:srgbClr val="0066CC"/>
                  </a:solidFill>
                  <a:cs typeface="Tahoma" charset="0"/>
                </a:rPr>
                <a:t>ClassCode</a:t>
              </a:r>
              <a:r>
                <a:rPr lang="en-US" altLang="zh-TW" sz="1200" b="1" dirty="0">
                  <a:cs typeface="Arial" panose="020B0604020202020204" pitchFamily="34" charset="0"/>
                </a:rPr>
                <a:t>, </a:t>
              </a:r>
              <a:r>
                <a:rPr lang="en-US" altLang="zh-TW" sz="1200" dirty="0" err="1">
                  <a:solidFill>
                    <a:srgbClr val="0066CC"/>
                  </a:solidFill>
                  <a:cs typeface="Tahoma" charset="0"/>
                </a:rPr>
                <a:t>SsidSvid</a:t>
              </a:r>
              <a:r>
                <a:rPr lang="en-US" altLang="zh-TW" sz="1200" dirty="0">
                  <a:solidFill>
                    <a:srgbClr val="0066CC"/>
                  </a:solidFill>
                  <a:cs typeface="Tahoma" charset="0"/>
                </a:rPr>
                <a:t> </a:t>
              </a:r>
              <a:r>
                <a:rPr lang="en-US" altLang="zh-TW" sz="1200" b="1" dirty="0">
                  <a:cs typeface="Arial" panose="020B0604020202020204" pitchFamily="34" charset="0"/>
                </a:rPr>
                <a:t>);</a:t>
              </a:r>
              <a:endParaRPr lang="en-US" altLang="zh-TW" sz="1200" dirty="0">
                <a:solidFill>
                  <a:srgbClr val="0000FF"/>
                </a:solidFill>
                <a:cs typeface="Tahoma" charset="0"/>
              </a:endParaRPr>
            </a:p>
            <a:p>
              <a:pPr marL="207963" indent="-207963">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FF0000"/>
                  </a:solidFill>
                  <a:cs typeface="Tahoma" charset="0"/>
                </a:rPr>
                <a:t>  if</a:t>
              </a:r>
              <a:r>
                <a:rPr lang="en-US" altLang="zh-TW" sz="1200" dirty="0">
                  <a:solidFill>
                    <a:srgbClr val="000000"/>
                  </a:solidFill>
                  <a:cs typeface="Tahoma" charset="0"/>
                </a:rPr>
                <a:t> (!</a:t>
              </a:r>
              <a:r>
                <a:rPr lang="en-US" altLang="zh-TW" sz="1200" dirty="0">
                  <a:solidFill>
                    <a:srgbClr val="008000"/>
                  </a:solidFill>
                  <a:cs typeface="Tahoma" charset="0"/>
                </a:rPr>
                <a:t>EFI_ERROR</a:t>
              </a:r>
              <a:r>
                <a:rPr lang="en-US" altLang="zh-TW" sz="1200" dirty="0">
                  <a:solidFill>
                    <a:srgbClr val="000000"/>
                  </a:solidFill>
                  <a:cs typeface="Tahoma" charset="0"/>
                </a:rPr>
                <a:t>(</a:t>
              </a:r>
              <a:r>
                <a:rPr lang="en-US" altLang="zh-TW" sz="1200" dirty="0">
                  <a:solidFill>
                    <a:srgbClr val="0066CC"/>
                  </a:solidFill>
                  <a:cs typeface="Tahoma" charset="0"/>
                </a:rPr>
                <a:t>Status</a:t>
              </a:r>
              <a:r>
                <a:rPr lang="en-US" altLang="zh-TW" sz="1200" dirty="0">
                  <a:solidFill>
                    <a:srgbClr val="000000"/>
                  </a:solidFill>
                  <a:cs typeface="Tahoma" charset="0"/>
                </a:rPr>
                <a:t>)) {</a:t>
              </a:r>
            </a:p>
            <a:p>
              <a:pPr marL="207963" indent="-207963">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continue</a:t>
              </a:r>
              <a:r>
                <a:rPr lang="en-US" altLang="zh-TW" sz="1200" dirty="0">
                  <a:solidFill>
                    <a:srgbClr val="000000"/>
                  </a:solidFill>
                  <a:cs typeface="Tahoma" charset="0"/>
                </a:rPr>
                <a:t>;</a:t>
              </a:r>
            </a:p>
            <a:p>
              <a:pPr marL="207963" indent="-207963">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p>
            <a:p>
              <a:pPr marL="207963" indent="-207963">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66CC"/>
                  </a:solidFill>
                  <a:cs typeface="Tahoma" charset="0"/>
                </a:rPr>
                <a:t>  Status</a:t>
              </a:r>
              <a:r>
                <a:rPr lang="en-US" altLang="zh-TW" sz="1200" dirty="0">
                  <a:solidFill>
                    <a:srgbClr val="000000"/>
                  </a:solidFill>
                  <a:cs typeface="Tahoma" charset="0"/>
                </a:rPr>
                <a:t> = </a:t>
              </a:r>
              <a:r>
                <a:rPr lang="en-US" altLang="zh-TW" sz="1200" dirty="0" err="1">
                  <a:solidFill>
                    <a:srgbClr val="008000"/>
                  </a:solidFill>
                  <a:cs typeface="Tahoma" charset="0"/>
                </a:rPr>
                <a:t>DxeCsSvcProgramChipsetSsid</a:t>
              </a:r>
              <a:r>
                <a:rPr lang="en-US" altLang="zh-TW" sz="1200" dirty="0">
                  <a:solidFill>
                    <a:srgbClr val="000000"/>
                  </a:solidFill>
                  <a:cs typeface="Tahoma" charset="0"/>
                </a:rPr>
                <a:t> (</a:t>
              </a:r>
              <a:r>
                <a:rPr lang="en-US" altLang="zh-TW" sz="1200" dirty="0">
                  <a:solidFill>
                    <a:srgbClr val="0066CC"/>
                  </a:solidFill>
                  <a:cs typeface="Tahoma" charset="0"/>
                </a:rPr>
                <a:t>Bus</a:t>
              </a:r>
              <a:r>
                <a:rPr lang="en-US" altLang="zh-TW" sz="1200" dirty="0">
                  <a:solidFill>
                    <a:srgbClr val="000000"/>
                  </a:solidFill>
                  <a:cs typeface="Tahoma" charset="0"/>
                </a:rPr>
                <a:t>, </a:t>
              </a:r>
              <a:r>
                <a:rPr lang="en-US" altLang="zh-TW" sz="1200" dirty="0">
                  <a:solidFill>
                    <a:srgbClr val="0066CC"/>
                  </a:solidFill>
                  <a:cs typeface="Tahoma" charset="0"/>
                </a:rPr>
                <a:t>Dev</a:t>
              </a:r>
              <a:r>
                <a:rPr lang="en-US" altLang="zh-TW" sz="1200" dirty="0">
                  <a:solidFill>
                    <a:srgbClr val="000000"/>
                  </a:solidFill>
                  <a:cs typeface="Tahoma" charset="0"/>
                </a:rPr>
                <a:t>, </a:t>
              </a:r>
              <a:r>
                <a:rPr lang="en-US" altLang="zh-TW" sz="1200" dirty="0" err="1">
                  <a:solidFill>
                    <a:srgbClr val="0066CC"/>
                  </a:solidFill>
                  <a:cs typeface="Tahoma" charset="0"/>
                </a:rPr>
                <a:t>Func</a:t>
              </a:r>
              <a:r>
                <a:rPr lang="en-US" altLang="zh-TW" sz="1200" dirty="0">
                  <a:solidFill>
                    <a:srgbClr val="000000"/>
                  </a:solidFill>
                  <a:cs typeface="Tahoma" charset="0"/>
                </a:rPr>
                <a:t>, </a:t>
              </a:r>
              <a:r>
                <a:rPr lang="en-US" altLang="zh-TW" sz="1200" dirty="0" err="1">
                  <a:solidFill>
                    <a:srgbClr val="0066CC"/>
                  </a:solidFill>
                  <a:cs typeface="Tahoma" charset="0"/>
                </a:rPr>
                <a:t>VendorId</a:t>
              </a:r>
              <a:r>
                <a:rPr lang="en-US" altLang="zh-TW" sz="1200" dirty="0">
                  <a:solidFill>
                    <a:srgbClr val="000000"/>
                  </a:solidFill>
                  <a:cs typeface="Tahoma" charset="0"/>
                </a:rPr>
                <a:t>, </a:t>
              </a:r>
              <a:r>
                <a:rPr lang="en-US" altLang="zh-TW" sz="1200" dirty="0" err="1">
                  <a:solidFill>
                    <a:srgbClr val="0066CC"/>
                  </a:solidFill>
                  <a:cs typeface="Tahoma" charset="0"/>
                </a:rPr>
                <a:t>DeviceId</a:t>
              </a:r>
              <a:r>
                <a:rPr lang="en-US" altLang="zh-TW" sz="1200" dirty="0">
                  <a:solidFill>
                    <a:srgbClr val="000000"/>
                  </a:solidFill>
                  <a:cs typeface="Tahoma" charset="0"/>
                </a:rPr>
                <a:t>, </a:t>
              </a:r>
              <a:r>
                <a:rPr lang="en-US" altLang="zh-TW" sz="1200" dirty="0" err="1">
                  <a:solidFill>
                    <a:srgbClr val="0066CC"/>
                  </a:solidFill>
                  <a:cs typeface="Tahoma" charset="0"/>
                </a:rPr>
                <a:t>SsidSvid</a:t>
              </a:r>
              <a:r>
                <a:rPr lang="en-US" altLang="zh-TW" sz="1200" dirty="0">
                  <a:solidFill>
                    <a:srgbClr val="000000"/>
                  </a:solidFill>
                  <a:cs typeface="Tahoma" charset="0"/>
                </a:rPr>
                <a:t>);</a:t>
              </a:r>
            </a:p>
            <a:p>
              <a:pPr marL="207963" indent="-207963">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if</a:t>
              </a:r>
              <a:r>
                <a:rPr lang="en-US" altLang="zh-TW" sz="1200" dirty="0">
                  <a:solidFill>
                    <a:srgbClr val="000000"/>
                  </a:solidFill>
                  <a:cs typeface="Tahoma" charset="0"/>
                </a:rPr>
                <a:t> (!</a:t>
              </a:r>
              <a:r>
                <a:rPr lang="en-US" altLang="zh-TW" sz="1200" dirty="0">
                  <a:solidFill>
                    <a:srgbClr val="008000"/>
                  </a:solidFill>
                  <a:cs typeface="Tahoma" charset="0"/>
                </a:rPr>
                <a:t>EFI_ERROR</a:t>
              </a:r>
              <a:r>
                <a:rPr lang="en-US" altLang="zh-TW" sz="1200" dirty="0">
                  <a:solidFill>
                    <a:srgbClr val="000000"/>
                  </a:solidFill>
                  <a:cs typeface="Tahoma" charset="0"/>
                </a:rPr>
                <a:t>(</a:t>
              </a:r>
              <a:r>
                <a:rPr lang="en-US" altLang="zh-TW" sz="1200" dirty="0">
                  <a:solidFill>
                    <a:srgbClr val="0066CC"/>
                  </a:solidFill>
                  <a:cs typeface="Tahoma" charset="0"/>
                </a:rPr>
                <a:t>Status</a:t>
              </a:r>
              <a:r>
                <a:rPr lang="en-US" altLang="zh-TW" sz="1200" dirty="0">
                  <a:solidFill>
                    <a:srgbClr val="000000"/>
                  </a:solidFill>
                  <a:cs typeface="Tahoma" charset="0"/>
                </a:rPr>
                <a:t>)) {</a:t>
              </a:r>
            </a:p>
            <a:p>
              <a:pPr marL="207963" indent="-207963">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continue</a:t>
              </a:r>
              <a:r>
                <a:rPr lang="en-US" altLang="zh-TW" sz="1200" dirty="0">
                  <a:solidFill>
                    <a:srgbClr val="000000"/>
                  </a:solidFill>
                  <a:cs typeface="Tahoma" charset="0"/>
                </a:rPr>
                <a:t>;</a:t>
              </a:r>
            </a:p>
            <a:p>
              <a:pPr marL="207963" indent="-207963">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 </a:t>
              </a:r>
            </a:p>
            <a:p>
              <a:pPr marL="207963" indent="-207963">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err="1">
                  <a:solidFill>
                    <a:srgbClr val="008000"/>
                  </a:solidFill>
                  <a:cs typeface="Tahoma" charset="0"/>
                </a:rPr>
                <a:t>ProgramSsidSvid</a:t>
              </a:r>
              <a:r>
                <a:rPr lang="en-US" altLang="zh-TW" sz="1200" dirty="0">
                  <a:solidFill>
                    <a:srgbClr val="000000"/>
                  </a:solidFill>
                  <a:cs typeface="Tahoma" charset="0"/>
                </a:rPr>
                <a:t> (</a:t>
              </a:r>
              <a:r>
                <a:rPr lang="en-US" altLang="zh-TW" sz="1200" dirty="0" err="1">
                  <a:solidFill>
                    <a:srgbClr val="0066CC"/>
                  </a:solidFill>
                  <a:cs typeface="Tahoma" charset="0"/>
                </a:rPr>
                <a:t>PciRootBridgeIo</a:t>
              </a:r>
              <a:r>
                <a:rPr lang="en-US" altLang="zh-TW" sz="1200" dirty="0">
                  <a:solidFill>
                    <a:srgbClr val="000000"/>
                  </a:solidFill>
                  <a:cs typeface="Tahoma" charset="0"/>
                </a:rPr>
                <a:t>, </a:t>
              </a:r>
              <a:r>
                <a:rPr lang="en-US" altLang="zh-TW" sz="1200" dirty="0">
                  <a:solidFill>
                    <a:srgbClr val="0066CC"/>
                  </a:solidFill>
                  <a:cs typeface="Tahoma" charset="0"/>
                </a:rPr>
                <a:t>Bus</a:t>
              </a:r>
              <a:r>
                <a:rPr lang="en-US" altLang="zh-TW" sz="1200" dirty="0">
                  <a:solidFill>
                    <a:srgbClr val="000000"/>
                  </a:solidFill>
                  <a:cs typeface="Tahoma" charset="0"/>
                </a:rPr>
                <a:t>, </a:t>
              </a:r>
              <a:r>
                <a:rPr lang="en-US" altLang="zh-TW" sz="1200" dirty="0">
                  <a:solidFill>
                    <a:srgbClr val="0066CC"/>
                  </a:solidFill>
                  <a:cs typeface="Tahoma" charset="0"/>
                </a:rPr>
                <a:t>Dev</a:t>
              </a:r>
              <a:r>
                <a:rPr lang="en-US" altLang="zh-TW" sz="1200" dirty="0">
                  <a:solidFill>
                    <a:srgbClr val="000000"/>
                  </a:solidFill>
                  <a:cs typeface="Tahoma" charset="0"/>
                </a:rPr>
                <a:t>, </a:t>
              </a:r>
              <a:r>
                <a:rPr lang="en-US" altLang="zh-TW" sz="1200" dirty="0" err="1">
                  <a:solidFill>
                    <a:srgbClr val="0066CC"/>
                  </a:solidFill>
                  <a:cs typeface="Tahoma" charset="0"/>
                </a:rPr>
                <a:t>Func</a:t>
              </a:r>
              <a:r>
                <a:rPr lang="en-US" altLang="zh-TW" sz="1200" dirty="0">
                  <a:solidFill>
                    <a:srgbClr val="000000"/>
                  </a:solidFill>
                  <a:cs typeface="Tahoma" charset="0"/>
                </a:rPr>
                <a:t>, </a:t>
              </a:r>
              <a:r>
                <a:rPr lang="en-US" altLang="zh-TW" sz="1200" dirty="0" err="1">
                  <a:solidFill>
                    <a:srgbClr val="0066CC"/>
                  </a:solidFill>
                  <a:cs typeface="Tahoma" charset="0"/>
                </a:rPr>
                <a:t>SsidSvid</a:t>
              </a:r>
              <a:r>
                <a:rPr lang="en-US" altLang="zh-TW" sz="1200" dirty="0">
                  <a:solidFill>
                    <a:srgbClr val="000000"/>
                  </a:solidFill>
                  <a:cs typeface="Tahoma" charset="0"/>
                </a:rPr>
                <a:t>);</a:t>
              </a:r>
            </a:p>
            <a:p>
              <a:pPr>
                <a:buSzPct val="100000"/>
                <a:buNone/>
                <a:defRPr/>
              </a:pPr>
              <a:r>
                <a:rPr lang="en-US" altLang="zh-TW" sz="1200" b="1" dirty="0">
                  <a:cs typeface="Arial" panose="020B0604020202020204" pitchFamily="34" charset="0"/>
                </a:rPr>
                <a:t>} </a:t>
              </a:r>
              <a:endParaRPr lang="en-US" altLang="zh-TW" sz="1200" dirty="0">
                <a:solidFill>
                  <a:srgbClr val="000000"/>
                </a:solidFill>
                <a:ea typeface="新細明體" charset="-120"/>
              </a:endParaRPr>
            </a:p>
          </p:txBody>
        </p:sp>
      </p:grpSp>
      <p:sp>
        <p:nvSpPr>
          <p:cNvPr id="4" name="Rectangle 3">
            <a:extLst>
              <a:ext uri="{FF2B5EF4-FFF2-40B4-BE49-F238E27FC236}">
                <a16:creationId xmlns:a16="http://schemas.microsoft.com/office/drawing/2014/main" id="{9F5EF777-D437-415E-B621-C9FEC8830C05}"/>
              </a:ext>
            </a:extLst>
          </p:cNvPr>
          <p:cNvSpPr/>
          <p:nvPr/>
        </p:nvSpPr>
        <p:spPr>
          <a:xfrm>
            <a:off x="3992717" y="5654842"/>
            <a:ext cx="4754241"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128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 - </a:t>
            </a:r>
            <a:r>
              <a:rPr lang="en-US" altLang="zh-TW" dirty="0" err="1"/>
              <a:t>DxeOemSvcKernelLib</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dirty="0" err="1">
                <a:solidFill>
                  <a:srgbClr val="000000"/>
                </a:solidFill>
                <a:latin typeface="Times New Roman" pitchFamily="16" charset="0"/>
                <a:ea typeface="新細明體" charset="-120"/>
              </a:rPr>
              <a:t>OemSvcUpdateSsidSvidInfo</a:t>
            </a:r>
            <a:r>
              <a:rPr lang="en-US" altLang="zh-TW" dirty="0">
                <a:solidFill>
                  <a:srgbClr val="000000"/>
                </a:solidFill>
                <a:latin typeface="Times New Roman" pitchFamily="16" charset="0"/>
                <a:ea typeface="新細明體" charset="-120"/>
              </a:rPr>
              <a:t> ()</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Program a SSID/SVID value to OEM specific device</a:t>
            </a:r>
            <a:endParaRPr lang="en-US" altLang="zh-TW" dirty="0">
              <a:solidFill>
                <a:srgbClr val="0070C0"/>
              </a:solidFill>
              <a:latin typeface="Times New Roman" pitchFamily="16" charset="0"/>
              <a:ea typeface="新細明體" charset="-120"/>
            </a:endParaRPr>
          </a:p>
        </p:txBody>
      </p:sp>
      <p:grpSp>
        <p:nvGrpSpPr>
          <p:cNvPr id="18" name="群組 17">
            <a:extLst>
              <a:ext uri="{FF2B5EF4-FFF2-40B4-BE49-F238E27FC236}">
                <a16:creationId xmlns:a16="http://schemas.microsoft.com/office/drawing/2014/main" id="{0A8B49B4-D30E-4E3B-B796-94C9704F749A}"/>
              </a:ext>
            </a:extLst>
          </p:cNvPr>
          <p:cNvGrpSpPr/>
          <p:nvPr/>
        </p:nvGrpSpPr>
        <p:grpSpPr>
          <a:xfrm>
            <a:off x="4232227" y="2213549"/>
            <a:ext cx="7646954" cy="4644451"/>
            <a:chOff x="2415458" y="1939719"/>
            <a:chExt cx="7646954" cy="4644451"/>
          </a:xfrm>
        </p:grpSpPr>
        <p:grpSp>
          <p:nvGrpSpPr>
            <p:cNvPr id="19" name="群組 18">
              <a:extLst>
                <a:ext uri="{FF2B5EF4-FFF2-40B4-BE49-F238E27FC236}">
                  <a16:creationId xmlns:a16="http://schemas.microsoft.com/office/drawing/2014/main" id="{64E6A66F-9FAB-44CF-89E5-92BE3648BF5F}"/>
                </a:ext>
              </a:extLst>
            </p:cNvPr>
            <p:cNvGrpSpPr/>
            <p:nvPr/>
          </p:nvGrpSpPr>
          <p:grpSpPr>
            <a:xfrm>
              <a:off x="2415458" y="1939719"/>
              <a:ext cx="7570753" cy="4644451"/>
              <a:chOff x="2415458" y="1939719"/>
              <a:chExt cx="7570753" cy="4644451"/>
            </a:xfrm>
          </p:grpSpPr>
          <p:sp>
            <p:nvSpPr>
              <p:cNvPr id="21" name="Rectangle 15">
                <a:extLst>
                  <a:ext uri="{FF2B5EF4-FFF2-40B4-BE49-F238E27FC236}">
                    <a16:creationId xmlns:a16="http://schemas.microsoft.com/office/drawing/2014/main" id="{F210686E-C1E8-405F-8248-A3952F55764E}"/>
                  </a:ext>
                </a:extLst>
              </p:cNvPr>
              <p:cNvSpPr>
                <a:spLocks noChangeArrowheads="1"/>
              </p:cNvSpPr>
              <p:nvPr/>
            </p:nvSpPr>
            <p:spPr bwMode="auto">
              <a:xfrm>
                <a:off x="2415458" y="1939719"/>
                <a:ext cx="7570753" cy="4644451"/>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22" name="Rectangle 16">
                <a:extLst>
                  <a:ext uri="{FF2B5EF4-FFF2-40B4-BE49-F238E27FC236}">
                    <a16:creationId xmlns:a16="http://schemas.microsoft.com/office/drawing/2014/main" id="{E3BFEE32-9669-4407-A2D7-5822106CCDC7}"/>
                  </a:ext>
                </a:extLst>
              </p:cNvPr>
              <p:cNvSpPr>
                <a:spLocks noChangeArrowheads="1"/>
              </p:cNvSpPr>
              <p:nvPr/>
            </p:nvSpPr>
            <p:spPr bwMode="auto">
              <a:xfrm>
                <a:off x="2415458" y="1939720"/>
                <a:ext cx="7570753"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OemSvcUpdateSsidSvidInfo.c</a:t>
                </a:r>
                <a:endParaRPr lang="zh-TW" altLang="en-US" sz="1200" dirty="0"/>
              </a:p>
            </p:txBody>
          </p:sp>
        </p:grpSp>
        <p:sp>
          <p:nvSpPr>
            <p:cNvPr id="20" name="Text Box 17">
              <a:extLst>
                <a:ext uri="{FF2B5EF4-FFF2-40B4-BE49-F238E27FC236}">
                  <a16:creationId xmlns:a16="http://schemas.microsoft.com/office/drawing/2014/main" id="{92569A24-62A0-4616-963C-E2995BA84834}"/>
                </a:ext>
              </a:extLst>
            </p:cNvPr>
            <p:cNvSpPr txBox="1">
              <a:spLocks noChangeArrowheads="1"/>
            </p:cNvSpPr>
            <p:nvPr/>
          </p:nvSpPr>
          <p:spPr bwMode="auto">
            <a:xfrm>
              <a:off x="2491658" y="2244520"/>
              <a:ext cx="7570754"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FF0000"/>
                  </a:solidFill>
                  <a:cs typeface="Tahoma" charset="0"/>
                </a:rPr>
                <a:t>STATIC</a:t>
              </a:r>
              <a:r>
                <a:rPr lang="en-US" altLang="zh-TW" sz="1200" dirty="0">
                  <a:solidFill>
                    <a:srgbClr val="008000"/>
                  </a:solidFill>
                  <a:cs typeface="Tahoma" charset="0"/>
                </a:rPr>
                <a:t> OEM_SSID_SVID_TABLE</a:t>
              </a:r>
              <a:r>
                <a:rPr lang="en-US" altLang="zh-TW" sz="1200" dirty="0">
                  <a:solidFill>
                    <a:srgbClr val="000000"/>
                  </a:solidFill>
                  <a:cs typeface="Tahoma" charset="0"/>
                </a:rPr>
                <a:t> </a:t>
              </a:r>
              <a:r>
                <a:rPr lang="en-US" altLang="zh-TW" sz="1200" dirty="0" err="1">
                  <a:solidFill>
                    <a:srgbClr val="0000FF"/>
                  </a:solidFill>
                  <a:cs typeface="Tahoma" charset="0"/>
                </a:rPr>
                <a:t>SsidTable</a:t>
              </a:r>
              <a:r>
                <a:rPr lang="en-US" altLang="zh-TW" sz="1200" dirty="0">
                  <a:solidFill>
                    <a:srgbClr val="000000"/>
                  </a:solidFill>
                  <a:cs typeface="Tahoma" charset="0"/>
                </a:rPr>
                <a:t>[] = {</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r>
                <a:rPr lang="en-US" altLang="zh-TW" sz="1200" dirty="0">
                  <a:solidFill>
                    <a:srgbClr val="FF0000"/>
                  </a:solidFill>
                  <a:cs typeface="Tahoma" charset="0"/>
                </a:rPr>
                <a:t>0x10DE, DEVICE_ID_DONT_CARE, </a:t>
              </a:r>
              <a:r>
                <a:rPr lang="en-US" altLang="zh-TW" sz="1200" dirty="0">
                  <a:solidFill>
                    <a:srgbClr val="008000"/>
                  </a:solidFill>
                  <a:cs typeface="Tahoma" charset="0"/>
                </a:rPr>
                <a:t>ProgramSsidSvid0xFFFF10DE</a:t>
              </a:r>
              <a:r>
                <a:rPr lang="en-US" altLang="zh-TW" sz="1200" dirty="0">
                  <a:solidFill>
                    <a:srgbClr val="FF0000"/>
                  </a:solidFill>
                  <a:cs typeface="Tahoma" charset="0"/>
                </a:rPr>
                <a:t>,</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FF0000"/>
                  </a:solidFill>
                  <a:cs typeface="Tahoma" charset="0"/>
                </a:rPr>
                <a:t>  0x1002, DEVICE_ID_DONT_CARE, </a:t>
              </a:r>
              <a:r>
                <a:rPr lang="en-US" altLang="zh-TW" sz="1200" dirty="0">
                  <a:solidFill>
                    <a:srgbClr val="008000"/>
                  </a:solidFill>
                  <a:cs typeface="Tahoma" charset="0"/>
                </a:rPr>
                <a:t>ProgramSsidSvid0xFFFF1002</a:t>
              </a:r>
              <a:r>
                <a:rPr lang="en-US" altLang="zh-TW" sz="1200" dirty="0">
                  <a:solidFill>
                    <a:srgbClr val="FF0000"/>
                  </a:solidFill>
                  <a:cs typeface="Tahoma" charset="0"/>
                </a:rPr>
                <a:t>,</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FF0000"/>
                  </a:solidFill>
                  <a:cs typeface="Tahoma" charset="0"/>
                </a:rPr>
                <a:t>  DEVICE_ID_DONT_CARE, DEVICE_ID_DONT_CARE, NULL</a:t>
              </a:r>
            </a:p>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a:t>
              </a:r>
            </a:p>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endParaRPr lang="en-US" altLang="zh-TW" sz="1200" dirty="0">
                <a:solidFill>
                  <a:srgbClr val="000000"/>
                </a:solidFill>
                <a:cs typeface="Tahoma" charset="0"/>
              </a:endParaRPr>
            </a:p>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err="1">
                  <a:solidFill>
                    <a:srgbClr val="0000FF"/>
                  </a:solidFill>
                  <a:cs typeface="Tahoma" charset="0"/>
                </a:rPr>
                <a:t>OemSvcUpdateSsidSvidInfo</a:t>
              </a:r>
              <a:r>
                <a:rPr lang="en-US" altLang="zh-TW" sz="1200" dirty="0">
                  <a:solidFill>
                    <a:srgbClr val="000000"/>
                  </a:solidFill>
                  <a:cs typeface="Tahoma" charset="0"/>
                </a:rPr>
                <a:t>(</a:t>
              </a:r>
            </a:p>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                       </a:t>
              </a:r>
            </a:p>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r>
                <a:rPr lang="en-US" altLang="zh-TW" sz="1200" dirty="0">
                  <a:solidFill>
                    <a:srgbClr val="FF0000"/>
                  </a:solidFill>
                  <a:cs typeface="Tahoma" charset="0"/>
                </a:rPr>
                <a:t>IN OUT</a:t>
              </a:r>
              <a:r>
                <a:rPr lang="en-US" altLang="zh-TW" sz="1200" dirty="0">
                  <a:solidFill>
                    <a:srgbClr val="000000"/>
                  </a:solidFill>
                  <a:cs typeface="Tahoma" charset="0"/>
                </a:rPr>
                <a:t>     </a:t>
              </a:r>
              <a:r>
                <a:rPr lang="en-US" altLang="zh-TW" sz="1200" dirty="0">
                  <a:solidFill>
                    <a:srgbClr val="008000"/>
                  </a:solidFill>
                  <a:cs typeface="Tahoma" charset="0"/>
                </a:rPr>
                <a:t>UINT32</a:t>
              </a:r>
              <a:r>
                <a:rPr lang="en-US" altLang="zh-TW" sz="1200" dirty="0">
                  <a:solidFill>
                    <a:srgbClr val="000000"/>
                  </a:solidFill>
                  <a:cs typeface="Tahoma" charset="0"/>
                </a:rPr>
                <a:t>        *</a:t>
              </a:r>
              <a:r>
                <a:rPr lang="en-US" altLang="zh-TW" sz="1200" dirty="0" err="1">
                  <a:solidFill>
                    <a:srgbClr val="0000FF"/>
                  </a:solidFill>
                  <a:cs typeface="Tahoma" charset="0"/>
                </a:rPr>
                <a:t>SsidSvid</a:t>
              </a:r>
              <a:endParaRPr lang="en-US" altLang="zh-TW" sz="1200" dirty="0">
                <a:solidFill>
                  <a:srgbClr val="0000FF"/>
                </a:solidFill>
                <a:cs typeface="Tahoma" charset="0"/>
              </a:endParaRPr>
            </a:p>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p>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p>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FF"/>
                  </a:solidFill>
                  <a:cs typeface="Tahoma" charset="0"/>
                </a:rPr>
                <a:t>  // Get special programming add-on device from </a:t>
              </a:r>
              <a:r>
                <a:rPr lang="en-US" altLang="zh-TW" sz="1200" dirty="0">
                  <a:solidFill>
                    <a:srgbClr val="FF0000"/>
                  </a:solidFill>
                  <a:cs typeface="Tahoma" charset="0"/>
                </a:rPr>
                <a:t>OEM</a:t>
              </a:r>
              <a:r>
                <a:rPr lang="en-US" altLang="zh-TW" sz="1200" dirty="0">
                  <a:solidFill>
                    <a:srgbClr val="0000FF"/>
                  </a:solidFill>
                  <a:cs typeface="Tahoma" charset="0"/>
                </a:rPr>
                <a:t> </a:t>
              </a:r>
              <a:r>
                <a:rPr lang="en-US" altLang="zh-TW" sz="1200" dirty="0" err="1">
                  <a:solidFill>
                    <a:srgbClr val="0000FF"/>
                  </a:solidFill>
                  <a:cs typeface="Tahoma" charset="0"/>
                </a:rPr>
                <a:t>SsidTable</a:t>
              </a:r>
              <a:r>
                <a:rPr lang="en-US" altLang="zh-TW" sz="1200" dirty="0">
                  <a:solidFill>
                    <a:srgbClr val="0000FF"/>
                  </a:solidFill>
                  <a:cs typeface="Tahoma" charset="0"/>
                </a:rPr>
                <a:t>.</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for (Index = 0; </a:t>
              </a:r>
              <a:r>
                <a:rPr lang="en-US" altLang="zh-TW" sz="1200" dirty="0" err="1">
                  <a:solidFill>
                    <a:srgbClr val="7030A0"/>
                  </a:solidFill>
                  <a:cs typeface="Tahoma" charset="0"/>
                </a:rPr>
                <a:t>SsidTable</a:t>
              </a:r>
              <a:r>
                <a:rPr lang="en-US" altLang="zh-TW" sz="1200" dirty="0">
                  <a:solidFill>
                    <a:srgbClr val="000000"/>
                  </a:solidFill>
                  <a:cs typeface="Tahoma" charset="0"/>
                </a:rPr>
                <a:t>[Index].</a:t>
              </a:r>
              <a:r>
                <a:rPr lang="en-US" altLang="zh-TW" sz="1200" dirty="0" err="1">
                  <a:solidFill>
                    <a:srgbClr val="2FA626"/>
                  </a:solidFill>
                  <a:cs typeface="Tahoma" charset="0"/>
                </a:rPr>
                <a:t>SpecialSsidSvidFunction</a:t>
              </a:r>
              <a:r>
                <a:rPr lang="en-US" altLang="zh-TW" sz="1200" dirty="0">
                  <a:solidFill>
                    <a:srgbClr val="000000"/>
                  </a:solidFill>
                  <a:cs typeface="Tahoma" charset="0"/>
                </a:rPr>
                <a:t> != </a:t>
              </a:r>
              <a:r>
                <a:rPr lang="en-US" altLang="zh-TW" sz="1200" dirty="0">
                  <a:solidFill>
                    <a:srgbClr val="FF0000"/>
                  </a:solidFill>
                  <a:cs typeface="Tahoma" charset="0"/>
                </a:rPr>
                <a:t>NULL</a:t>
              </a:r>
              <a:r>
                <a:rPr lang="en-US" altLang="zh-TW" sz="1200" dirty="0">
                  <a:solidFill>
                    <a:srgbClr val="000000"/>
                  </a:solidFill>
                  <a:cs typeface="Tahoma" charset="0"/>
                </a:rPr>
                <a:t>; Index++ ) {</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if (</a:t>
              </a:r>
              <a:r>
                <a:rPr lang="en-US" altLang="zh-TW" sz="1200" dirty="0" err="1">
                  <a:solidFill>
                    <a:srgbClr val="7030A0"/>
                  </a:solidFill>
                  <a:cs typeface="Tahoma" charset="0"/>
                </a:rPr>
                <a:t>SsidTable</a:t>
              </a:r>
              <a:r>
                <a:rPr lang="en-US" altLang="zh-TW" sz="1200" dirty="0">
                  <a:solidFill>
                    <a:srgbClr val="000000"/>
                  </a:solidFill>
                  <a:cs typeface="Tahoma" charset="0"/>
                </a:rPr>
                <a:t>[Index].</a:t>
              </a:r>
              <a:r>
                <a:rPr lang="en-US" altLang="zh-TW" sz="1200" dirty="0" err="1">
                  <a:solidFill>
                    <a:srgbClr val="2FA626"/>
                  </a:solidFill>
                  <a:cs typeface="Tahoma" charset="0"/>
                </a:rPr>
                <a:t>VendorId</a:t>
              </a:r>
              <a:r>
                <a:rPr lang="en-US" altLang="zh-TW" sz="1200" dirty="0">
                  <a:solidFill>
                    <a:srgbClr val="000000"/>
                  </a:solidFill>
                  <a:cs typeface="Tahoma" charset="0"/>
                </a:rPr>
                <a:t> == </a:t>
              </a:r>
              <a:r>
                <a:rPr lang="en-US" altLang="zh-TW" sz="1200" dirty="0" err="1">
                  <a:solidFill>
                    <a:srgbClr val="000000"/>
                  </a:solidFill>
                  <a:cs typeface="Tahoma" charset="0"/>
                </a:rPr>
                <a:t>VendorId</a:t>
              </a:r>
              <a:r>
                <a:rPr lang="en-US" altLang="zh-TW" sz="1200" dirty="0">
                  <a:solidFill>
                    <a:srgbClr val="000000"/>
                  </a:solidFill>
                  <a:cs typeface="Tahoma" charset="0"/>
                </a:rPr>
                <a:t>) {</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if ((</a:t>
              </a:r>
              <a:r>
                <a:rPr lang="en-US" altLang="zh-TW" sz="1200" dirty="0" err="1">
                  <a:solidFill>
                    <a:srgbClr val="7030A0"/>
                  </a:solidFill>
                  <a:cs typeface="Tahoma" charset="0"/>
                </a:rPr>
                <a:t>SsidTable</a:t>
              </a:r>
              <a:r>
                <a:rPr lang="en-US" altLang="zh-TW" sz="1200" dirty="0">
                  <a:solidFill>
                    <a:srgbClr val="000000"/>
                  </a:solidFill>
                  <a:cs typeface="Tahoma" charset="0"/>
                </a:rPr>
                <a:t>[Index].</a:t>
              </a:r>
              <a:r>
                <a:rPr lang="en-US" altLang="zh-TW" sz="1200" dirty="0" err="1">
                  <a:solidFill>
                    <a:srgbClr val="2FA626"/>
                  </a:solidFill>
                  <a:cs typeface="Tahoma" charset="0"/>
                </a:rPr>
                <a:t>DeviceId</a:t>
              </a:r>
              <a:r>
                <a:rPr lang="en-US" altLang="zh-TW" sz="1200" dirty="0">
                  <a:solidFill>
                    <a:srgbClr val="000000"/>
                  </a:solidFill>
                  <a:cs typeface="Tahoma" charset="0"/>
                </a:rPr>
                <a:t> == </a:t>
              </a:r>
              <a:r>
                <a:rPr lang="en-US" altLang="zh-TW" sz="1200" dirty="0">
                  <a:solidFill>
                    <a:srgbClr val="FF0000"/>
                  </a:solidFill>
                  <a:cs typeface="Tahoma" charset="0"/>
                </a:rPr>
                <a:t>DEVICE_ID_DONT_CARE</a:t>
              </a:r>
              <a:r>
                <a:rPr lang="en-US" altLang="zh-TW" sz="1200" dirty="0">
                  <a:solidFill>
                    <a:srgbClr val="000000"/>
                  </a:solidFill>
                  <a:cs typeface="Tahoma" charset="0"/>
                </a:rPr>
                <a:t>) || (</a:t>
              </a:r>
              <a:r>
                <a:rPr lang="en-US" altLang="zh-TW" sz="1200" dirty="0" err="1">
                  <a:solidFill>
                    <a:srgbClr val="7030A0"/>
                  </a:solidFill>
                  <a:cs typeface="Tahoma" charset="0"/>
                </a:rPr>
                <a:t>SsidTable</a:t>
              </a:r>
              <a:r>
                <a:rPr lang="en-US" altLang="zh-TW" sz="1200" dirty="0">
                  <a:solidFill>
                    <a:srgbClr val="000000"/>
                  </a:solidFill>
                  <a:cs typeface="Tahoma" charset="0"/>
                </a:rPr>
                <a:t>[Index].</a:t>
              </a:r>
              <a:r>
                <a:rPr lang="en-US" altLang="zh-TW" sz="1200" dirty="0" err="1">
                  <a:solidFill>
                    <a:srgbClr val="2FA626"/>
                  </a:solidFill>
                  <a:cs typeface="Tahoma" charset="0"/>
                </a:rPr>
                <a:t>DeviceId</a:t>
              </a:r>
              <a:r>
                <a:rPr lang="en-US" altLang="zh-TW" sz="1200" dirty="0">
                  <a:solidFill>
                    <a:srgbClr val="000000"/>
                  </a:solidFill>
                  <a:cs typeface="Tahoma" charset="0"/>
                </a:rPr>
                <a:t> == </a:t>
              </a:r>
              <a:r>
                <a:rPr lang="en-US" altLang="zh-TW" sz="1200" dirty="0" err="1">
                  <a:solidFill>
                    <a:srgbClr val="000000"/>
                  </a:solidFill>
                  <a:cs typeface="Tahoma" charset="0"/>
                </a:rPr>
                <a:t>DeviceId</a:t>
              </a:r>
              <a:r>
                <a:rPr lang="en-US" altLang="zh-TW" sz="1200" dirty="0">
                  <a:solidFill>
                    <a:srgbClr val="000000"/>
                  </a:solidFill>
                  <a:cs typeface="Tahoma" charset="0"/>
                </a:rPr>
                <a:t>)){</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Status = </a:t>
              </a:r>
              <a:r>
                <a:rPr lang="en-US" altLang="zh-TW" sz="1200" dirty="0" err="1">
                  <a:solidFill>
                    <a:srgbClr val="7030A0"/>
                  </a:solidFill>
                  <a:cs typeface="Tahoma" charset="0"/>
                </a:rPr>
                <a:t>SsidTable</a:t>
              </a:r>
              <a:r>
                <a:rPr lang="en-US" altLang="zh-TW" sz="1200" dirty="0">
                  <a:solidFill>
                    <a:srgbClr val="000000"/>
                  </a:solidFill>
                  <a:cs typeface="Tahoma" charset="0"/>
                </a:rPr>
                <a:t>[Index].</a:t>
              </a:r>
              <a:r>
                <a:rPr lang="en-US" altLang="zh-TW" sz="1200" dirty="0" err="1">
                  <a:solidFill>
                    <a:srgbClr val="2FA626"/>
                  </a:solidFill>
                  <a:cs typeface="Tahoma" charset="0"/>
                </a:rPr>
                <a:t>SpecialSsidSvidFunction</a:t>
              </a:r>
              <a:r>
                <a:rPr lang="en-US" altLang="zh-TW" sz="1200" dirty="0">
                  <a:solidFill>
                    <a:srgbClr val="000000"/>
                  </a:solidFill>
                  <a:cs typeface="Tahoma" charset="0"/>
                </a:rPr>
                <a:t> (Bus, Dev, </a:t>
              </a:r>
              <a:r>
                <a:rPr lang="en-US" altLang="zh-TW" sz="1200" dirty="0" err="1">
                  <a:solidFill>
                    <a:srgbClr val="000000"/>
                  </a:solidFill>
                  <a:cs typeface="Tahoma" charset="0"/>
                </a:rPr>
                <a:t>Func</a:t>
              </a:r>
              <a:r>
                <a:rPr lang="en-US" altLang="zh-TW" sz="1200" dirty="0">
                  <a:solidFill>
                    <a:srgbClr val="000000"/>
                  </a:solidFill>
                  <a:cs typeface="Tahoma" charset="0"/>
                </a:rPr>
                <a:t>, </a:t>
              </a:r>
              <a:r>
                <a:rPr lang="en-US" altLang="zh-TW" sz="1200" dirty="0" err="1">
                  <a:solidFill>
                    <a:srgbClr val="000000"/>
                  </a:solidFill>
                  <a:cs typeface="Tahoma" charset="0"/>
                </a:rPr>
                <a:t>SsidSvid</a:t>
              </a:r>
              <a:r>
                <a:rPr lang="en-US" altLang="zh-TW" sz="1200" dirty="0">
                  <a:solidFill>
                    <a:srgbClr val="000000"/>
                  </a:solidFill>
                  <a:cs typeface="Tahoma" charset="0"/>
                </a:rPr>
                <a:t>);</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r>
                <a:rPr lang="en-US" altLang="zh-TW" sz="1200" dirty="0">
                  <a:solidFill>
                    <a:srgbClr val="FF0000"/>
                  </a:solidFill>
                  <a:cs typeface="Tahoma" charset="0"/>
                </a:rPr>
                <a:t>break</a:t>
              </a:r>
              <a:r>
                <a:rPr lang="en-US" altLang="zh-TW" sz="1200" dirty="0">
                  <a:solidFill>
                    <a:srgbClr val="000000"/>
                  </a:solidFill>
                  <a:cs typeface="Tahoma" charset="0"/>
                </a:rPr>
                <a:t>;</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p>
            <a:p>
              <a:pPr indent="-207963">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  …</a:t>
              </a:r>
            </a:p>
            <a:p>
              <a:pPr indent="-207963">
                <a:buSzPct val="100000"/>
                <a:buNone/>
                <a:tabLst>
                  <a:tab pos="212725" algn="l"/>
                  <a:tab pos="660400" algn="l"/>
                  <a:tab pos="1109663" algn="l"/>
                  <a:tab pos="1558925" algn="l"/>
                  <a:tab pos="2008188" algn="l"/>
                  <a:tab pos="2457450" algn="l"/>
                  <a:tab pos="2906713" algn="l"/>
                  <a:tab pos="3355975" algn="l"/>
                  <a:tab pos="3805238" algn="l"/>
                  <a:tab pos="4254500" algn="l"/>
                  <a:tab pos="4703763" algn="l"/>
                  <a:tab pos="5153025" algn="l"/>
                  <a:tab pos="5602288" algn="l"/>
                  <a:tab pos="6051550" algn="l"/>
                  <a:tab pos="6500813" algn="l"/>
                  <a:tab pos="6950075" algn="l"/>
                  <a:tab pos="7399338" algn="l"/>
                  <a:tab pos="7848600" algn="l"/>
                  <a:tab pos="8297863" algn="l"/>
                  <a:tab pos="8747125" algn="l"/>
                  <a:tab pos="9196388" algn="l"/>
                </a:tabLst>
              </a:pPr>
              <a:r>
                <a:rPr lang="en-US" altLang="zh-TW" sz="1200" dirty="0">
                  <a:solidFill>
                    <a:srgbClr val="000000"/>
                  </a:solidFill>
                  <a:cs typeface="Tahoma" charset="0"/>
                </a:rPr>
                <a:t>}</a:t>
              </a:r>
            </a:p>
          </p:txBody>
        </p:sp>
      </p:grpSp>
    </p:spTree>
    <p:extLst>
      <p:ext uri="{BB962C8B-B14F-4D97-AF65-F5344CB8AC3E}">
        <p14:creationId xmlns:p14="http://schemas.microsoft.com/office/powerpoint/2010/main" val="3440580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normAutofit fontScale="90000"/>
          </a:bodyPr>
          <a:lstStyle/>
          <a:p>
            <a:r>
              <a:rPr lang="en-US" altLang="zh-TW" dirty="0"/>
              <a:t>Related Files – </a:t>
            </a:r>
            <a:r>
              <a:rPr lang="en-US" altLang="zh-TW" dirty="0" err="1"/>
              <a:t>DxeCsSvcProgramChipsetSSID.c</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dirty="0" err="1">
                <a:solidFill>
                  <a:srgbClr val="000000"/>
                </a:solidFill>
                <a:latin typeface="Times New Roman" pitchFamily="16" charset="0"/>
                <a:ea typeface="新細明體" charset="-120"/>
              </a:rPr>
              <a:t>DxeCsSvcProgramChipsetSsid</a:t>
            </a:r>
            <a:r>
              <a:rPr lang="en-US" altLang="zh-TW" dirty="0">
                <a:solidFill>
                  <a:srgbClr val="000000"/>
                </a:solidFill>
                <a:latin typeface="Times New Roman" pitchFamily="16" charset="0"/>
                <a:ea typeface="新細明體" charset="-120"/>
              </a:rPr>
              <a:t> ()</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Program a SSID/SVID value to a device (For chipset-specific device)</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The key content of </a:t>
            </a:r>
            <a:r>
              <a:rPr lang="en-US" altLang="zh-TW" dirty="0" err="1">
                <a:solidFill>
                  <a:srgbClr val="0070C0"/>
                </a:solidFill>
                <a:latin typeface="Times New Roman" pitchFamily="16" charset="0"/>
                <a:ea typeface="新細明體" charset="-120"/>
              </a:rPr>
              <a:t>ChipsetSvcDxe.c</a:t>
            </a:r>
            <a:endParaRPr lang="en-US" altLang="zh-TW" dirty="0">
              <a:solidFill>
                <a:srgbClr val="0070C0"/>
              </a:solidFill>
              <a:latin typeface="Times New Roman" pitchFamily="16" charset="0"/>
              <a:ea typeface="新細明體" charset="-120"/>
            </a:endParaRPr>
          </a:p>
          <a:p>
            <a:pPr lvl="1" eaLnBrk="0" hangingPunct="0">
              <a:spcBef>
                <a:spcPct val="20000"/>
              </a:spcBef>
              <a:buClr>
                <a:srgbClr val="125C0C"/>
              </a:buClr>
            </a:pPr>
            <a:r>
              <a:rPr lang="en-US" altLang="zh-TW" dirty="0" err="1">
                <a:solidFill>
                  <a:srgbClr val="0070C0"/>
                </a:solidFill>
                <a:latin typeface="Times New Roman" pitchFamily="16" charset="0"/>
                <a:ea typeface="新細明體" charset="-120"/>
              </a:rPr>
              <a:t>DxeCsSvcProgramChipsetSSID.c</a:t>
            </a:r>
            <a:endParaRPr lang="en-US" altLang="zh-TW" dirty="0">
              <a:solidFill>
                <a:srgbClr val="0070C0"/>
              </a:solidFill>
              <a:latin typeface="Times New Roman" pitchFamily="16" charset="0"/>
              <a:ea typeface="新細明體" charset="-120"/>
            </a:endParaRPr>
          </a:p>
        </p:txBody>
      </p:sp>
      <p:grpSp>
        <p:nvGrpSpPr>
          <p:cNvPr id="11" name="群組 10">
            <a:extLst>
              <a:ext uri="{FF2B5EF4-FFF2-40B4-BE49-F238E27FC236}">
                <a16:creationId xmlns:a16="http://schemas.microsoft.com/office/drawing/2014/main" id="{470231DE-9256-4274-A2D0-08B1055AC101}"/>
              </a:ext>
            </a:extLst>
          </p:cNvPr>
          <p:cNvGrpSpPr/>
          <p:nvPr/>
        </p:nvGrpSpPr>
        <p:grpSpPr>
          <a:xfrm>
            <a:off x="4871024" y="3461437"/>
            <a:ext cx="6482776" cy="2797790"/>
            <a:chOff x="4195250" y="2737181"/>
            <a:chExt cx="6482776" cy="2797790"/>
          </a:xfrm>
        </p:grpSpPr>
        <p:sp>
          <p:nvSpPr>
            <p:cNvPr id="12" name="Rectangle 15">
              <a:extLst>
                <a:ext uri="{FF2B5EF4-FFF2-40B4-BE49-F238E27FC236}">
                  <a16:creationId xmlns:a16="http://schemas.microsoft.com/office/drawing/2014/main" id="{C158AF67-C35C-4A8D-A7AE-B1BEA461A65D}"/>
                </a:ext>
              </a:extLst>
            </p:cNvPr>
            <p:cNvSpPr>
              <a:spLocks noChangeArrowheads="1"/>
            </p:cNvSpPr>
            <p:nvPr/>
          </p:nvSpPr>
          <p:spPr bwMode="auto">
            <a:xfrm>
              <a:off x="4195250" y="2737181"/>
              <a:ext cx="6482775" cy="2797790"/>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dirty="0"/>
            </a:p>
          </p:txBody>
        </p:sp>
        <p:sp>
          <p:nvSpPr>
            <p:cNvPr id="13" name="Rectangle 16">
              <a:extLst>
                <a:ext uri="{FF2B5EF4-FFF2-40B4-BE49-F238E27FC236}">
                  <a16:creationId xmlns:a16="http://schemas.microsoft.com/office/drawing/2014/main" id="{2579547C-DE7E-4688-9842-9BD16E5DED39}"/>
                </a:ext>
              </a:extLst>
            </p:cNvPr>
            <p:cNvSpPr>
              <a:spLocks noChangeArrowheads="1"/>
            </p:cNvSpPr>
            <p:nvPr/>
          </p:nvSpPr>
          <p:spPr bwMode="auto">
            <a:xfrm>
              <a:off x="4195250" y="2737181"/>
              <a:ext cx="6482776"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DxeCsSvcProgramChipsetSSID.c</a:t>
              </a:r>
              <a:endParaRPr lang="zh-TW" altLang="en-US" sz="1200" dirty="0"/>
            </a:p>
          </p:txBody>
        </p:sp>
        <p:sp>
          <p:nvSpPr>
            <p:cNvPr id="14" name="Text Box 17">
              <a:extLst>
                <a:ext uri="{FF2B5EF4-FFF2-40B4-BE49-F238E27FC236}">
                  <a16:creationId xmlns:a16="http://schemas.microsoft.com/office/drawing/2014/main" id="{191EE0CB-CB51-420A-A228-2044FD8D66DD}"/>
                </a:ext>
              </a:extLst>
            </p:cNvPr>
            <p:cNvSpPr txBox="1">
              <a:spLocks noChangeArrowheads="1"/>
            </p:cNvSpPr>
            <p:nvPr/>
          </p:nvSpPr>
          <p:spPr bwMode="auto">
            <a:xfrm>
              <a:off x="4271448" y="3041981"/>
              <a:ext cx="6406577"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8000"/>
                  </a:solidFill>
                  <a:cs typeface="Tahoma" charset="0"/>
                </a:rPr>
                <a:t>EFI_STATUS</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err="1">
                  <a:solidFill>
                    <a:srgbClr val="0000FF"/>
                  </a:solidFill>
                  <a:cs typeface="Tahoma" charset="0"/>
                </a:rPr>
                <a:t>DxeCsSvcProgramChipsetSsid</a:t>
              </a:r>
              <a:r>
                <a:rPr lang="en-US" altLang="zh-TW" sz="1200" dirty="0">
                  <a:solidFill>
                    <a:srgbClr val="000000"/>
                  </a:solidFill>
                  <a:cs typeface="Tahoma" charset="0"/>
                </a:rPr>
                <a:t> (</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5A9541"/>
                  </a:solidFill>
                  <a:cs typeface="Tahoma" charset="0"/>
                </a:rPr>
                <a:t>UINT8</a:t>
              </a:r>
              <a:r>
                <a:rPr lang="en-US" altLang="zh-TW" sz="1200" dirty="0">
                  <a:solidFill>
                    <a:srgbClr val="000000"/>
                  </a:solidFill>
                  <a:cs typeface="Tahoma" charset="0"/>
                </a:rPr>
                <a:t>                        Bus,</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5A9541"/>
                  </a:solidFill>
                  <a:cs typeface="Tahoma" charset="0"/>
                </a:rPr>
                <a:t>UINT8</a:t>
              </a:r>
              <a:r>
                <a:rPr lang="en-US" altLang="zh-TW" sz="1200" dirty="0">
                  <a:solidFill>
                    <a:srgbClr val="000000"/>
                  </a:solidFill>
                  <a:cs typeface="Tahoma" charset="0"/>
                </a:rPr>
                <a:t>                        Dev,</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5A9541"/>
                  </a:solidFill>
                  <a:cs typeface="Tahoma" charset="0"/>
                </a:rPr>
                <a:t>UINT8</a:t>
              </a:r>
              <a:r>
                <a:rPr lang="en-US" altLang="zh-TW" sz="1200" dirty="0">
                  <a:solidFill>
                    <a:srgbClr val="000000"/>
                  </a:solidFill>
                  <a:cs typeface="Tahoma" charset="0"/>
                </a:rPr>
                <a:t>                        </a:t>
              </a:r>
              <a:r>
                <a:rPr lang="en-US" altLang="zh-TW" sz="1200" dirty="0" err="1">
                  <a:solidFill>
                    <a:srgbClr val="000000"/>
                  </a:solidFill>
                  <a:cs typeface="Tahoma" charset="0"/>
                </a:rPr>
                <a:t>Func</a:t>
              </a:r>
              <a:r>
                <a:rPr lang="en-US" altLang="zh-TW" sz="1200" dirty="0">
                  <a:solidFill>
                    <a:srgbClr val="000000"/>
                  </a:solidFill>
                  <a:cs typeface="Tahoma" charset="0"/>
                </a:rPr>
                <a:t>,</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5A9541"/>
                  </a:solidFill>
                  <a:cs typeface="Tahoma" charset="0"/>
                </a:rPr>
                <a:t>UINT16</a:t>
              </a:r>
              <a:r>
                <a:rPr lang="en-US" altLang="zh-TW" sz="1200" dirty="0">
                  <a:solidFill>
                    <a:srgbClr val="000000"/>
                  </a:solidFill>
                  <a:cs typeface="Tahoma" charset="0"/>
                </a:rPr>
                <a:t>                       </a:t>
              </a:r>
              <a:r>
                <a:rPr lang="en-US" altLang="zh-TW" sz="1200" dirty="0" err="1">
                  <a:solidFill>
                    <a:srgbClr val="000000"/>
                  </a:solidFill>
                  <a:cs typeface="Tahoma" charset="0"/>
                </a:rPr>
                <a:t>VendorId</a:t>
              </a:r>
              <a:r>
                <a:rPr lang="en-US" altLang="zh-TW" sz="1200" dirty="0">
                  <a:solidFill>
                    <a:srgbClr val="000000"/>
                  </a:solidFill>
                  <a:cs typeface="Tahoma" charset="0"/>
                </a:rPr>
                <a:t>,</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5A9541"/>
                  </a:solidFill>
                  <a:cs typeface="Tahoma" charset="0"/>
                </a:rPr>
                <a:t>UINT16</a:t>
              </a:r>
              <a:r>
                <a:rPr lang="en-US" altLang="zh-TW" sz="1200" dirty="0">
                  <a:solidFill>
                    <a:srgbClr val="000000"/>
                  </a:solidFill>
                  <a:cs typeface="Tahoma" charset="0"/>
                </a:rPr>
                <a:t>                       </a:t>
              </a:r>
              <a:r>
                <a:rPr lang="en-US" altLang="zh-TW" sz="1200" dirty="0" err="1">
                  <a:solidFill>
                    <a:srgbClr val="000000"/>
                  </a:solidFill>
                  <a:cs typeface="Tahoma" charset="0"/>
                </a:rPr>
                <a:t>DeviceId</a:t>
              </a:r>
              <a:r>
                <a:rPr lang="en-US" altLang="zh-TW" sz="1200" dirty="0">
                  <a:solidFill>
                    <a:srgbClr val="000000"/>
                  </a:solidFill>
                  <a:cs typeface="Tahoma" charset="0"/>
                </a:rPr>
                <a:t>,</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5A9541"/>
                  </a:solidFill>
                  <a:cs typeface="Tahoma" charset="0"/>
                </a:rPr>
                <a:t>UINT32</a:t>
              </a:r>
              <a:r>
                <a:rPr lang="en-US" altLang="zh-TW" sz="1200" dirty="0">
                  <a:solidFill>
                    <a:srgbClr val="000000"/>
                  </a:solidFill>
                  <a:cs typeface="Tahoma" charset="0"/>
                </a:rPr>
                <a:t>                       </a:t>
              </a:r>
              <a:r>
                <a:rPr lang="en-US" altLang="zh-TW" sz="1200" dirty="0" err="1">
                  <a:solidFill>
                    <a:srgbClr val="000000"/>
                  </a:solidFill>
                  <a:cs typeface="Tahoma" charset="0"/>
                </a:rPr>
                <a:t>SsidSvid</a:t>
              </a:r>
              <a:endParaRPr lang="en-US" altLang="zh-TW" sz="1200" dirty="0">
                <a:solidFill>
                  <a:srgbClr val="000000"/>
                </a:solidFill>
                <a:cs typeface="Tahoma" charset="0"/>
              </a:endParaRP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return </a:t>
              </a:r>
              <a:r>
                <a:rPr lang="en-US" altLang="zh-TW" sz="1200" dirty="0" err="1">
                  <a:solidFill>
                    <a:srgbClr val="94006B"/>
                  </a:solidFill>
                  <a:cs typeface="Tahoma" charset="0"/>
                </a:rPr>
                <a:t>mChipsetSvc</a:t>
              </a:r>
              <a:r>
                <a:rPr lang="en-US" altLang="zh-TW" sz="1200" dirty="0">
                  <a:solidFill>
                    <a:srgbClr val="000000"/>
                  </a:solidFill>
                  <a:cs typeface="Tahoma" charset="0"/>
                </a:rPr>
                <a:t>-&gt;</a:t>
              </a:r>
              <a:r>
                <a:rPr lang="en-US" altLang="zh-TW" sz="1200" dirty="0" err="1">
                  <a:solidFill>
                    <a:srgbClr val="008000"/>
                  </a:solidFill>
                  <a:cs typeface="Tahoma" charset="0"/>
                </a:rPr>
                <a:t>ProgramChipsetSsid</a:t>
              </a:r>
              <a:r>
                <a:rPr lang="en-US" altLang="zh-TW" sz="1200" dirty="0">
                  <a:solidFill>
                    <a:srgbClr val="000000"/>
                  </a:solidFill>
                  <a:cs typeface="Tahoma" charset="0"/>
                </a:rPr>
                <a:t> (Bus, Dev, </a:t>
              </a:r>
              <a:r>
                <a:rPr lang="en-US" altLang="zh-TW" sz="1200" dirty="0" err="1">
                  <a:solidFill>
                    <a:srgbClr val="000000"/>
                  </a:solidFill>
                  <a:cs typeface="Tahoma" charset="0"/>
                </a:rPr>
                <a:t>Func</a:t>
              </a:r>
              <a:r>
                <a:rPr lang="en-US" altLang="zh-TW" sz="1200" dirty="0">
                  <a:solidFill>
                    <a:srgbClr val="000000"/>
                  </a:solidFill>
                  <a:cs typeface="Tahoma" charset="0"/>
                </a:rPr>
                <a:t>, </a:t>
              </a:r>
              <a:r>
                <a:rPr lang="en-US" altLang="zh-TW" sz="1200" dirty="0" err="1">
                  <a:solidFill>
                    <a:srgbClr val="000000"/>
                  </a:solidFill>
                  <a:cs typeface="Tahoma" charset="0"/>
                </a:rPr>
                <a:t>VendorId</a:t>
              </a:r>
              <a:r>
                <a:rPr lang="en-US" altLang="zh-TW" sz="1200" dirty="0">
                  <a:solidFill>
                    <a:srgbClr val="000000"/>
                  </a:solidFill>
                  <a:cs typeface="Tahoma" charset="0"/>
                </a:rPr>
                <a:t>, </a:t>
              </a:r>
              <a:r>
                <a:rPr lang="en-US" altLang="zh-TW" sz="1200" dirty="0" err="1">
                  <a:solidFill>
                    <a:srgbClr val="000000"/>
                  </a:solidFill>
                  <a:cs typeface="Tahoma" charset="0"/>
                </a:rPr>
                <a:t>DeviceId</a:t>
              </a:r>
              <a:r>
                <a:rPr lang="en-US" altLang="zh-TW" sz="1200" dirty="0">
                  <a:solidFill>
                    <a:srgbClr val="000000"/>
                  </a:solidFill>
                  <a:cs typeface="Tahoma" charset="0"/>
                </a:rPr>
                <a:t>, </a:t>
              </a:r>
              <a:r>
                <a:rPr lang="en-US" altLang="zh-TW" sz="1200" dirty="0" err="1">
                  <a:solidFill>
                    <a:srgbClr val="000000"/>
                  </a:solidFill>
                  <a:cs typeface="Tahoma" charset="0"/>
                </a:rPr>
                <a:t>SsidSvid</a:t>
              </a:r>
              <a:r>
                <a:rPr lang="en-US" altLang="zh-TW" sz="1200" dirty="0">
                  <a:solidFill>
                    <a:srgbClr val="000000"/>
                  </a:solidFill>
                  <a:cs typeface="Tahoma" charset="0"/>
                </a:rPr>
                <a:t>);   </a:t>
              </a:r>
            </a:p>
            <a:p>
              <a:pPr>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p>
          </p:txBody>
        </p:sp>
      </p:grpSp>
    </p:spTree>
    <p:extLst>
      <p:ext uri="{BB962C8B-B14F-4D97-AF65-F5344CB8AC3E}">
        <p14:creationId xmlns:p14="http://schemas.microsoft.com/office/powerpoint/2010/main" val="4059159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normAutofit/>
          </a:bodyPr>
          <a:lstStyle/>
          <a:p>
            <a:r>
              <a:rPr lang="en-US" altLang="zh-TW" dirty="0"/>
              <a:t>Related Files – </a:t>
            </a:r>
            <a:r>
              <a:rPr lang="en-US" altLang="zh-TW" dirty="0" err="1"/>
              <a:t>ProgramChipsetSSID.c</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dirty="0" err="1">
                <a:solidFill>
                  <a:srgbClr val="000000"/>
                </a:solidFill>
                <a:latin typeface="Times New Roman" pitchFamily="16" charset="0"/>
                <a:ea typeface="新細明體" charset="-120"/>
              </a:rPr>
              <a:t>ProgramChipsetSsid</a:t>
            </a:r>
            <a:r>
              <a:rPr lang="en-US" altLang="zh-TW" dirty="0">
                <a:solidFill>
                  <a:srgbClr val="000000"/>
                </a:solidFill>
                <a:latin typeface="Times New Roman" pitchFamily="16" charset="0"/>
                <a:ea typeface="新細明體" charset="-120"/>
              </a:rPr>
              <a:t> ()</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Program a SSID/SVID value to a device (For chipset-specific devices)</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The key content of </a:t>
            </a:r>
            <a:r>
              <a:rPr lang="en-US" altLang="zh-TW" dirty="0" err="1">
                <a:solidFill>
                  <a:srgbClr val="0070C0"/>
                </a:solidFill>
                <a:latin typeface="Times New Roman" pitchFamily="16" charset="0"/>
                <a:ea typeface="新細明體" charset="-120"/>
              </a:rPr>
              <a:t>ProgramChipsetSsid.c</a:t>
            </a:r>
            <a:endParaRPr lang="en-US" altLang="zh-TW" dirty="0">
              <a:solidFill>
                <a:srgbClr val="0070C0"/>
              </a:solidFill>
              <a:latin typeface="Times New Roman" pitchFamily="16" charset="0"/>
              <a:ea typeface="新細明體" charset="-120"/>
            </a:endParaRPr>
          </a:p>
        </p:txBody>
      </p:sp>
      <p:grpSp>
        <p:nvGrpSpPr>
          <p:cNvPr id="8" name="群組 7">
            <a:extLst>
              <a:ext uri="{FF2B5EF4-FFF2-40B4-BE49-F238E27FC236}">
                <a16:creationId xmlns:a16="http://schemas.microsoft.com/office/drawing/2014/main" id="{FA997C04-0840-4C78-9EE8-2C012647DF27}"/>
              </a:ext>
            </a:extLst>
          </p:cNvPr>
          <p:cNvGrpSpPr/>
          <p:nvPr/>
        </p:nvGrpSpPr>
        <p:grpSpPr>
          <a:xfrm>
            <a:off x="2854612" y="2580007"/>
            <a:ext cx="6482776" cy="3905787"/>
            <a:chOff x="2854612" y="2725147"/>
            <a:chExt cx="6482776" cy="3905787"/>
          </a:xfrm>
        </p:grpSpPr>
        <p:sp>
          <p:nvSpPr>
            <p:cNvPr id="9" name="Rectangle 15">
              <a:extLst>
                <a:ext uri="{FF2B5EF4-FFF2-40B4-BE49-F238E27FC236}">
                  <a16:creationId xmlns:a16="http://schemas.microsoft.com/office/drawing/2014/main" id="{D502052A-3691-4005-84CC-7BC48B949346}"/>
                </a:ext>
              </a:extLst>
            </p:cNvPr>
            <p:cNvSpPr>
              <a:spLocks noChangeArrowheads="1"/>
            </p:cNvSpPr>
            <p:nvPr/>
          </p:nvSpPr>
          <p:spPr bwMode="auto">
            <a:xfrm>
              <a:off x="2854612" y="2725147"/>
              <a:ext cx="6482775" cy="3850275"/>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dirty="0"/>
            </a:p>
          </p:txBody>
        </p:sp>
        <p:sp>
          <p:nvSpPr>
            <p:cNvPr id="10" name="Rectangle 16">
              <a:extLst>
                <a:ext uri="{FF2B5EF4-FFF2-40B4-BE49-F238E27FC236}">
                  <a16:creationId xmlns:a16="http://schemas.microsoft.com/office/drawing/2014/main" id="{CCDB64D0-FA62-4CCE-8045-5F6D69482539}"/>
                </a:ext>
              </a:extLst>
            </p:cNvPr>
            <p:cNvSpPr>
              <a:spLocks noChangeArrowheads="1"/>
            </p:cNvSpPr>
            <p:nvPr/>
          </p:nvSpPr>
          <p:spPr bwMode="auto">
            <a:xfrm>
              <a:off x="2854612" y="2725148"/>
              <a:ext cx="6482776"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ProgramChipsetSsid.c</a:t>
              </a:r>
              <a:endParaRPr lang="zh-TW" altLang="en-US" sz="1200" dirty="0"/>
            </a:p>
          </p:txBody>
        </p:sp>
        <p:sp>
          <p:nvSpPr>
            <p:cNvPr id="15" name="Text Box 17">
              <a:extLst>
                <a:ext uri="{FF2B5EF4-FFF2-40B4-BE49-F238E27FC236}">
                  <a16:creationId xmlns:a16="http://schemas.microsoft.com/office/drawing/2014/main" id="{75200F66-493F-4EEE-BF0E-C4750FAD11F2}"/>
                </a:ext>
              </a:extLst>
            </p:cNvPr>
            <p:cNvSpPr txBox="1">
              <a:spLocks noChangeArrowheads="1"/>
            </p:cNvSpPr>
            <p:nvPr/>
          </p:nvSpPr>
          <p:spPr bwMode="auto">
            <a:xfrm>
              <a:off x="2930810" y="3029948"/>
              <a:ext cx="6406577"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8000"/>
                  </a:solidFill>
                  <a:cs typeface="Tahoma" charset="0"/>
                </a:rPr>
                <a:t>SPECIFIC_SSID_SVID_TABLE</a:t>
              </a:r>
              <a:r>
                <a:rPr lang="en-US" altLang="zh-TW" sz="1200" dirty="0">
                  <a:solidFill>
                    <a:srgbClr val="000000"/>
                  </a:solidFill>
                  <a:cs typeface="Tahoma" charset="0"/>
                </a:rPr>
                <a:t> </a:t>
              </a:r>
              <a:r>
                <a:rPr lang="en-US" altLang="zh-TW" sz="1200" dirty="0" err="1">
                  <a:solidFill>
                    <a:srgbClr val="0000FF"/>
                  </a:solidFill>
                  <a:cs typeface="Tahoma" charset="0"/>
                </a:rPr>
                <a:t>mSpecificSsidSvidTable</a:t>
              </a:r>
              <a:r>
                <a:rPr lang="en-US" altLang="zh-TW" sz="1200" dirty="0">
                  <a:solidFill>
                    <a:srgbClr val="000000"/>
                  </a:solidFill>
                  <a:cs typeface="Tahoma" charset="0"/>
                </a:rPr>
                <a:t>[] ={</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FF"/>
                  </a:solidFill>
                  <a:cs typeface="Tahoma" charset="0"/>
                </a:rPr>
                <a:t>  //{V_SA_IGD_VID           , V_SA_IGD_DID           , </a:t>
              </a:r>
              <a:r>
                <a:rPr lang="en-US" altLang="zh-TW" sz="1200" dirty="0" err="1">
                  <a:solidFill>
                    <a:srgbClr val="0000FF"/>
                  </a:solidFill>
                  <a:cs typeface="Tahoma" charset="0"/>
                </a:rPr>
                <a:t>IgdSsidSvidSpecialProgramFunction</a:t>
              </a:r>
              <a:r>
                <a:rPr lang="en-US" altLang="zh-TW" sz="1200" dirty="0">
                  <a:solidFill>
                    <a:srgbClr val="0000FF"/>
                  </a:solidFill>
                  <a:cs typeface="Tahoma" charset="0"/>
                </a:rPr>
                <a:t>},</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r>
                <a:rPr lang="en-US" altLang="zh-TW" sz="1200" dirty="0">
                  <a:solidFill>
                    <a:srgbClr val="FF0000"/>
                  </a:solidFill>
                  <a:cs typeface="Tahoma" charset="0"/>
                </a:rPr>
                <a:t>DEVICE_ID_DONT_CARE</a:t>
              </a:r>
              <a:r>
                <a:rPr lang="en-US" altLang="zh-TW" sz="1200" dirty="0">
                  <a:solidFill>
                    <a:srgbClr val="000000"/>
                  </a:solidFill>
                  <a:cs typeface="Tahoma" charset="0"/>
                </a:rPr>
                <a:t>, </a:t>
              </a:r>
              <a:r>
                <a:rPr lang="en-US" altLang="zh-TW" sz="1200" dirty="0">
                  <a:solidFill>
                    <a:srgbClr val="FF0000"/>
                  </a:solidFill>
                  <a:cs typeface="Tahoma" charset="0"/>
                </a:rPr>
                <a:t>DEVICE_ID_DONT_CARE</a:t>
              </a:r>
              <a:r>
                <a:rPr lang="en-US" altLang="zh-TW" sz="1200" dirty="0">
                  <a:solidFill>
                    <a:srgbClr val="000000"/>
                  </a:solidFill>
                  <a:cs typeface="Tahoma" charset="0"/>
                </a:rPr>
                <a:t>, </a:t>
              </a:r>
              <a:r>
                <a:rPr lang="en-US" altLang="zh-TW" sz="1200" dirty="0">
                  <a:solidFill>
                    <a:srgbClr val="FF0000"/>
                  </a:solidFill>
                  <a:cs typeface="Tahoma" charset="0"/>
                </a:rPr>
                <a:t>NULL</a:t>
              </a:r>
              <a:r>
                <a:rPr lang="en-US" altLang="zh-TW" sz="1200" dirty="0">
                  <a:solidFill>
                    <a:srgbClr val="000000"/>
                  </a:solidFill>
                  <a:cs typeface="Tahoma" charset="0"/>
                </a:rPr>
                <a:t>}</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zh-TW" sz="1200" dirty="0">
                <a:solidFill>
                  <a:srgbClr val="000000"/>
                </a:solidFill>
                <a:cs typeface="Tahoma" charset="0"/>
              </a:endParaRP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err="1">
                  <a:solidFill>
                    <a:srgbClr val="0000FF"/>
                  </a:solidFill>
                  <a:cs typeface="Tahoma" charset="0"/>
                </a:rPr>
                <a:t>ProgramChipsetSsid</a:t>
              </a:r>
              <a:r>
                <a:rPr lang="en-US" altLang="zh-TW" sz="1200" dirty="0">
                  <a:solidFill>
                    <a:srgbClr val="000000"/>
                  </a:solidFill>
                  <a:cs typeface="Tahoma" charset="0"/>
                </a:rPr>
                <a:t> (</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FF0000"/>
                  </a:solidFill>
                  <a:cs typeface="Tahoma" charset="0"/>
                </a:rPr>
                <a:t>for</a:t>
              </a:r>
              <a:r>
                <a:rPr lang="en-US" altLang="zh-TW" sz="1200" dirty="0">
                  <a:solidFill>
                    <a:srgbClr val="000000"/>
                  </a:solidFill>
                  <a:cs typeface="Tahoma" charset="0"/>
                </a:rPr>
                <a:t> (</a:t>
              </a:r>
              <a:r>
                <a:rPr lang="en-US" altLang="zh-TW" sz="1200" dirty="0">
                  <a:solidFill>
                    <a:srgbClr val="0066CC"/>
                  </a:solidFill>
                  <a:cs typeface="Tahoma" charset="0"/>
                </a:rPr>
                <a:t>Index</a:t>
              </a:r>
              <a:r>
                <a:rPr lang="en-US" altLang="zh-TW" sz="1200" dirty="0">
                  <a:solidFill>
                    <a:srgbClr val="000000"/>
                  </a:solidFill>
                  <a:cs typeface="Tahoma" charset="0"/>
                </a:rPr>
                <a:t> = 0; </a:t>
              </a:r>
              <a:r>
                <a:rPr lang="en-US" altLang="zh-TW" sz="1200" dirty="0" err="1">
                  <a:solidFill>
                    <a:srgbClr val="94006B"/>
                  </a:solidFill>
                  <a:cs typeface="Tahoma" charset="0"/>
                </a:rPr>
                <a:t>mSpecificSsidSvidTable</a:t>
              </a:r>
              <a:r>
                <a:rPr lang="en-US" altLang="zh-TW" sz="1200" dirty="0">
                  <a:solidFill>
                    <a:srgbClr val="000000"/>
                  </a:solidFill>
                  <a:cs typeface="Tahoma" charset="0"/>
                </a:rPr>
                <a:t>[</a:t>
              </a:r>
              <a:r>
                <a:rPr lang="en-US" altLang="zh-TW" sz="1200" dirty="0">
                  <a:solidFill>
                    <a:srgbClr val="0066CC"/>
                  </a:solidFill>
                  <a:cs typeface="Tahoma" charset="0"/>
                </a:rPr>
                <a:t>Index</a:t>
              </a:r>
              <a:r>
                <a:rPr lang="en-US" altLang="zh-TW" sz="1200" dirty="0">
                  <a:solidFill>
                    <a:srgbClr val="000000"/>
                  </a:solidFill>
                  <a:cs typeface="Tahoma" charset="0"/>
                </a:rPr>
                <a:t>].</a:t>
              </a:r>
              <a:r>
                <a:rPr lang="en-US" altLang="zh-TW" sz="1200" dirty="0" err="1">
                  <a:solidFill>
                    <a:srgbClr val="008000"/>
                  </a:solidFill>
                  <a:cs typeface="Tahoma" charset="0"/>
                </a:rPr>
                <a:t>SpecialSsidSvidFunction</a:t>
              </a:r>
              <a:r>
                <a:rPr lang="en-US" altLang="zh-TW" sz="1200" dirty="0">
                  <a:solidFill>
                    <a:srgbClr val="000000"/>
                  </a:solidFill>
                  <a:cs typeface="Tahoma" charset="0"/>
                </a:rPr>
                <a:t> != </a:t>
              </a:r>
              <a:r>
                <a:rPr lang="en-US" altLang="zh-TW" sz="1200" dirty="0">
                  <a:solidFill>
                    <a:srgbClr val="FF0000"/>
                  </a:solidFill>
                  <a:cs typeface="Tahoma" charset="0"/>
                </a:rPr>
                <a:t>NULL</a:t>
              </a:r>
              <a:r>
                <a:rPr lang="en-US" altLang="zh-TW" sz="1200" dirty="0">
                  <a:solidFill>
                    <a:srgbClr val="000000"/>
                  </a:solidFill>
                  <a:cs typeface="Tahoma" charset="0"/>
                </a:rPr>
                <a:t>; </a:t>
              </a:r>
              <a:r>
                <a:rPr lang="en-US" altLang="zh-TW" sz="1200" dirty="0">
                  <a:solidFill>
                    <a:srgbClr val="0066CC"/>
                  </a:solidFill>
                  <a:cs typeface="Tahoma" charset="0"/>
                </a:rPr>
                <a:t>Index</a:t>
              </a:r>
              <a:r>
                <a:rPr lang="en-US" altLang="zh-TW" sz="1200" dirty="0">
                  <a:solidFill>
                    <a:srgbClr val="000000"/>
                  </a:solidFill>
                  <a:cs typeface="Tahoma" charset="0"/>
                </a:rPr>
                <a:t>++ ) {</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r>
                <a:rPr lang="en-US" altLang="zh-TW" sz="1200" dirty="0">
                  <a:solidFill>
                    <a:srgbClr val="FF0000"/>
                  </a:solidFill>
                  <a:cs typeface="Tahoma" charset="0"/>
                </a:rPr>
                <a:t>if</a:t>
              </a:r>
              <a:r>
                <a:rPr lang="en-US" altLang="zh-TW" sz="1200" dirty="0">
                  <a:solidFill>
                    <a:srgbClr val="000000"/>
                  </a:solidFill>
                  <a:cs typeface="Tahoma" charset="0"/>
                </a:rPr>
                <a:t> (</a:t>
              </a:r>
              <a:r>
                <a:rPr lang="en-US" altLang="zh-TW" sz="1200" dirty="0" err="1">
                  <a:solidFill>
                    <a:srgbClr val="94006B"/>
                  </a:solidFill>
                  <a:cs typeface="Tahoma" charset="0"/>
                </a:rPr>
                <a:t>mSpecificSsidSvidTable</a:t>
              </a:r>
              <a:r>
                <a:rPr lang="en-US" altLang="zh-TW" sz="1200" dirty="0">
                  <a:solidFill>
                    <a:srgbClr val="000000"/>
                  </a:solidFill>
                  <a:cs typeface="Tahoma" charset="0"/>
                </a:rPr>
                <a:t>[</a:t>
              </a:r>
              <a:r>
                <a:rPr lang="en-US" altLang="zh-TW" sz="1200" dirty="0">
                  <a:solidFill>
                    <a:srgbClr val="0066CC"/>
                  </a:solidFill>
                  <a:cs typeface="Tahoma" charset="0"/>
                </a:rPr>
                <a:t>Index</a:t>
              </a:r>
              <a:r>
                <a:rPr lang="en-US" altLang="zh-TW" sz="1200" dirty="0">
                  <a:solidFill>
                    <a:srgbClr val="000000"/>
                  </a:solidFill>
                  <a:cs typeface="Tahoma" charset="0"/>
                </a:rPr>
                <a:t>].</a:t>
              </a:r>
              <a:r>
                <a:rPr lang="en-US" altLang="zh-TW" sz="1200" dirty="0" err="1">
                  <a:solidFill>
                    <a:srgbClr val="008000"/>
                  </a:solidFill>
                  <a:cs typeface="Tahoma" charset="0"/>
                </a:rPr>
                <a:t>VendorId</a:t>
              </a:r>
              <a:r>
                <a:rPr lang="en-US" altLang="zh-TW" sz="1200" dirty="0">
                  <a:solidFill>
                    <a:srgbClr val="000000"/>
                  </a:solidFill>
                  <a:cs typeface="Tahoma" charset="0"/>
                </a:rPr>
                <a:t> == </a:t>
              </a:r>
              <a:r>
                <a:rPr lang="en-US" altLang="zh-TW" sz="1200" dirty="0" err="1">
                  <a:solidFill>
                    <a:srgbClr val="0066CC"/>
                  </a:solidFill>
                  <a:cs typeface="Tahoma" charset="0"/>
                </a:rPr>
                <a:t>VendorId</a:t>
              </a:r>
              <a:r>
                <a:rPr lang="en-US" altLang="zh-TW" sz="1200" dirty="0">
                  <a:solidFill>
                    <a:srgbClr val="000000"/>
                  </a:solidFill>
                  <a:cs typeface="Tahoma" charset="0"/>
                </a:rPr>
                <a:t>) {</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r>
                <a:rPr lang="en-US" altLang="zh-TW" sz="1200" dirty="0">
                  <a:solidFill>
                    <a:srgbClr val="FF0000"/>
                  </a:solidFill>
                  <a:cs typeface="Tahoma" charset="0"/>
                </a:rPr>
                <a:t>if</a:t>
              </a:r>
              <a:r>
                <a:rPr lang="en-US" altLang="zh-TW" sz="1200" dirty="0">
                  <a:solidFill>
                    <a:srgbClr val="000000"/>
                  </a:solidFill>
                  <a:cs typeface="Tahoma" charset="0"/>
                </a:rPr>
                <a:t> ((</a:t>
              </a:r>
              <a:r>
                <a:rPr lang="en-US" altLang="zh-TW" sz="1200" dirty="0" err="1">
                  <a:solidFill>
                    <a:srgbClr val="94006B"/>
                  </a:solidFill>
                  <a:cs typeface="Tahoma" charset="0"/>
                </a:rPr>
                <a:t>mSpecificSsidSvidTable</a:t>
              </a:r>
              <a:r>
                <a:rPr lang="en-US" altLang="zh-TW" sz="1200" dirty="0">
                  <a:solidFill>
                    <a:srgbClr val="000000"/>
                  </a:solidFill>
                  <a:cs typeface="Tahoma" charset="0"/>
                </a:rPr>
                <a:t>[</a:t>
              </a:r>
              <a:r>
                <a:rPr lang="en-US" altLang="zh-TW" sz="1200" dirty="0">
                  <a:solidFill>
                    <a:srgbClr val="0066CC"/>
                  </a:solidFill>
                  <a:cs typeface="Tahoma" charset="0"/>
                </a:rPr>
                <a:t>Index</a:t>
              </a:r>
              <a:r>
                <a:rPr lang="en-US" altLang="zh-TW" sz="1200" dirty="0">
                  <a:solidFill>
                    <a:srgbClr val="000000"/>
                  </a:solidFill>
                  <a:cs typeface="Tahoma" charset="0"/>
                </a:rPr>
                <a:t>].</a:t>
              </a:r>
              <a:r>
                <a:rPr lang="en-US" altLang="zh-TW" sz="1200" dirty="0" err="1">
                  <a:solidFill>
                    <a:srgbClr val="008000"/>
                  </a:solidFill>
                  <a:cs typeface="Tahoma" charset="0"/>
                </a:rPr>
                <a:t>DeviceId</a:t>
              </a:r>
              <a:r>
                <a:rPr lang="en-US" altLang="zh-TW" sz="1200" dirty="0">
                  <a:solidFill>
                    <a:srgbClr val="000000"/>
                  </a:solidFill>
                  <a:cs typeface="Tahoma" charset="0"/>
                </a:rPr>
                <a:t> == </a:t>
              </a:r>
              <a:r>
                <a:rPr lang="en-US" altLang="zh-TW" sz="1200" dirty="0">
                  <a:solidFill>
                    <a:srgbClr val="FF0000"/>
                  </a:solidFill>
                  <a:cs typeface="Tahoma" charset="0"/>
                </a:rPr>
                <a:t>DEVICE_ID_DONT_CARE</a:t>
              </a:r>
              <a:r>
                <a:rPr lang="en-US" altLang="zh-TW" sz="1200" dirty="0">
                  <a:solidFill>
                    <a:srgbClr val="000000"/>
                  </a:solidFill>
                  <a:cs typeface="Tahoma" charset="0"/>
                </a:rPr>
                <a:t>)</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 (</a:t>
              </a:r>
              <a:r>
                <a:rPr lang="en-US" altLang="zh-TW" sz="1200" dirty="0" err="1">
                  <a:solidFill>
                    <a:srgbClr val="94006B"/>
                  </a:solidFill>
                  <a:cs typeface="Tahoma" charset="0"/>
                </a:rPr>
                <a:t>mSpecificSsidSvidTable</a:t>
              </a:r>
              <a:r>
                <a:rPr lang="en-US" altLang="zh-TW" sz="1200" dirty="0">
                  <a:solidFill>
                    <a:srgbClr val="000000"/>
                  </a:solidFill>
                  <a:cs typeface="Tahoma" charset="0"/>
                </a:rPr>
                <a:t>[</a:t>
              </a:r>
              <a:r>
                <a:rPr lang="en-US" altLang="zh-TW" sz="1200" dirty="0">
                  <a:solidFill>
                    <a:srgbClr val="0066CC"/>
                  </a:solidFill>
                  <a:cs typeface="Tahoma" charset="0"/>
                </a:rPr>
                <a:t>Index</a:t>
              </a:r>
              <a:r>
                <a:rPr lang="en-US" altLang="zh-TW" sz="1200" dirty="0">
                  <a:solidFill>
                    <a:srgbClr val="000000"/>
                  </a:solidFill>
                  <a:cs typeface="Tahoma" charset="0"/>
                </a:rPr>
                <a:t>].</a:t>
              </a:r>
              <a:r>
                <a:rPr lang="en-US" altLang="zh-TW" sz="1200" dirty="0" err="1">
                  <a:solidFill>
                    <a:srgbClr val="008000"/>
                  </a:solidFill>
                  <a:cs typeface="Tahoma" charset="0"/>
                </a:rPr>
                <a:t>DeviceId</a:t>
              </a:r>
              <a:r>
                <a:rPr lang="en-US" altLang="zh-TW" sz="1200" dirty="0">
                  <a:solidFill>
                    <a:srgbClr val="000000"/>
                  </a:solidFill>
                  <a:cs typeface="Tahoma" charset="0"/>
                </a:rPr>
                <a:t> == </a:t>
              </a:r>
              <a:r>
                <a:rPr lang="en-US" altLang="zh-TW" sz="1200" dirty="0" err="1">
                  <a:solidFill>
                    <a:srgbClr val="0066CC"/>
                  </a:solidFill>
                  <a:cs typeface="Tahoma" charset="0"/>
                </a:rPr>
                <a:t>DeviceId</a:t>
              </a:r>
              <a:r>
                <a:rPr lang="en-US" altLang="zh-TW" sz="1200" dirty="0">
                  <a:solidFill>
                    <a:srgbClr val="000000"/>
                  </a:solidFill>
                  <a:cs typeface="Tahoma" charset="0"/>
                </a:rPr>
                <a:t>)){</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r>
                <a:rPr lang="en-US" altLang="zh-TW" sz="1200" dirty="0" err="1">
                  <a:solidFill>
                    <a:srgbClr val="94006B"/>
                  </a:solidFill>
                  <a:cs typeface="Tahoma" charset="0"/>
                </a:rPr>
                <a:t>mSpecificSsidSvidTable</a:t>
              </a:r>
              <a:r>
                <a:rPr lang="en-US" altLang="zh-TW" sz="1200" dirty="0">
                  <a:solidFill>
                    <a:srgbClr val="000000"/>
                  </a:solidFill>
                  <a:cs typeface="Tahoma" charset="0"/>
                </a:rPr>
                <a:t>[</a:t>
              </a:r>
              <a:r>
                <a:rPr lang="en-US" altLang="zh-TW" sz="1200" dirty="0">
                  <a:solidFill>
                    <a:srgbClr val="0066CC"/>
                  </a:solidFill>
                  <a:cs typeface="Tahoma" charset="0"/>
                </a:rPr>
                <a:t>Index</a:t>
              </a:r>
              <a:r>
                <a:rPr lang="en-US" altLang="zh-TW" sz="1200" dirty="0">
                  <a:solidFill>
                    <a:srgbClr val="000000"/>
                  </a:solidFill>
                  <a:cs typeface="Tahoma" charset="0"/>
                </a:rPr>
                <a:t>].</a:t>
              </a:r>
              <a:r>
                <a:rPr lang="en-US" altLang="zh-TW" sz="1200" dirty="0" err="1">
                  <a:solidFill>
                    <a:srgbClr val="008000"/>
                  </a:solidFill>
                  <a:cs typeface="Tahoma" charset="0"/>
                </a:rPr>
                <a:t>SpecialSsidSvidFunction</a:t>
              </a:r>
              <a:r>
                <a:rPr lang="en-US" altLang="zh-TW" sz="1200" dirty="0">
                  <a:solidFill>
                    <a:srgbClr val="000000"/>
                  </a:solidFill>
                  <a:cs typeface="Tahoma" charset="0"/>
                </a:rPr>
                <a:t> (</a:t>
              </a:r>
              <a:r>
                <a:rPr lang="en-US" altLang="zh-TW" sz="1200" dirty="0">
                  <a:solidFill>
                    <a:srgbClr val="0066CC"/>
                  </a:solidFill>
                  <a:cs typeface="Tahoma" charset="0"/>
                </a:rPr>
                <a:t>Bus</a:t>
              </a:r>
              <a:r>
                <a:rPr lang="en-US" altLang="zh-TW" sz="1200" dirty="0">
                  <a:solidFill>
                    <a:srgbClr val="000000"/>
                  </a:solidFill>
                  <a:cs typeface="Tahoma" charset="0"/>
                </a:rPr>
                <a:t>, </a:t>
              </a:r>
              <a:r>
                <a:rPr lang="en-US" altLang="zh-TW" sz="1200" dirty="0">
                  <a:solidFill>
                    <a:srgbClr val="0066CC"/>
                  </a:solidFill>
                  <a:cs typeface="Tahoma" charset="0"/>
                </a:rPr>
                <a:t>Dev</a:t>
              </a:r>
              <a:r>
                <a:rPr lang="en-US" altLang="zh-TW" sz="1200" dirty="0">
                  <a:solidFill>
                    <a:srgbClr val="000000"/>
                  </a:solidFill>
                  <a:cs typeface="Tahoma" charset="0"/>
                </a:rPr>
                <a:t>, </a:t>
              </a:r>
              <a:r>
                <a:rPr lang="en-US" altLang="zh-TW" sz="1200" dirty="0" err="1">
                  <a:solidFill>
                    <a:srgbClr val="0066CC"/>
                  </a:solidFill>
                  <a:cs typeface="Tahoma" charset="0"/>
                </a:rPr>
                <a:t>Func</a:t>
              </a:r>
              <a:r>
                <a:rPr lang="en-US" altLang="zh-TW" sz="1200" dirty="0">
                  <a:solidFill>
                    <a:srgbClr val="000000"/>
                  </a:solidFill>
                  <a:cs typeface="Tahoma" charset="0"/>
                </a:rPr>
                <a:t>, </a:t>
              </a:r>
              <a:r>
                <a:rPr lang="en-US" altLang="zh-TW" sz="1200" dirty="0" err="1">
                  <a:solidFill>
                    <a:srgbClr val="0066CC"/>
                  </a:solidFill>
                  <a:cs typeface="Tahoma" charset="0"/>
                </a:rPr>
                <a:t>SsidSvid</a:t>
              </a:r>
              <a:r>
                <a:rPr lang="en-US" altLang="zh-TW" sz="1200" dirty="0">
                  <a:solidFill>
                    <a:srgbClr val="000000"/>
                  </a:solidFill>
                  <a:cs typeface="Tahoma" charset="0"/>
                </a:rPr>
                <a:t>);</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r>
                <a:rPr lang="en-US" altLang="zh-TW" sz="1200" dirty="0">
                  <a:solidFill>
                    <a:srgbClr val="FF0000"/>
                  </a:solidFill>
                  <a:cs typeface="Tahoma" charset="0"/>
                </a:rPr>
                <a:t>return EFI_SUCCESS</a:t>
              </a:r>
              <a:r>
                <a:rPr lang="en-US" altLang="zh-TW" sz="1200" dirty="0">
                  <a:solidFill>
                    <a:srgbClr val="000000"/>
                  </a:solidFill>
                  <a:cs typeface="Tahoma" charset="0"/>
                </a:rPr>
                <a:t>;</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  </a:t>
              </a:r>
              <a:r>
                <a:rPr lang="en-US" altLang="zh-TW" sz="1200" dirty="0">
                  <a:solidFill>
                    <a:srgbClr val="FF0000"/>
                  </a:solidFill>
                  <a:cs typeface="Tahoma" charset="0"/>
                </a:rPr>
                <a:t>return EFI_UNSUPPORTED</a:t>
              </a:r>
              <a:r>
                <a:rPr lang="en-US" altLang="zh-TW" sz="1200" dirty="0">
                  <a:solidFill>
                    <a:srgbClr val="000000"/>
                  </a:solidFill>
                  <a:cs typeface="Tahoma" charset="0"/>
                </a:rPr>
                <a:t>;</a:t>
              </a:r>
            </a:p>
            <a:p>
              <a:pPr>
                <a:buSzPct val="10000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zh-TW" sz="1200" dirty="0">
                  <a:solidFill>
                    <a:srgbClr val="000000"/>
                  </a:solidFill>
                  <a:cs typeface="Tahoma" charset="0"/>
                </a:rPr>
                <a:t>}</a:t>
              </a:r>
            </a:p>
          </p:txBody>
        </p:sp>
      </p:grpSp>
    </p:spTree>
    <p:extLst>
      <p:ext uri="{BB962C8B-B14F-4D97-AF65-F5344CB8AC3E}">
        <p14:creationId xmlns:p14="http://schemas.microsoft.com/office/powerpoint/2010/main" val="369161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 - </a:t>
            </a:r>
            <a:r>
              <a:rPr lang="en-US" altLang="zh-TW" dirty="0" err="1"/>
              <a:t>SetSsidSvidDxe</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14776" cy="4778469"/>
          </a:xfrm>
        </p:spPr>
        <p:txBody>
          <a:bodyPr>
            <a:normAutofit/>
          </a:bodyPr>
          <a:lstStyle/>
          <a:p>
            <a:pPr eaLnBrk="0" hangingPunct="0">
              <a:spcBef>
                <a:spcPct val="20000"/>
              </a:spcBef>
              <a:buClr>
                <a:srgbClr val="125C0C"/>
              </a:buClr>
            </a:pPr>
            <a:r>
              <a:rPr lang="en-US" altLang="zh-TW" dirty="0" err="1">
                <a:solidFill>
                  <a:srgbClr val="000000"/>
                </a:solidFill>
                <a:latin typeface="Times New Roman" pitchFamily="16" charset="0"/>
                <a:ea typeface="新細明體" charset="-120"/>
              </a:rPr>
              <a:t>ProgramSsidSvid</a:t>
            </a:r>
            <a:r>
              <a:rPr lang="en-US" altLang="zh-TW" dirty="0">
                <a:solidFill>
                  <a:srgbClr val="000000"/>
                </a:solidFill>
                <a:latin typeface="Times New Roman" pitchFamily="16" charset="0"/>
                <a:ea typeface="新細明體" charset="-120"/>
              </a:rPr>
              <a:t> ()</a:t>
            </a:r>
          </a:p>
          <a:p>
            <a:pPr lvl="1" eaLnBrk="0" hangingPunct="0">
              <a:spcBef>
                <a:spcPct val="20000"/>
              </a:spcBef>
              <a:buClr>
                <a:srgbClr val="125C0C"/>
              </a:buClr>
            </a:pPr>
            <a:r>
              <a:rPr lang="en-US" altLang="zh-TW" dirty="0">
                <a:solidFill>
                  <a:srgbClr val="000000"/>
                </a:solidFill>
                <a:latin typeface="Times New Roman" pitchFamily="16" charset="0"/>
                <a:ea typeface="新細明體" charset="-120"/>
              </a:rPr>
              <a:t>Program a SSID/SVID value to a device (For remaining device).</a:t>
            </a:r>
            <a:endParaRPr lang="en-US" altLang="zh-TW" dirty="0">
              <a:solidFill>
                <a:srgbClr val="0070C0"/>
              </a:solidFill>
              <a:latin typeface="Times New Roman" pitchFamily="16" charset="0"/>
              <a:ea typeface="新細明體" charset="-120"/>
            </a:endParaRPr>
          </a:p>
        </p:txBody>
      </p:sp>
      <p:grpSp>
        <p:nvGrpSpPr>
          <p:cNvPr id="8" name="群組 7">
            <a:extLst>
              <a:ext uri="{FF2B5EF4-FFF2-40B4-BE49-F238E27FC236}">
                <a16:creationId xmlns:a16="http://schemas.microsoft.com/office/drawing/2014/main" id="{0B750B12-A19F-49B5-B9BC-AF18E0750932}"/>
              </a:ext>
            </a:extLst>
          </p:cNvPr>
          <p:cNvGrpSpPr/>
          <p:nvPr/>
        </p:nvGrpSpPr>
        <p:grpSpPr>
          <a:xfrm>
            <a:off x="2255037" y="2496305"/>
            <a:ext cx="9098763" cy="4121230"/>
            <a:chOff x="2415458" y="1939719"/>
            <a:chExt cx="9098763" cy="4121230"/>
          </a:xfrm>
        </p:grpSpPr>
        <p:sp>
          <p:nvSpPr>
            <p:cNvPr id="9" name="Rectangle 15">
              <a:extLst>
                <a:ext uri="{FF2B5EF4-FFF2-40B4-BE49-F238E27FC236}">
                  <a16:creationId xmlns:a16="http://schemas.microsoft.com/office/drawing/2014/main" id="{BA666DA3-C1B8-4006-A439-4A8FEA2B5A7F}"/>
                </a:ext>
              </a:extLst>
            </p:cNvPr>
            <p:cNvSpPr>
              <a:spLocks noChangeArrowheads="1"/>
            </p:cNvSpPr>
            <p:nvPr/>
          </p:nvSpPr>
          <p:spPr bwMode="auto">
            <a:xfrm>
              <a:off x="2415458" y="1939719"/>
              <a:ext cx="9014541" cy="3905787"/>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0" name="Rectangle 16">
              <a:extLst>
                <a:ext uri="{FF2B5EF4-FFF2-40B4-BE49-F238E27FC236}">
                  <a16:creationId xmlns:a16="http://schemas.microsoft.com/office/drawing/2014/main" id="{7BFE4903-AD45-4950-956B-912BE97680B1}"/>
                </a:ext>
              </a:extLst>
            </p:cNvPr>
            <p:cNvSpPr>
              <a:spLocks noChangeArrowheads="1"/>
            </p:cNvSpPr>
            <p:nvPr/>
          </p:nvSpPr>
          <p:spPr bwMode="auto">
            <a:xfrm>
              <a:off x="2415458" y="1939720"/>
              <a:ext cx="9022564"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lang="en-US" altLang="zh-TW" sz="1200" dirty="0" err="1"/>
                <a:t>SetSsidSvidDxe.c</a:t>
              </a:r>
              <a:endParaRPr lang="zh-TW" altLang="en-US" sz="1200" dirty="0"/>
            </a:p>
          </p:txBody>
        </p:sp>
        <p:sp>
          <p:nvSpPr>
            <p:cNvPr id="11" name="Text Box 17">
              <a:extLst>
                <a:ext uri="{FF2B5EF4-FFF2-40B4-BE49-F238E27FC236}">
                  <a16:creationId xmlns:a16="http://schemas.microsoft.com/office/drawing/2014/main" id="{44A7CF6D-FBC0-4405-AB99-D105635FAD70}"/>
                </a:ext>
              </a:extLst>
            </p:cNvPr>
            <p:cNvSpPr txBox="1">
              <a:spLocks noChangeArrowheads="1"/>
            </p:cNvSpPr>
            <p:nvPr/>
          </p:nvSpPr>
          <p:spPr bwMode="auto">
            <a:xfrm>
              <a:off x="2491657" y="2244520"/>
              <a:ext cx="9022564" cy="381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err="1">
                  <a:solidFill>
                    <a:srgbClr val="0000FF"/>
                  </a:solidFill>
                  <a:cs typeface="Tahoma" charset="0"/>
                </a:rPr>
                <a:t>ProgramSsidSvid</a:t>
              </a:r>
              <a:r>
                <a:rPr lang="en-US" altLang="zh-TW" sz="1200" dirty="0">
                  <a:solidFill>
                    <a:srgbClr val="000000"/>
                  </a:solidFill>
                  <a:cs typeface="Tahoma" charset="0"/>
                </a:rPr>
                <a:t> (</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it-IT" altLang="zh-TW" sz="1200" dirty="0">
                  <a:solidFill>
                    <a:srgbClr val="FF0000"/>
                  </a:solidFill>
                  <a:cs typeface="Tahoma" charset="0"/>
                </a:rPr>
                <a:t>IN</a:t>
              </a:r>
              <a:r>
                <a:rPr lang="it-IT" altLang="zh-TW" sz="1200" dirty="0">
                  <a:solidFill>
                    <a:srgbClr val="000000"/>
                  </a:solidFill>
                  <a:cs typeface="Tahoma" charset="0"/>
                </a:rPr>
                <a:t>     </a:t>
              </a:r>
              <a:r>
                <a:rPr lang="it-IT" altLang="zh-TW" sz="1200" dirty="0">
                  <a:solidFill>
                    <a:srgbClr val="008000"/>
                  </a:solidFill>
                  <a:cs typeface="Tahoma" charset="0"/>
                </a:rPr>
                <a:t>EFI_PCI_ROOT_BRIDGE_IO_PROTOCOL       </a:t>
              </a:r>
              <a:r>
                <a:rPr lang="it-IT" altLang="zh-TW" sz="1200" dirty="0">
                  <a:solidFill>
                    <a:srgbClr val="0000FF"/>
                  </a:solidFill>
                  <a:cs typeface="Tahoma" charset="0"/>
                </a:rPr>
                <a:t>*PciRootBridgeIo</a:t>
              </a:r>
              <a:r>
                <a:rPr lang="it-IT" altLang="zh-TW" sz="1200" dirty="0">
                  <a:solidFill>
                    <a:srgbClr val="000000"/>
                  </a:solidFill>
                  <a:cs typeface="Tahoma" charset="0"/>
                </a:rPr>
                <a:t>,</a:t>
              </a:r>
              <a:endParaRPr lang="en-US" altLang="zh-TW" sz="1200" dirty="0">
                <a:solidFill>
                  <a:srgbClr val="000000"/>
                </a:solidFill>
                <a:cs typeface="Tahoma" charset="0"/>
              </a:endParaRP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IN</a:t>
              </a:r>
              <a:r>
                <a:rPr lang="en-US" altLang="zh-TW" sz="1200" dirty="0">
                  <a:solidFill>
                    <a:srgbClr val="000000"/>
                  </a:solidFill>
                  <a:cs typeface="Tahoma" charset="0"/>
                </a:rPr>
                <a:t>     </a:t>
              </a:r>
              <a:r>
                <a:rPr lang="en-US" altLang="zh-TW" sz="1200" dirty="0">
                  <a:solidFill>
                    <a:srgbClr val="008000"/>
                  </a:solidFill>
                  <a:cs typeface="Tahoma" charset="0"/>
                </a:rPr>
                <a:t>UINT8</a:t>
              </a:r>
              <a:r>
                <a:rPr lang="en-US" altLang="zh-TW" sz="1200" dirty="0">
                  <a:solidFill>
                    <a:srgbClr val="000000"/>
                  </a:solidFill>
                  <a:cs typeface="Tahoma" charset="0"/>
                </a:rPr>
                <a:t>          </a:t>
              </a:r>
              <a:r>
                <a:rPr lang="en-US" altLang="zh-TW" sz="1200" dirty="0">
                  <a:solidFill>
                    <a:srgbClr val="0000FF"/>
                  </a:solidFill>
                  <a:cs typeface="Tahoma" charset="0"/>
                </a:rPr>
                <a:t>Bus</a:t>
              </a:r>
              <a:r>
                <a:rPr lang="en-US" altLang="zh-TW" sz="1200" dirty="0">
                  <a:solidFill>
                    <a:srgbClr val="000000"/>
                  </a:solidFill>
                  <a:cs typeface="Tahoma" charset="0"/>
                </a:rPr>
                <a:t>,	</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IN</a:t>
              </a:r>
              <a:r>
                <a:rPr lang="en-US" altLang="zh-TW" sz="1200" dirty="0">
                  <a:solidFill>
                    <a:srgbClr val="000000"/>
                  </a:solidFill>
                  <a:cs typeface="Tahoma" charset="0"/>
                </a:rPr>
                <a:t>     </a:t>
              </a:r>
              <a:r>
                <a:rPr lang="en-US" altLang="zh-TW" sz="1200" dirty="0">
                  <a:solidFill>
                    <a:srgbClr val="008000"/>
                  </a:solidFill>
                  <a:cs typeface="Tahoma" charset="0"/>
                </a:rPr>
                <a:t>UINT8</a:t>
              </a:r>
              <a:r>
                <a:rPr lang="en-US" altLang="zh-TW" sz="1200" dirty="0">
                  <a:solidFill>
                    <a:srgbClr val="000000"/>
                  </a:solidFill>
                  <a:cs typeface="Tahoma" charset="0"/>
                </a:rPr>
                <a:t>          </a:t>
              </a:r>
              <a:r>
                <a:rPr lang="en-US" altLang="zh-TW" sz="1200" dirty="0">
                  <a:solidFill>
                    <a:srgbClr val="0000FF"/>
                  </a:solidFill>
                  <a:cs typeface="Tahoma" charset="0"/>
                </a:rPr>
                <a:t>Dev</a:t>
              </a:r>
              <a:r>
                <a:rPr lang="en-US" altLang="zh-TW" sz="1200" dirty="0">
                  <a:solidFill>
                    <a:srgbClr val="000000"/>
                  </a:solidFill>
                  <a:cs typeface="Tahoma" charset="0"/>
                </a:rPr>
                <a:t>,</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IN</a:t>
              </a:r>
              <a:r>
                <a:rPr lang="en-US" altLang="zh-TW" sz="1200" dirty="0">
                  <a:solidFill>
                    <a:srgbClr val="000000"/>
                  </a:solidFill>
                  <a:cs typeface="Tahoma" charset="0"/>
                </a:rPr>
                <a:t>     </a:t>
              </a:r>
              <a:r>
                <a:rPr lang="en-US" altLang="zh-TW" sz="1200" dirty="0">
                  <a:solidFill>
                    <a:srgbClr val="008000"/>
                  </a:solidFill>
                  <a:cs typeface="Tahoma" charset="0"/>
                </a:rPr>
                <a:t>UINT8</a:t>
              </a:r>
              <a:r>
                <a:rPr lang="en-US" altLang="zh-TW" sz="1200" dirty="0">
                  <a:solidFill>
                    <a:srgbClr val="000000"/>
                  </a:solidFill>
                  <a:cs typeface="Tahoma" charset="0"/>
                </a:rPr>
                <a:t>          </a:t>
              </a:r>
              <a:r>
                <a:rPr lang="en-US" altLang="zh-TW" sz="1200" dirty="0" err="1">
                  <a:solidFill>
                    <a:srgbClr val="0000FF"/>
                  </a:solidFill>
                  <a:cs typeface="Tahoma" charset="0"/>
                </a:rPr>
                <a:t>Func</a:t>
              </a:r>
              <a:r>
                <a:rPr lang="en-US" altLang="zh-TW" sz="1200" dirty="0">
                  <a:solidFill>
                    <a:srgbClr val="000000"/>
                  </a:solidFill>
                  <a:cs typeface="Tahoma" charset="0"/>
                </a:rPr>
                <a:t>,</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IN</a:t>
              </a:r>
              <a:r>
                <a:rPr lang="en-US" altLang="zh-TW" sz="1200" dirty="0">
                  <a:solidFill>
                    <a:srgbClr val="000000"/>
                  </a:solidFill>
                  <a:cs typeface="Tahoma" charset="0"/>
                </a:rPr>
                <a:t>     </a:t>
              </a:r>
              <a:r>
                <a:rPr lang="en-US" altLang="zh-TW" sz="1200" dirty="0">
                  <a:solidFill>
                    <a:srgbClr val="008000"/>
                  </a:solidFill>
                  <a:cs typeface="Tahoma" charset="0"/>
                </a:rPr>
                <a:t>UINT32</a:t>
              </a:r>
              <a:r>
                <a:rPr lang="en-US" altLang="zh-TW" sz="1200" dirty="0">
                  <a:solidFill>
                    <a:srgbClr val="000000"/>
                  </a:solidFill>
                  <a:cs typeface="Tahoma" charset="0"/>
                </a:rPr>
                <a:t>        </a:t>
              </a:r>
              <a:r>
                <a:rPr lang="en-US" altLang="zh-TW" sz="1200" dirty="0" err="1">
                  <a:solidFill>
                    <a:srgbClr val="0000FF"/>
                  </a:solidFill>
                  <a:cs typeface="Tahoma" charset="0"/>
                </a:rPr>
                <a:t>SsidSvid</a:t>
              </a:r>
              <a:endParaRPr lang="en-US" altLang="zh-TW" sz="1200" dirty="0">
                <a:solidFill>
                  <a:srgbClr val="0000FF"/>
                </a:solidFill>
                <a:cs typeface="Tahoma" charset="0"/>
              </a:endParaRP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  {</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err="1">
                  <a:solidFill>
                    <a:srgbClr val="0066CC"/>
                  </a:solidFill>
                  <a:cs typeface="Tahoma" charset="0"/>
                </a:rPr>
                <a:t>BootScriptPciAddress</a:t>
              </a:r>
              <a:r>
                <a:rPr lang="en-US" altLang="zh-TW" sz="1200" dirty="0">
                  <a:solidFill>
                    <a:srgbClr val="000000"/>
                  </a:solidFill>
                  <a:cs typeface="Tahoma" charset="0"/>
                </a:rPr>
                <a:t> = </a:t>
              </a:r>
              <a:r>
                <a:rPr lang="en-US" altLang="zh-TW" sz="1200" dirty="0">
                  <a:solidFill>
                    <a:srgbClr val="008000"/>
                  </a:solidFill>
                  <a:cs typeface="Tahoma" charset="0"/>
                </a:rPr>
                <a:t>S3_BOOT_SCRIPT_LIB_PCI_ADDRESS</a:t>
              </a:r>
              <a:r>
                <a:rPr lang="en-US" altLang="zh-TW" sz="1200" dirty="0">
                  <a:solidFill>
                    <a:srgbClr val="000000"/>
                  </a:solidFill>
                  <a:cs typeface="Tahoma" charset="0"/>
                </a:rPr>
                <a:t> (</a:t>
              </a:r>
              <a:r>
                <a:rPr lang="en-US" altLang="zh-TW" sz="1200" dirty="0">
                  <a:solidFill>
                    <a:srgbClr val="0066CC"/>
                  </a:solidFill>
                  <a:cs typeface="Tahoma" charset="0"/>
                </a:rPr>
                <a:t>Bus</a:t>
              </a:r>
              <a:r>
                <a:rPr lang="en-US" altLang="zh-TW" sz="1200" dirty="0">
                  <a:solidFill>
                    <a:srgbClr val="000000"/>
                  </a:solidFill>
                  <a:cs typeface="Tahoma" charset="0"/>
                </a:rPr>
                <a:t>, </a:t>
              </a:r>
              <a:r>
                <a:rPr lang="en-US" altLang="zh-TW" sz="1200" dirty="0">
                  <a:solidFill>
                    <a:srgbClr val="0066CC"/>
                  </a:solidFill>
                  <a:cs typeface="Tahoma" charset="0"/>
                </a:rPr>
                <a:t>Dev</a:t>
              </a:r>
              <a:r>
                <a:rPr lang="en-US" altLang="zh-TW" sz="1200" dirty="0">
                  <a:solidFill>
                    <a:srgbClr val="000000"/>
                  </a:solidFill>
                  <a:cs typeface="Tahoma" charset="0"/>
                </a:rPr>
                <a:t>, </a:t>
              </a:r>
              <a:r>
                <a:rPr lang="en-US" altLang="zh-TW" sz="1200" dirty="0" err="1">
                  <a:solidFill>
                    <a:srgbClr val="0066CC"/>
                  </a:solidFill>
                  <a:cs typeface="Tahoma" charset="0"/>
                </a:rPr>
                <a:t>Func</a:t>
              </a:r>
              <a:r>
                <a:rPr lang="en-US" altLang="zh-TW" sz="1200" dirty="0" err="1">
                  <a:solidFill>
                    <a:srgbClr val="000000"/>
                  </a:solidFill>
                  <a:cs typeface="Tahoma" charset="0"/>
                </a:rPr>
                <a:t>,</a:t>
              </a:r>
              <a:r>
                <a:rPr lang="en-US" altLang="zh-TW" sz="1200" dirty="0" err="1">
                  <a:solidFill>
                    <a:srgbClr val="FF0000"/>
                  </a:solidFill>
                  <a:cs typeface="Tahoma" charset="0"/>
                </a:rPr>
                <a:t>PCI_SUBSYSTEM_VENDOR_ID_OFFSET</a:t>
              </a:r>
              <a:r>
                <a:rPr lang="en-US" altLang="zh-TW" sz="1200" dirty="0">
                  <a:solidFill>
                    <a:srgbClr val="000000"/>
                  </a:solidFill>
                  <a:cs typeface="Tahoma" charset="0"/>
                </a:rPr>
                <a:t>);</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008000"/>
                  </a:solidFill>
                  <a:cs typeface="Tahoma" charset="0"/>
                </a:rPr>
                <a:t>S3BootScriptSavePciCfgWrite</a:t>
              </a:r>
              <a:r>
                <a:rPr lang="en-US" altLang="zh-TW" sz="1200" dirty="0">
                  <a:solidFill>
                    <a:srgbClr val="000000"/>
                  </a:solidFill>
                  <a:cs typeface="Tahoma" charset="0"/>
                </a:rPr>
                <a:t> (</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S3BootScriptWidthUint32</a:t>
              </a:r>
              <a:r>
                <a:rPr lang="en-US" altLang="zh-TW" sz="1200" dirty="0">
                  <a:solidFill>
                    <a:srgbClr val="000000"/>
                  </a:solidFill>
                  <a:cs typeface="Tahoma" charset="0"/>
                </a:rPr>
                <a:t>, </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err="1">
                  <a:solidFill>
                    <a:srgbClr val="0066CC"/>
                  </a:solidFill>
                  <a:cs typeface="Tahoma" charset="0"/>
                </a:rPr>
                <a:t>BootScriptPciAddress</a:t>
              </a:r>
              <a:r>
                <a:rPr lang="en-US" altLang="zh-TW" sz="1200" dirty="0">
                  <a:solidFill>
                    <a:srgbClr val="000000"/>
                  </a:solidFill>
                  <a:cs typeface="Tahoma" charset="0"/>
                </a:rPr>
                <a:t>,</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r>
                <a:rPr lang="en-US" altLang="zh-TW" sz="1200" dirty="0">
                  <a:solidFill>
                    <a:srgbClr val="FF0000"/>
                  </a:solidFill>
                  <a:cs typeface="Tahoma" charset="0"/>
                </a:rPr>
                <a:t>1</a:t>
              </a:r>
              <a:r>
                <a:rPr lang="en-US" altLang="zh-TW" sz="1200" dirty="0">
                  <a:solidFill>
                    <a:srgbClr val="000000"/>
                  </a:solidFill>
                  <a:cs typeface="Tahoma" charset="0"/>
                </a:rPr>
                <a:t>, </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&amp;</a:t>
              </a:r>
              <a:r>
                <a:rPr lang="en-US" altLang="zh-TW" sz="1200" dirty="0" err="1">
                  <a:solidFill>
                    <a:srgbClr val="0066CC"/>
                  </a:solidFill>
                  <a:cs typeface="Tahoma" charset="0"/>
                </a:rPr>
                <a:t>SsidSvid</a:t>
              </a:r>
              <a:r>
                <a:rPr lang="en-US" altLang="zh-TW" sz="1200" dirty="0">
                  <a:solidFill>
                    <a:srgbClr val="000000"/>
                  </a:solidFill>
                  <a:cs typeface="Tahoma" charset="0"/>
                </a:rPr>
                <a:t>);</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    ...</a:t>
              </a:r>
            </a:p>
            <a:p>
              <a:pPr marL="207963" indent="-207963">
                <a:spcBef>
                  <a:spcPts val="400"/>
                </a:spcBef>
                <a:buSzPct val="100000"/>
                <a:buNone/>
                <a:tabLst>
                  <a:tab pos="207963" algn="l"/>
                  <a:tab pos="655638" algn="l"/>
                  <a:tab pos="1104900" algn="l"/>
                  <a:tab pos="1554163" algn="l"/>
                  <a:tab pos="2003425" algn="l"/>
                  <a:tab pos="2452688" algn="l"/>
                  <a:tab pos="2901950" algn="l"/>
                  <a:tab pos="3351213" algn="l"/>
                  <a:tab pos="3800475" algn="l"/>
                  <a:tab pos="4249738" algn="l"/>
                  <a:tab pos="4699000" algn="l"/>
                  <a:tab pos="5148263" algn="l"/>
                  <a:tab pos="5597525" algn="l"/>
                  <a:tab pos="6046788" algn="l"/>
                  <a:tab pos="6496050" algn="l"/>
                  <a:tab pos="6945313" algn="l"/>
                  <a:tab pos="7394575" algn="l"/>
                  <a:tab pos="7843838" algn="l"/>
                  <a:tab pos="8293100" algn="l"/>
                  <a:tab pos="8742363" algn="l"/>
                  <a:tab pos="9191625" algn="l"/>
                </a:tabLst>
              </a:pPr>
              <a:r>
                <a:rPr lang="en-US" altLang="zh-TW" sz="1200" dirty="0">
                  <a:solidFill>
                    <a:srgbClr val="000000"/>
                  </a:solidFill>
                  <a:cs typeface="Tahoma" charset="0"/>
                </a:rPr>
                <a:t>}</a:t>
              </a:r>
            </a:p>
          </p:txBody>
        </p:sp>
      </p:grpSp>
    </p:spTree>
    <p:extLst>
      <p:ext uri="{BB962C8B-B14F-4D97-AF65-F5344CB8AC3E}">
        <p14:creationId xmlns:p14="http://schemas.microsoft.com/office/powerpoint/2010/main" val="1936399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16</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Customization Steps</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200" y="1398494"/>
            <a:ext cx="10797330" cy="4778469"/>
          </a:xfrm>
        </p:spPr>
        <p:txBody>
          <a:bodyPr>
            <a:normAutofit/>
          </a:bodyPr>
          <a:lstStyle/>
          <a:p>
            <a:pPr>
              <a:buClr>
                <a:srgbClr val="125C0C"/>
              </a:buClr>
              <a:buFont typeface="Wingdings" pitchFamily="2" charset="2"/>
              <a:buChar char="§"/>
            </a:pPr>
            <a:r>
              <a:rPr lang="en-US" altLang="zh-TW" sz="2400" dirty="0">
                <a:solidFill>
                  <a:srgbClr val="000000"/>
                </a:solidFill>
                <a:cs typeface="Tahoma" charset="0"/>
              </a:rPr>
              <a:t>Step 1: Modify the default </a:t>
            </a:r>
            <a:r>
              <a:rPr lang="en-US" altLang="zh-TW" sz="2400" dirty="0" err="1">
                <a:solidFill>
                  <a:srgbClr val="000000"/>
                </a:solidFill>
                <a:cs typeface="Tahoma" charset="0"/>
              </a:rPr>
              <a:t>PcdDefaultSsidSvid</a:t>
            </a:r>
            <a:r>
              <a:rPr lang="en-US" altLang="zh-TW" sz="2400" dirty="0">
                <a:solidFill>
                  <a:srgbClr val="000000"/>
                </a:solidFill>
                <a:cs typeface="Tahoma" charset="0"/>
              </a:rPr>
              <a:t> value</a:t>
            </a:r>
            <a:endParaRPr lang="en-US" altLang="zh-TW" b="1" dirty="0">
              <a:solidFill>
                <a:srgbClr val="0E03E3"/>
              </a:solidFill>
            </a:endParaRPr>
          </a:p>
          <a:p>
            <a:pPr lvl="1">
              <a:buClr>
                <a:srgbClr val="125C0C"/>
              </a:buClr>
              <a:buFont typeface="Wingdings" pitchFamily="2" charset="2"/>
              <a:buChar char="§"/>
            </a:pPr>
            <a:r>
              <a:rPr lang="en-US" altLang="zh-TW" dirty="0">
                <a:solidFill>
                  <a:schemeClr val="tx2"/>
                </a:solidFill>
                <a:cs typeface="Tahoma" charset="0"/>
              </a:rPr>
              <a:t>Set the </a:t>
            </a:r>
            <a:r>
              <a:rPr lang="en-US" altLang="zh-TW" dirty="0" err="1">
                <a:solidFill>
                  <a:schemeClr val="tx2"/>
                </a:solidFill>
                <a:cs typeface="Tahoma" charset="0"/>
              </a:rPr>
              <a:t>PcdDefaultSsidSvid</a:t>
            </a:r>
            <a:r>
              <a:rPr lang="en-US" altLang="zh-TW" dirty="0">
                <a:solidFill>
                  <a:schemeClr val="tx2"/>
                </a:solidFill>
                <a:cs typeface="Tahoma" charset="0"/>
              </a:rPr>
              <a:t> values in </a:t>
            </a:r>
            <a:r>
              <a:rPr lang="en-US" altLang="zh-TW" dirty="0" err="1">
                <a:solidFill>
                  <a:schemeClr val="tx2"/>
                </a:solidFill>
                <a:cs typeface="Tahoma" charset="0"/>
              </a:rPr>
              <a:t>Project.dsc</a:t>
            </a:r>
            <a:endParaRPr lang="en-US" altLang="zh-TW" dirty="0">
              <a:solidFill>
                <a:schemeClr val="tx2"/>
              </a:solidFill>
              <a:cs typeface="Tahoma" charset="0"/>
            </a:endParaRPr>
          </a:p>
          <a:p>
            <a:pPr lvl="2">
              <a:buClr>
                <a:srgbClr val="125C0C"/>
              </a:buClr>
              <a:buNone/>
            </a:pPr>
            <a:r>
              <a:rPr lang="en-US" altLang="zh-TW" dirty="0" err="1">
                <a:solidFill>
                  <a:srgbClr val="FF0000"/>
                </a:solidFill>
                <a:cs typeface="Tahoma" charset="0"/>
              </a:rPr>
              <a:t>gInsydeTokenSpaceGuid.PcdDefaultSsidSvid|XXXXXXXX</a:t>
            </a:r>
            <a:endParaRPr lang="en-US" altLang="zh-TW" dirty="0">
              <a:solidFill>
                <a:srgbClr val="FF0000"/>
              </a:solidFill>
              <a:cs typeface="Tahoma" charset="0"/>
            </a:endParaRPr>
          </a:p>
          <a:p>
            <a:pPr>
              <a:buClr>
                <a:srgbClr val="125C0C"/>
              </a:buClr>
              <a:buNone/>
            </a:pPr>
            <a:endParaRPr lang="en-US" altLang="zh-TW" b="1" dirty="0">
              <a:solidFill>
                <a:srgbClr val="FF0000"/>
              </a:solidFill>
              <a:cs typeface="Tahoma" charset="0"/>
            </a:endParaRPr>
          </a:p>
          <a:p>
            <a:pPr>
              <a:buClr>
                <a:srgbClr val="125C0C"/>
              </a:buClr>
              <a:buFont typeface="Wingdings" pitchFamily="2" charset="2"/>
              <a:buChar char="§"/>
            </a:pPr>
            <a:r>
              <a:rPr lang="en-US" altLang="zh-TW" sz="2400" dirty="0">
                <a:solidFill>
                  <a:srgbClr val="000000"/>
                </a:solidFill>
                <a:cs typeface="Tahoma" charset="0"/>
              </a:rPr>
              <a:t> Step 2: Modify </a:t>
            </a:r>
            <a:r>
              <a:rPr lang="en-US" altLang="zh-TW" sz="2400" dirty="0" err="1">
                <a:solidFill>
                  <a:srgbClr val="000000"/>
                </a:solidFill>
                <a:cs typeface="Tahoma" charset="0"/>
              </a:rPr>
              <a:t>OemSvcUpdateSsidSvidInfo</a:t>
            </a:r>
            <a:endParaRPr lang="en-US" altLang="zh-TW" sz="2400" dirty="0">
              <a:solidFill>
                <a:srgbClr val="000000"/>
              </a:solidFill>
              <a:cs typeface="Tahoma" charset="0"/>
            </a:endParaRPr>
          </a:p>
          <a:p>
            <a:pPr lvl="1">
              <a:buClr>
                <a:srgbClr val="125C0C"/>
              </a:buClr>
              <a:buFont typeface="Wingdings" pitchFamily="2" charset="2"/>
              <a:buChar char="§"/>
            </a:pPr>
            <a:r>
              <a:rPr lang="en-US" altLang="zh-TW" sz="1600" dirty="0">
                <a:solidFill>
                  <a:srgbClr val="000000"/>
                </a:solidFill>
                <a:cs typeface="Tahoma" charset="0"/>
              </a:rPr>
              <a:t>Add the New entry for specific device in </a:t>
            </a:r>
            <a:r>
              <a:rPr lang="en-US" altLang="zh-TW" sz="1600" dirty="0" err="1">
                <a:solidFill>
                  <a:srgbClr val="000000"/>
                </a:solidFill>
                <a:cs typeface="Tahoma" charset="0"/>
              </a:rPr>
              <a:t>SsidTable</a:t>
            </a:r>
            <a:endParaRPr lang="en-US" altLang="zh-TW" sz="1600" dirty="0">
              <a:solidFill>
                <a:srgbClr val="000000"/>
              </a:solidFill>
              <a:cs typeface="Tahoma" charset="0"/>
            </a:endParaRPr>
          </a:p>
          <a:p>
            <a:pPr lvl="1">
              <a:buClr>
                <a:srgbClr val="125C0C"/>
              </a:buClr>
              <a:buNone/>
            </a:pPr>
            <a:r>
              <a:rPr lang="en-US" altLang="zh-TW" sz="1200" dirty="0">
                <a:solidFill>
                  <a:srgbClr val="000000"/>
                </a:solidFill>
                <a:cs typeface="Tahoma" charset="0"/>
              </a:rPr>
              <a:t>	</a:t>
            </a:r>
            <a:r>
              <a:rPr lang="en-US" altLang="zh-TW" sz="1200" dirty="0">
                <a:solidFill>
                  <a:srgbClr val="FF0000"/>
                </a:solidFill>
                <a:cs typeface="Tahoma" charset="0"/>
              </a:rPr>
              <a:t>STATIC</a:t>
            </a:r>
            <a:r>
              <a:rPr lang="en-US" altLang="zh-TW" sz="1200" dirty="0">
                <a:solidFill>
                  <a:srgbClr val="000000"/>
                </a:solidFill>
                <a:cs typeface="Tahoma" charset="0"/>
              </a:rPr>
              <a:t> </a:t>
            </a:r>
            <a:r>
              <a:rPr lang="en-US" altLang="zh-TW" sz="1200" dirty="0">
                <a:solidFill>
                  <a:srgbClr val="2FA626"/>
                </a:solidFill>
                <a:cs typeface="Tahoma" charset="0"/>
              </a:rPr>
              <a:t>OEM_SSID_SVID_TABLE</a:t>
            </a:r>
            <a:r>
              <a:rPr lang="en-US" altLang="zh-TW" sz="1200" dirty="0">
                <a:solidFill>
                  <a:srgbClr val="000000"/>
                </a:solidFill>
                <a:cs typeface="Tahoma" charset="0"/>
              </a:rPr>
              <a:t> </a:t>
            </a:r>
            <a:r>
              <a:rPr lang="en-US" altLang="zh-TW" sz="1200" dirty="0" err="1">
                <a:solidFill>
                  <a:srgbClr val="0E03E3"/>
                </a:solidFill>
                <a:cs typeface="Tahoma" charset="0"/>
              </a:rPr>
              <a:t>SsidTable</a:t>
            </a:r>
            <a:r>
              <a:rPr lang="en-US" altLang="zh-TW" sz="1200" dirty="0">
                <a:solidFill>
                  <a:srgbClr val="000000"/>
                </a:solidFill>
                <a:cs typeface="Tahoma" charset="0"/>
              </a:rPr>
              <a:t>[] = {</a:t>
            </a:r>
          </a:p>
          <a:p>
            <a:pPr lvl="1">
              <a:buClr>
                <a:srgbClr val="125C0C"/>
              </a:buClr>
              <a:buNone/>
            </a:pPr>
            <a:r>
              <a:rPr lang="en-US" altLang="zh-TW" sz="1200" dirty="0">
                <a:solidFill>
                  <a:srgbClr val="000000"/>
                </a:solidFill>
                <a:cs typeface="Tahoma" charset="0"/>
              </a:rPr>
              <a:t>  		</a:t>
            </a:r>
            <a:r>
              <a:rPr lang="en-US" altLang="zh-TW" sz="1200" dirty="0">
                <a:solidFill>
                  <a:srgbClr val="FF0000"/>
                </a:solidFill>
                <a:cs typeface="Tahoma" charset="0"/>
              </a:rPr>
              <a:t>0xXXXX</a:t>
            </a:r>
            <a:r>
              <a:rPr lang="en-US" altLang="zh-TW" sz="1200" dirty="0">
                <a:solidFill>
                  <a:srgbClr val="000000"/>
                </a:solidFill>
                <a:cs typeface="Tahoma" charset="0"/>
              </a:rPr>
              <a:t>, </a:t>
            </a:r>
            <a:r>
              <a:rPr lang="en-US" altLang="zh-TW" sz="1200" dirty="0">
                <a:solidFill>
                  <a:srgbClr val="FF0000"/>
                </a:solidFill>
                <a:cs typeface="Tahoma" charset="0"/>
              </a:rPr>
              <a:t>DEVICE_ID_DONT_CARE</a:t>
            </a:r>
            <a:r>
              <a:rPr lang="en-US" altLang="zh-TW" sz="1200" dirty="0">
                <a:solidFill>
                  <a:srgbClr val="000000"/>
                </a:solidFill>
                <a:cs typeface="Tahoma" charset="0"/>
              </a:rPr>
              <a:t>, </a:t>
            </a:r>
            <a:r>
              <a:rPr lang="en-US" altLang="zh-TW" sz="1200" dirty="0">
                <a:solidFill>
                  <a:srgbClr val="2FA626"/>
                </a:solidFill>
                <a:cs typeface="Tahoma" charset="0"/>
              </a:rPr>
              <a:t>ProgramSsidSvid0xFFFFXXXX</a:t>
            </a:r>
            <a:r>
              <a:rPr lang="en-US" altLang="zh-TW" sz="1200" dirty="0">
                <a:solidFill>
                  <a:srgbClr val="000000"/>
                </a:solidFill>
                <a:cs typeface="Tahoma" charset="0"/>
              </a:rPr>
              <a:t>,</a:t>
            </a:r>
          </a:p>
          <a:p>
            <a:pPr lvl="1">
              <a:buClr>
                <a:srgbClr val="125C0C"/>
              </a:buClr>
              <a:buNone/>
            </a:pPr>
            <a:r>
              <a:rPr lang="en-US" altLang="zh-TW" sz="1200" dirty="0">
                <a:solidFill>
                  <a:srgbClr val="000000"/>
                </a:solidFill>
                <a:cs typeface="Tahoma" charset="0"/>
              </a:rPr>
              <a:t>		</a:t>
            </a:r>
            <a:r>
              <a:rPr lang="en-US" altLang="zh-TW" sz="1200" dirty="0">
                <a:solidFill>
                  <a:srgbClr val="FF0000"/>
                </a:solidFill>
                <a:cs typeface="Tahoma" charset="0"/>
              </a:rPr>
              <a:t>DEVICE_ID_DONT_CARE</a:t>
            </a:r>
            <a:r>
              <a:rPr lang="en-US" altLang="zh-TW" sz="1200" dirty="0">
                <a:solidFill>
                  <a:srgbClr val="000000"/>
                </a:solidFill>
                <a:cs typeface="Tahoma" charset="0"/>
              </a:rPr>
              <a:t>, </a:t>
            </a:r>
            <a:r>
              <a:rPr lang="en-US" altLang="zh-TW" sz="1200" dirty="0">
                <a:solidFill>
                  <a:srgbClr val="FF0000"/>
                </a:solidFill>
                <a:cs typeface="Tahoma" charset="0"/>
              </a:rPr>
              <a:t>DEVICE_ID_DONT_CARE</a:t>
            </a:r>
            <a:r>
              <a:rPr lang="en-US" altLang="zh-TW" sz="1200" dirty="0">
                <a:solidFill>
                  <a:srgbClr val="000000"/>
                </a:solidFill>
                <a:cs typeface="Tahoma" charset="0"/>
              </a:rPr>
              <a:t>, </a:t>
            </a:r>
            <a:r>
              <a:rPr lang="en-US" altLang="zh-TW" sz="1200" dirty="0">
                <a:solidFill>
                  <a:srgbClr val="FF0000"/>
                </a:solidFill>
                <a:cs typeface="Tahoma" charset="0"/>
              </a:rPr>
              <a:t>NULL</a:t>
            </a:r>
          </a:p>
          <a:p>
            <a:pPr lvl="1">
              <a:buClr>
                <a:srgbClr val="125C0C"/>
              </a:buClr>
              <a:buNone/>
            </a:pPr>
            <a:r>
              <a:rPr lang="en-US" altLang="zh-TW" sz="1200" dirty="0">
                <a:solidFill>
                  <a:srgbClr val="000000"/>
                </a:solidFill>
                <a:cs typeface="Tahoma" charset="0"/>
              </a:rPr>
              <a:t>	};</a:t>
            </a:r>
          </a:p>
          <a:p>
            <a:pPr lvl="1">
              <a:buClr>
                <a:srgbClr val="125C0C"/>
              </a:buClr>
              <a:buFont typeface="Wingdings" pitchFamily="2" charset="2"/>
              <a:buChar char="§"/>
            </a:pPr>
            <a:r>
              <a:rPr lang="en-US" altLang="zh-TW" sz="1600" dirty="0">
                <a:solidFill>
                  <a:srgbClr val="000000"/>
                </a:solidFill>
                <a:cs typeface="Tahoma" charset="0"/>
              </a:rPr>
              <a:t>Add the </a:t>
            </a:r>
            <a:r>
              <a:rPr lang="en-US" altLang="zh-TW" sz="1600" dirty="0">
                <a:solidFill>
                  <a:srgbClr val="2FA626"/>
                </a:solidFill>
                <a:cs typeface="Tahoma" charset="0"/>
              </a:rPr>
              <a:t>ProgramSsidSvid0xFFFFXXXX </a:t>
            </a:r>
            <a:r>
              <a:rPr lang="en-US" altLang="zh-TW" sz="1600" dirty="0">
                <a:solidFill>
                  <a:schemeClr val="tx2"/>
                </a:solidFill>
                <a:cs typeface="Tahoma" charset="0"/>
              </a:rPr>
              <a:t>function to program the SSID/SVID</a:t>
            </a:r>
          </a:p>
        </p:txBody>
      </p:sp>
    </p:spTree>
    <p:extLst>
      <p:ext uri="{BB962C8B-B14F-4D97-AF65-F5344CB8AC3E}">
        <p14:creationId xmlns:p14="http://schemas.microsoft.com/office/powerpoint/2010/main" val="2152331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18</a:t>
            </a:fld>
            <a:endParaRPr lang="en-US" dirty="0"/>
          </a:p>
        </p:txBody>
      </p:sp>
    </p:spTree>
    <p:extLst>
      <p:ext uri="{BB962C8B-B14F-4D97-AF65-F5344CB8AC3E}">
        <p14:creationId xmlns:p14="http://schemas.microsoft.com/office/powerpoint/2010/main" val="2514696444"/>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7195</TotalTime>
  <Words>1472</Words>
  <Application>Microsoft Office PowerPoint</Application>
  <PresentationFormat>Widescreen</PresentationFormat>
  <Paragraphs>228</Paragraphs>
  <Slides>18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Segoe UI</vt:lpstr>
      <vt:lpstr>Times New Roman</vt:lpstr>
      <vt:lpstr>Wingdings</vt:lpstr>
      <vt:lpstr>2018 Theme</vt:lpstr>
      <vt:lpstr>SSID SVID Programming</vt:lpstr>
      <vt:lpstr>Copyright 2021 Insyde Software Corp., All Rights Reserved.</vt:lpstr>
      <vt:lpstr>Agenda</vt:lpstr>
      <vt:lpstr>Overview</vt:lpstr>
      <vt:lpstr>Overview</vt:lpstr>
      <vt:lpstr>Work Flow</vt:lpstr>
      <vt:lpstr>Work Flow</vt:lpstr>
      <vt:lpstr>Related Files</vt:lpstr>
      <vt:lpstr>Related Files - SetSsidSvidDxe</vt:lpstr>
      <vt:lpstr>Related Files - SetSsidSvidDxe</vt:lpstr>
      <vt:lpstr>Related Files - SetSsidSvidDxe</vt:lpstr>
      <vt:lpstr>Related Files - DxeOemSvcKernelLib</vt:lpstr>
      <vt:lpstr>Related Files – DxeCsSvcProgramChipsetSSID.c</vt:lpstr>
      <vt:lpstr>Related Files – ProgramChipsetSSID.c</vt:lpstr>
      <vt:lpstr>Related Files - SetSsidSvidDxe</vt:lpstr>
      <vt:lpstr>Customization Steps</vt:lpstr>
      <vt:lpstr>Customization Steps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136</cp:revision>
  <dcterms:created xsi:type="dcterms:W3CDTF">2018-02-02T23:50:52Z</dcterms:created>
  <dcterms:modified xsi:type="dcterms:W3CDTF">2021-03-31T05:39:50Z</dcterms:modified>
</cp:coreProperties>
</file>