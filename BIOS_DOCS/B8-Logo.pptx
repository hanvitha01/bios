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27"/>
  </p:notesMasterIdLst>
  <p:sldIdLst>
    <p:sldId id="269" r:id="rId2"/>
    <p:sldId id="364" r:id="rId3"/>
    <p:sldId id="365" r:id="rId4"/>
    <p:sldId id="366" r:id="rId5"/>
    <p:sldId id="367" r:id="rId6"/>
    <p:sldId id="523" r:id="rId7"/>
    <p:sldId id="522" r:id="rId8"/>
    <p:sldId id="351" r:id="rId9"/>
    <p:sldId id="533" r:id="rId10"/>
    <p:sldId id="506" r:id="rId11"/>
    <p:sldId id="514" r:id="rId12"/>
    <p:sldId id="516" r:id="rId13"/>
    <p:sldId id="517" r:id="rId14"/>
    <p:sldId id="518" r:id="rId15"/>
    <p:sldId id="515" r:id="rId16"/>
    <p:sldId id="519" r:id="rId17"/>
    <p:sldId id="524" r:id="rId18"/>
    <p:sldId id="531" r:id="rId19"/>
    <p:sldId id="468" r:id="rId20"/>
    <p:sldId id="530" r:id="rId21"/>
    <p:sldId id="469" r:id="rId22"/>
    <p:sldId id="521" r:id="rId23"/>
    <p:sldId id="513" r:id="rId24"/>
    <p:sldId id="525" r:id="rId25"/>
    <p:sldId id="52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23" d="100"/>
          <a:sy n="123" d="100"/>
        </p:scale>
        <p:origin x="11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7/22/2022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2022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2022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2022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2022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2022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7/22/2022</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2022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Logo</a:t>
            </a:r>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err="1">
                <a:solidFill>
                  <a:schemeClr val="tx1"/>
                </a:solidFill>
              </a:rPr>
              <a:t>Insyde</a:t>
            </a:r>
            <a:r>
              <a:rPr lang="en-US" dirty="0">
                <a:solidFill>
                  <a:schemeClr val="tx1"/>
                </a:solidFill>
              </a:rPr>
              <a:t> Software</a:t>
            </a:r>
          </a:p>
          <a:p>
            <a:pPr>
              <a:lnSpc>
                <a:spcPct val="100000"/>
              </a:lnSpc>
              <a:spcBef>
                <a:spcPts val="600"/>
              </a:spcBef>
            </a:pPr>
            <a:r>
              <a:rPr lang="en-US" dirty="0">
                <a:solidFill>
                  <a:schemeClr val="tx1"/>
                </a:solidFill>
              </a:rPr>
              <a:t>July, 2022</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910510696"/>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a:solidFill>
                  <a:srgbClr val="3F3F3F"/>
                </a:solidFill>
                <a:latin typeface="Segoe UI" panose="020B0502040204020203" pitchFamily="34" charset="0"/>
                <a:cs typeface="DejaVu Sans" charset="0"/>
              </a:rPr>
              <a:t>Copyright 2022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pPr marL="228600" indent="-228240">
              <a:lnSpc>
                <a:spcPct val="90000"/>
              </a:lnSpc>
              <a:spcBef>
                <a:spcPts val="1001"/>
              </a:spcBef>
              <a:buClr>
                <a:srgbClr val="FFFFFF"/>
              </a:buClr>
              <a:buFont typeface="Arial"/>
              <a:buChar char="•"/>
            </a:pPr>
            <a:r>
              <a:rPr lang="en-US" altLang="zh-TW" sz="2800" b="0" strike="noStrike" spc="-1" dirty="0">
                <a:solidFill>
                  <a:srgbClr val="FFFFFF"/>
                </a:solidFill>
                <a:latin typeface="Segoe UI"/>
              </a:rPr>
              <a:t>Goals &amp; Target Audience</a:t>
            </a:r>
          </a:p>
          <a:p>
            <a:pPr marL="228600" indent="-228240">
              <a:lnSpc>
                <a:spcPct val="90000"/>
              </a:lnSpc>
              <a:spcBef>
                <a:spcPts val="1001"/>
              </a:spcBef>
              <a:buClr>
                <a:srgbClr val="FFFFFF"/>
              </a:buClr>
              <a:buFont typeface="Arial"/>
              <a:buChar char="•"/>
            </a:pPr>
            <a:r>
              <a:rPr lang="en-US" altLang="zh-TW" spc="-1" dirty="0">
                <a:solidFill>
                  <a:srgbClr val="FFFFFF"/>
                </a:solidFill>
                <a:latin typeface="Segoe UI"/>
              </a:rPr>
              <a:t>Overview</a:t>
            </a:r>
          </a:p>
          <a:p>
            <a:r>
              <a:rPr lang="en-US" altLang="zh-TW" spc="-1" dirty="0">
                <a:solidFill>
                  <a:srgbClr val="FFFFFF"/>
                </a:solidFill>
                <a:latin typeface="Segoe UI"/>
              </a:rPr>
              <a:t>Related Files</a:t>
            </a:r>
          </a:p>
          <a:p>
            <a:r>
              <a:rPr lang="en-US" altLang="zh-TW" spc="-1" dirty="0">
                <a:solidFill>
                  <a:srgbClr val="FFFFFF"/>
                </a:solidFill>
                <a:latin typeface="Segoe UI"/>
              </a:rPr>
              <a:t>Customization Steps</a:t>
            </a:r>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822089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Goals &amp; Target Audience</a:t>
            </a:r>
          </a:p>
        </p:txBody>
      </p:sp>
    </p:spTree>
    <p:extLst>
      <p:ext uri="{BB962C8B-B14F-4D97-AF65-F5344CB8AC3E}">
        <p14:creationId xmlns:p14="http://schemas.microsoft.com/office/powerpoint/2010/main" val="1745437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Goals &amp; Target Audience</a:t>
            </a:r>
            <a:endParaRPr lang="zh-TW" altLang="en-US" sz="2000"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a:bodyPr>
          <a:lstStyle/>
          <a:p>
            <a:r>
              <a:rPr lang="en-US" altLang="zh-TW" b="1" dirty="0"/>
              <a:t>Target Audience:</a:t>
            </a:r>
          </a:p>
          <a:p>
            <a:pPr lvl="1"/>
            <a:r>
              <a:rPr lang="en-US" altLang="zh-TW" sz="2000" dirty="0"/>
              <a:t>BIOS developers who use InsydeH2O 5.4 (EDK II) to create their firmware products.</a:t>
            </a:r>
          </a:p>
          <a:p>
            <a:endParaRPr lang="en-US" altLang="zh-TW" dirty="0"/>
          </a:p>
          <a:p>
            <a:r>
              <a:rPr lang="en-US" altLang="zh-TW" b="1" dirty="0"/>
              <a:t>Goals:</a:t>
            </a:r>
            <a:endParaRPr lang="en-US" altLang="zh-TW" sz="2000" b="1" dirty="0">
              <a:ea typeface="新細明體" charset="-120"/>
            </a:endParaRPr>
          </a:p>
          <a:p>
            <a:pPr lvl="1"/>
            <a:r>
              <a:rPr lang="en-US" altLang="zh-TW" sz="2000" dirty="0">
                <a:ea typeface="新細明體" charset="-120"/>
              </a:rPr>
              <a:t>Know how to modify Boot Logo in InsydeH2O 5.4.</a:t>
            </a:r>
          </a:p>
          <a:p>
            <a:pPr marL="0" indent="0">
              <a:buNone/>
            </a:pPr>
            <a:endParaRPr lang="en-US" altLang="zh-TW" dirty="0"/>
          </a:p>
          <a:p>
            <a:r>
              <a:rPr lang="en-US" altLang="zh-TW" b="1" dirty="0"/>
              <a:t>Requirements:</a:t>
            </a:r>
          </a:p>
          <a:p>
            <a:pPr lvl="1"/>
            <a:r>
              <a:rPr lang="en-US" altLang="zh-TW" sz="2000" dirty="0"/>
              <a:t>InsydeH2O 5.4 source code</a:t>
            </a:r>
            <a:endParaRPr lang="en-US" altLang="zh-TW" sz="2000" dirty="0">
              <a:ea typeface="新細明體" charset="-120"/>
            </a:endParaRPr>
          </a:p>
          <a:p>
            <a:pPr lvl="1"/>
            <a:r>
              <a:rPr lang="en-US" altLang="zh-TW" sz="2000" dirty="0">
                <a:ea typeface="新細明體" charset="-120"/>
              </a:rPr>
              <a:t>OEM Boot Logo image</a:t>
            </a:r>
          </a:p>
          <a:p>
            <a:pPr marL="457200" lvl="1" indent="0">
              <a:buNone/>
            </a:pPr>
            <a:endParaRPr lang="zh-TW" altLang="en-US" sz="2000" dirty="0">
              <a:ea typeface="新細明體" charset="-120"/>
            </a:endParaRPr>
          </a:p>
        </p:txBody>
      </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99F05821-4953-FD69-19F1-91020F956C8E}"/>
              </a:ext>
            </a:extLst>
          </p:cNvPr>
          <p:cNvSpPr>
            <a:spLocks noGrp="1"/>
          </p:cNvSpPr>
          <p:nvPr>
            <p:ph type="sldNum" sz="quarter" idx="12"/>
          </p:nvPr>
        </p:nvSpPr>
        <p:spPr/>
        <p:txBody>
          <a:bodyPr/>
          <a:lstStyle/>
          <a:p>
            <a:fld id="{711F1488-76AD-4E7F-AEC8-BF811B7D74A5}" type="slidenum">
              <a:rPr lang="en-US" smtClean="0"/>
              <a:pPr/>
              <a:t>6</a:t>
            </a:fld>
            <a:endParaRPr lang="en-US"/>
          </a:p>
        </p:txBody>
      </p:sp>
      <p:sp>
        <p:nvSpPr>
          <p:cNvPr id="3" name="標題 2">
            <a:extLst>
              <a:ext uri="{FF2B5EF4-FFF2-40B4-BE49-F238E27FC236}">
                <a16:creationId xmlns:a16="http://schemas.microsoft.com/office/drawing/2014/main" id="{09A94A71-0E0F-C1D4-8EA6-6F754569C0D2}"/>
              </a:ext>
            </a:extLst>
          </p:cNvPr>
          <p:cNvSpPr>
            <a:spLocks noGrp="1"/>
          </p:cNvSpPr>
          <p:nvPr>
            <p:ph type="title"/>
          </p:nvPr>
        </p:nvSpPr>
        <p:spPr/>
        <p:txBody>
          <a:bodyPr/>
          <a:lstStyle/>
          <a:p>
            <a:r>
              <a:rPr lang="en-US" altLang="zh-TW" dirty="0"/>
              <a:t>Overview</a:t>
            </a:r>
            <a:endParaRPr lang="zh-TW" altLang="en-US" dirty="0"/>
          </a:p>
        </p:txBody>
      </p:sp>
    </p:spTree>
    <p:extLst>
      <p:ext uri="{BB962C8B-B14F-4D97-AF65-F5344CB8AC3E}">
        <p14:creationId xmlns:p14="http://schemas.microsoft.com/office/powerpoint/2010/main" val="2481592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E35C9E-6EFA-F34A-AA53-6A5468D31DD8}"/>
              </a:ext>
            </a:extLst>
          </p:cNvPr>
          <p:cNvSpPr>
            <a:spLocks noGrp="1"/>
          </p:cNvSpPr>
          <p:nvPr>
            <p:ph type="title"/>
          </p:nvPr>
        </p:nvSpPr>
        <p:spPr/>
        <p:txBody>
          <a:bodyPr/>
          <a:lstStyle/>
          <a:p>
            <a:r>
              <a:rPr lang="en-US" altLang="zh-TW" dirty="0"/>
              <a:t>Overview</a:t>
            </a:r>
            <a:endParaRPr lang="zh-TW" altLang="en-US" dirty="0"/>
          </a:p>
        </p:txBody>
      </p:sp>
      <p:sp>
        <p:nvSpPr>
          <p:cNvPr id="3" name="內容版面配置區 2">
            <a:extLst>
              <a:ext uri="{FF2B5EF4-FFF2-40B4-BE49-F238E27FC236}">
                <a16:creationId xmlns:a16="http://schemas.microsoft.com/office/drawing/2014/main" id="{BD4E1199-66C2-5D4E-491C-8178D650CAF9}"/>
              </a:ext>
            </a:extLst>
          </p:cNvPr>
          <p:cNvSpPr>
            <a:spLocks noGrp="1"/>
          </p:cNvSpPr>
          <p:nvPr>
            <p:ph idx="1"/>
          </p:nvPr>
        </p:nvSpPr>
        <p:spPr/>
        <p:txBody>
          <a:bodyPr/>
          <a:lstStyle/>
          <a:p>
            <a:r>
              <a:rPr lang="en-US" altLang="zh-TW" dirty="0"/>
              <a:t>There are two methods to set Logo in build time.</a:t>
            </a:r>
          </a:p>
          <a:p>
            <a:pPr marL="914400" lvl="1" indent="-457200">
              <a:lnSpc>
                <a:spcPct val="200000"/>
              </a:lnSpc>
              <a:buFont typeface="+mj-lt"/>
              <a:buAutoNum type="arabicPeriod"/>
            </a:pPr>
            <a:r>
              <a:rPr lang="en-US" altLang="zh-TW" dirty="0" err="1"/>
              <a:t>OemBadgingSupportDxe</a:t>
            </a:r>
            <a:endParaRPr lang="en-US" altLang="zh-TW" dirty="0"/>
          </a:p>
          <a:p>
            <a:pPr marL="914400" lvl="1" indent="-457200">
              <a:lnSpc>
                <a:spcPct val="200000"/>
              </a:lnSpc>
              <a:buFont typeface="+mj-lt"/>
              <a:buAutoNum type="arabicPeriod"/>
            </a:pPr>
            <a:r>
              <a:rPr lang="en-US" altLang="zh-TW" dirty="0"/>
              <a:t>Flash Device Map</a:t>
            </a:r>
          </a:p>
          <a:p>
            <a:pPr marL="457200" lvl="1" indent="0">
              <a:lnSpc>
                <a:spcPct val="100000"/>
              </a:lnSpc>
              <a:buNone/>
            </a:pPr>
            <a:r>
              <a:rPr lang="en-US" altLang="zh-TW" dirty="0"/>
              <a:t>Note: Use </a:t>
            </a:r>
            <a:r>
              <a:rPr lang="en-US" altLang="zh-TW" dirty="0">
                <a:solidFill>
                  <a:srgbClr val="FF0000"/>
                </a:solidFill>
              </a:rPr>
              <a:t>gInsydeTokenSpaceGuid.PcdH2OBdsOemBadgingSupported </a:t>
            </a:r>
            <a:r>
              <a:rPr lang="en-US" altLang="zh-TW" dirty="0"/>
              <a:t>to decide which one to use.</a:t>
            </a:r>
            <a:endParaRPr lang="zh-TW" altLang="en-US" dirty="0"/>
          </a:p>
        </p:txBody>
      </p:sp>
    </p:spTree>
    <p:extLst>
      <p:ext uri="{BB962C8B-B14F-4D97-AF65-F5344CB8AC3E}">
        <p14:creationId xmlns:p14="http://schemas.microsoft.com/office/powerpoint/2010/main" val="2060630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8</a:t>
            </a:fld>
            <a:endParaRPr lang="en-US" dirty="0"/>
          </a:p>
        </p:txBody>
      </p:sp>
      <p:sp>
        <p:nvSpPr>
          <p:cNvPr id="2" name="Title 1"/>
          <p:cNvSpPr>
            <a:spLocks noGrp="1"/>
          </p:cNvSpPr>
          <p:nvPr>
            <p:ph type="title"/>
          </p:nvPr>
        </p:nvSpPr>
        <p:spPr/>
        <p:txBody>
          <a:bodyPr/>
          <a:lstStyle/>
          <a:p>
            <a:r>
              <a:rPr lang="en-US" dirty="0"/>
              <a:t>Related Files</a:t>
            </a:r>
          </a:p>
        </p:txBody>
      </p:sp>
    </p:spTree>
    <p:extLst>
      <p:ext uri="{BB962C8B-B14F-4D97-AF65-F5344CB8AC3E}">
        <p14:creationId xmlns:p14="http://schemas.microsoft.com/office/powerpoint/2010/main" val="3556020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E68166-A6D5-7C80-8E5A-9E273E529BD5}"/>
              </a:ext>
            </a:extLst>
          </p:cNvPr>
          <p:cNvSpPr>
            <a:spLocks noGrp="1"/>
          </p:cNvSpPr>
          <p:nvPr>
            <p:ph type="title"/>
          </p:nvPr>
        </p:nvSpPr>
        <p:spPr/>
        <p:txBody>
          <a:bodyPr/>
          <a:lstStyle/>
          <a:p>
            <a:r>
              <a:rPr lang="en-US" altLang="zh-TW" dirty="0"/>
              <a:t>Related Files - </a:t>
            </a:r>
            <a:r>
              <a:rPr lang="en-US" altLang="zh-TW" dirty="0" err="1"/>
              <a:t>OemBadgingSupportDxe</a:t>
            </a:r>
            <a:endParaRPr lang="zh-TW" altLang="en-US" dirty="0"/>
          </a:p>
        </p:txBody>
      </p:sp>
      <p:sp>
        <p:nvSpPr>
          <p:cNvPr id="3" name="內容版面配置區 2">
            <a:extLst>
              <a:ext uri="{FF2B5EF4-FFF2-40B4-BE49-F238E27FC236}">
                <a16:creationId xmlns:a16="http://schemas.microsoft.com/office/drawing/2014/main" id="{9F558027-CD93-3131-C1B3-9989FFD42164}"/>
              </a:ext>
            </a:extLst>
          </p:cNvPr>
          <p:cNvSpPr>
            <a:spLocks noGrp="1"/>
          </p:cNvSpPr>
          <p:nvPr>
            <p:ph idx="1"/>
          </p:nvPr>
        </p:nvSpPr>
        <p:spPr/>
        <p:txBody>
          <a:bodyPr/>
          <a:lstStyle/>
          <a:p>
            <a:pPr>
              <a:buClr>
                <a:srgbClr val="262626"/>
              </a:buClr>
              <a:defRPr/>
            </a:pPr>
            <a:r>
              <a:rPr lang="en-US" altLang="zh-TW" sz="2400" b="1" dirty="0">
                <a:solidFill>
                  <a:schemeClr val="tx2"/>
                </a:solidFill>
              </a:rPr>
              <a:t>Board/Intel/$(PROJECT_PKG)/</a:t>
            </a:r>
            <a:r>
              <a:rPr lang="en-US" altLang="zh-TW" sz="2400" b="1" dirty="0" err="1">
                <a:solidFill>
                  <a:schemeClr val="tx2"/>
                </a:solidFill>
              </a:rPr>
              <a:t>Project.dsc</a:t>
            </a:r>
            <a:endParaRPr lang="en-US" altLang="zh-TW" sz="2400" b="1" dirty="0">
              <a:solidFill>
                <a:schemeClr val="tx2"/>
              </a:solidFill>
            </a:endParaRPr>
          </a:p>
          <a:p>
            <a:pPr marL="457200" lvl="1" indent="0">
              <a:buNone/>
            </a:pPr>
            <a:r>
              <a:rPr lang="en-US" altLang="zh-TW" sz="1800" dirty="0">
                <a:solidFill>
                  <a:schemeClr val="tx2"/>
                </a:solidFill>
              </a:rPr>
              <a:t>gInsydeTokenSpaceGuid.PcdH2OBdsOemBadgingSupported|TRUE</a:t>
            </a:r>
            <a:endParaRPr lang="en-US" altLang="zh-TW" sz="1800" b="1" dirty="0">
              <a:solidFill>
                <a:schemeClr val="tx2"/>
              </a:solidFill>
            </a:endParaRPr>
          </a:p>
          <a:p>
            <a:pPr>
              <a:buClr>
                <a:srgbClr val="262626"/>
              </a:buClr>
              <a:defRPr/>
            </a:pPr>
            <a:r>
              <a:rPr lang="en-US" altLang="zh-TW" sz="2400" b="1" dirty="0">
                <a:solidFill>
                  <a:schemeClr val="tx2"/>
                </a:solidFill>
              </a:rPr>
              <a:t>Intel/</a:t>
            </a:r>
            <a:r>
              <a:rPr lang="en-US" altLang="zh-TW" sz="2400" b="1" dirty="0" err="1">
                <a:solidFill>
                  <a:schemeClr val="tx2"/>
                </a:solidFill>
              </a:rPr>
              <a:t>EagleStream</a:t>
            </a:r>
            <a:r>
              <a:rPr lang="en-US" altLang="zh-TW" sz="2400" b="1" dirty="0">
                <a:solidFill>
                  <a:schemeClr val="tx2"/>
                </a:solidFill>
              </a:rPr>
              <a:t>/$(CHIPSET_PKG)/</a:t>
            </a:r>
            <a:r>
              <a:rPr lang="en-US" altLang="zh-TW" sz="2400" b="1" dirty="0" err="1">
                <a:solidFill>
                  <a:schemeClr val="tx2"/>
                </a:solidFill>
              </a:rPr>
              <a:t>OemBadgingSupportDxe</a:t>
            </a:r>
            <a:r>
              <a:rPr lang="en-US" altLang="zh-TW" sz="2400" b="1" dirty="0">
                <a:solidFill>
                  <a:schemeClr val="tx2"/>
                </a:solidFill>
              </a:rPr>
              <a:t>/</a:t>
            </a:r>
            <a:r>
              <a:rPr lang="en-US" altLang="zh-TW" sz="2400" b="1" dirty="0" err="1">
                <a:solidFill>
                  <a:schemeClr val="tx2"/>
                </a:solidFill>
              </a:rPr>
              <a:t>OEMBadgingSupportDxe.c</a:t>
            </a:r>
            <a:endParaRPr lang="en-US" altLang="zh-TW" sz="2400" b="1" dirty="0">
              <a:solidFill>
                <a:schemeClr val="tx2"/>
              </a:solidFill>
            </a:endParaRPr>
          </a:p>
          <a:p>
            <a:pPr>
              <a:buClr>
                <a:srgbClr val="262626"/>
              </a:buClr>
              <a:defRPr/>
            </a:pPr>
            <a:r>
              <a:rPr lang="en-US" altLang="zh-TW" sz="2400" b="1" dirty="0" err="1">
                <a:solidFill>
                  <a:schemeClr val="tx2"/>
                </a:solidFill>
              </a:rPr>
              <a:t>Insyde</a:t>
            </a:r>
            <a:r>
              <a:rPr lang="en-US" altLang="zh-TW" sz="2400" b="1" dirty="0">
                <a:solidFill>
                  <a:schemeClr val="tx2"/>
                </a:solidFill>
              </a:rPr>
              <a:t>/</a:t>
            </a:r>
            <a:r>
              <a:rPr lang="en-US" altLang="zh-TW" sz="2400" b="1" dirty="0" err="1">
                <a:solidFill>
                  <a:schemeClr val="tx2"/>
                </a:solidFill>
              </a:rPr>
              <a:t>InsydeModulePkg</a:t>
            </a:r>
            <a:r>
              <a:rPr lang="en-US" altLang="zh-TW" sz="2400" b="1" dirty="0">
                <a:solidFill>
                  <a:schemeClr val="tx2"/>
                </a:solidFill>
              </a:rPr>
              <a:t>/Library/</a:t>
            </a:r>
            <a:r>
              <a:rPr lang="en-US" altLang="zh-TW" sz="2400" b="1" dirty="0" err="1">
                <a:solidFill>
                  <a:schemeClr val="tx2"/>
                </a:solidFill>
              </a:rPr>
              <a:t>CommonPlatformLib</a:t>
            </a:r>
            <a:r>
              <a:rPr lang="en-US" altLang="zh-TW" sz="2400" b="1" dirty="0">
                <a:solidFill>
                  <a:schemeClr val="tx2"/>
                </a:solidFill>
              </a:rPr>
              <a:t>/</a:t>
            </a:r>
            <a:r>
              <a:rPr lang="en-US" altLang="zh-TW" sz="2400" b="1" dirty="0" err="1">
                <a:solidFill>
                  <a:schemeClr val="tx2"/>
                </a:solidFill>
              </a:rPr>
              <a:t>BadgingSupportLib</a:t>
            </a:r>
            <a:r>
              <a:rPr lang="en-US" altLang="zh-TW" sz="2400" b="1" dirty="0">
                <a:solidFill>
                  <a:schemeClr val="tx2"/>
                </a:solidFill>
              </a:rPr>
              <a:t>/</a:t>
            </a:r>
            <a:r>
              <a:rPr lang="en-US" altLang="zh-TW" sz="2400" b="1" dirty="0" err="1">
                <a:solidFill>
                  <a:schemeClr val="tx2"/>
                </a:solidFill>
              </a:rPr>
              <a:t>BadgingSupportLib.c</a:t>
            </a:r>
            <a:endParaRPr lang="en-US" altLang="zh-TW" sz="2400" b="1" dirty="0">
              <a:solidFill>
                <a:schemeClr val="tx2"/>
              </a:solidFill>
            </a:endParaRPr>
          </a:p>
          <a:p>
            <a:r>
              <a:rPr lang="en-US" altLang="zh-TW" b="1" dirty="0">
                <a:solidFill>
                  <a:srgbClr val="FF0000"/>
                </a:solidFill>
                <a:ea typeface="新細明體" pitchFamily="18" charset="-120"/>
              </a:rPr>
              <a:t>Board/Intel/$(</a:t>
            </a:r>
            <a:r>
              <a:rPr lang="en-US" altLang="zh-TW" sz="2400" b="1" dirty="0">
                <a:solidFill>
                  <a:srgbClr val="FF0000"/>
                </a:solidFill>
                <a:ea typeface="新細明體" pitchFamily="18" charset="-120"/>
              </a:rPr>
              <a:t>PROJECT_PKG)/Library/</a:t>
            </a:r>
            <a:r>
              <a:rPr lang="en-US" altLang="zh-TW" sz="2400" b="1" dirty="0" err="1">
                <a:solidFill>
                  <a:srgbClr val="FF0000"/>
                </a:solidFill>
                <a:ea typeface="新細明體" pitchFamily="18" charset="-120"/>
              </a:rPr>
              <a:t>DxeOemSvcChipsetLib</a:t>
            </a:r>
            <a:r>
              <a:rPr lang="en-US" altLang="zh-TW" sz="2400" b="1" dirty="0">
                <a:solidFill>
                  <a:srgbClr val="FF0000"/>
                </a:solidFill>
                <a:ea typeface="新細明體" pitchFamily="18" charset="-120"/>
              </a:rPr>
              <a:t>/</a:t>
            </a:r>
            <a:r>
              <a:rPr lang="en-US" altLang="zh-TW" sz="2400" b="1" dirty="0" err="1">
                <a:solidFill>
                  <a:srgbClr val="FF0000"/>
                </a:solidFill>
                <a:ea typeface="新細明體" pitchFamily="18" charset="-120"/>
              </a:rPr>
              <a:t>OemSvcUpdateOemBadgingLogoData.c</a:t>
            </a:r>
            <a:endParaRPr lang="en-US" altLang="zh-TW" sz="2400" b="1" spc="-1" dirty="0">
              <a:solidFill>
                <a:srgbClr val="3F3F3F"/>
              </a:solidFill>
              <a:uFill>
                <a:solidFill>
                  <a:srgbClr val="FFFFFF"/>
                </a:solidFill>
              </a:uFill>
            </a:endParaRPr>
          </a:p>
          <a:p>
            <a:pPr marL="360" indent="0">
              <a:lnSpc>
                <a:spcPct val="100000"/>
              </a:lnSpc>
              <a:buClr>
                <a:srgbClr val="FF0000"/>
              </a:buClr>
              <a:buNone/>
            </a:pPr>
            <a:endParaRPr lang="en-US" altLang="zh-TW" sz="1800" spc="-1" dirty="0">
              <a:uFill>
                <a:solidFill>
                  <a:srgbClr val="FFFFFF"/>
                </a:solidFill>
              </a:uFill>
            </a:endParaRPr>
          </a:p>
          <a:p>
            <a:endParaRPr lang="zh-TW" altLang="en-US" dirty="0"/>
          </a:p>
        </p:txBody>
      </p:sp>
    </p:spTree>
    <p:extLst>
      <p:ext uri="{BB962C8B-B14F-4D97-AF65-F5344CB8AC3E}">
        <p14:creationId xmlns:p14="http://schemas.microsoft.com/office/powerpoint/2010/main" val="3217313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lstStyle/>
          <a:p>
            <a:r>
              <a:rPr lang="en-US" altLang="zh-TW" dirty="0" err="1"/>
              <a:t>OemBadgingSupportDxe</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a:xfrm>
            <a:off x="409575" y="1398494"/>
            <a:ext cx="11496675" cy="4778469"/>
          </a:xfrm>
        </p:spPr>
        <p:txBody>
          <a:bodyPr/>
          <a:lstStyle/>
          <a:p>
            <a:pPr lvl="1">
              <a:buClr>
                <a:srgbClr val="262626"/>
              </a:buClr>
              <a:defRPr/>
            </a:pPr>
            <a:r>
              <a:rPr lang="en-US" altLang="zh-TW" sz="2400" dirty="0">
                <a:ea typeface="新細明體" pitchFamily="18" charset="-120"/>
              </a:rPr>
              <a:t>Setup the </a:t>
            </a:r>
            <a:r>
              <a:rPr lang="en-US" altLang="zh-TW" sz="2400" dirty="0" err="1">
                <a:ea typeface="新細明體" pitchFamily="18" charset="-120"/>
              </a:rPr>
              <a:t>mBadgingData</a:t>
            </a:r>
            <a:r>
              <a:rPr lang="en-US" altLang="zh-TW" sz="2400" dirty="0">
                <a:ea typeface="新細明體" pitchFamily="18" charset="-120"/>
              </a:rPr>
              <a:t> (LOGO) and the</a:t>
            </a:r>
            <a:r>
              <a:rPr lang="zh-TW" altLang="en-US" sz="2400" dirty="0">
                <a:ea typeface="新細明體" pitchFamily="18" charset="-120"/>
              </a:rPr>
              <a:t> </a:t>
            </a:r>
            <a:r>
              <a:rPr lang="en-US" altLang="zh-TW" sz="2400" dirty="0" err="1">
                <a:ea typeface="新細明體" pitchFamily="18" charset="-120"/>
              </a:rPr>
              <a:t>mOemVidoeModeScreenStringData</a:t>
            </a:r>
            <a:r>
              <a:rPr lang="en-US" altLang="zh-TW" sz="2400" dirty="0">
                <a:ea typeface="新細明體" pitchFamily="18" charset="-120"/>
              </a:rPr>
              <a:t>[]</a:t>
            </a:r>
          </a:p>
        </p:txBody>
      </p:sp>
      <p:grpSp>
        <p:nvGrpSpPr>
          <p:cNvPr id="19" name="群組 18">
            <a:extLst>
              <a:ext uri="{FF2B5EF4-FFF2-40B4-BE49-F238E27FC236}">
                <a16:creationId xmlns:a16="http://schemas.microsoft.com/office/drawing/2014/main" id="{FBCFBD8C-E647-4C13-8E28-CA7C1B5CB2BC}"/>
              </a:ext>
            </a:extLst>
          </p:cNvPr>
          <p:cNvGrpSpPr/>
          <p:nvPr/>
        </p:nvGrpSpPr>
        <p:grpSpPr>
          <a:xfrm>
            <a:off x="3586298" y="1872692"/>
            <a:ext cx="4867004" cy="4736784"/>
            <a:chOff x="3971108" y="1854926"/>
            <a:chExt cx="4717870" cy="4736784"/>
          </a:xfrm>
        </p:grpSpPr>
        <p:sp>
          <p:nvSpPr>
            <p:cNvPr id="20" name="Rectangle 15">
              <a:extLst>
                <a:ext uri="{FF2B5EF4-FFF2-40B4-BE49-F238E27FC236}">
                  <a16:creationId xmlns:a16="http://schemas.microsoft.com/office/drawing/2014/main" id="{FD0709FA-91AA-45D2-A9F4-49B48656A027}"/>
                </a:ext>
              </a:extLst>
            </p:cNvPr>
            <p:cNvSpPr>
              <a:spLocks noChangeArrowheads="1"/>
            </p:cNvSpPr>
            <p:nvPr/>
          </p:nvSpPr>
          <p:spPr bwMode="auto">
            <a:xfrm>
              <a:off x="3971108" y="1854926"/>
              <a:ext cx="4717870" cy="4502330"/>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21" name="Rectangle 16">
              <a:extLst>
                <a:ext uri="{FF2B5EF4-FFF2-40B4-BE49-F238E27FC236}">
                  <a16:creationId xmlns:a16="http://schemas.microsoft.com/office/drawing/2014/main" id="{803E0F61-3508-45FF-94CC-6A3FC72DD9AE}"/>
                </a:ext>
              </a:extLst>
            </p:cNvPr>
            <p:cNvSpPr>
              <a:spLocks noChangeArrowheads="1"/>
            </p:cNvSpPr>
            <p:nvPr/>
          </p:nvSpPr>
          <p:spPr bwMode="auto">
            <a:xfrm>
              <a:off x="3971108" y="1854927"/>
              <a:ext cx="4717870"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OemBadgingSupportDxe.c</a:t>
              </a:r>
              <a:endParaRPr lang="zh-TW" altLang="en-US" sz="1400" dirty="0"/>
            </a:p>
          </p:txBody>
        </p:sp>
        <p:sp>
          <p:nvSpPr>
            <p:cNvPr id="22" name="Text Box 17">
              <a:extLst>
                <a:ext uri="{FF2B5EF4-FFF2-40B4-BE49-F238E27FC236}">
                  <a16:creationId xmlns:a16="http://schemas.microsoft.com/office/drawing/2014/main" id="{2F326CF2-994F-4056-838D-2DABEC3D6C3D}"/>
                </a:ext>
              </a:extLst>
            </p:cNvPr>
            <p:cNvSpPr txBox="1">
              <a:spLocks noChangeArrowheads="1"/>
            </p:cNvSpPr>
            <p:nvPr/>
          </p:nvSpPr>
          <p:spPr bwMode="auto">
            <a:xfrm>
              <a:off x="3977636" y="2159727"/>
              <a:ext cx="4484919" cy="4431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spcAft>
                  <a:spcPct val="0"/>
                </a:spcAft>
              </a:pPr>
              <a:r>
                <a:rPr lang="en-US" altLang="zh-TW" sz="1400" dirty="0">
                  <a:solidFill>
                    <a:srgbClr val="008000"/>
                  </a:solidFill>
                  <a:cs typeface="Tahoma" panose="020B0604030504040204" pitchFamily="34" charset="0"/>
                </a:rPr>
                <a:t>EFI_OEM_BADGING_LOGO_DATA</a:t>
              </a:r>
              <a:r>
                <a:rPr lang="en-US" altLang="zh-TW" sz="1400" dirty="0">
                  <a:cs typeface="Tahoma" panose="020B0604030504040204" pitchFamily="34" charset="0"/>
                </a:rPr>
                <a:t> </a:t>
              </a:r>
              <a:r>
                <a:rPr lang="en-US" altLang="zh-TW" sz="1400" dirty="0" err="1">
                  <a:solidFill>
                    <a:srgbClr val="0000FF"/>
                  </a:solidFill>
                  <a:cs typeface="Tahoma" panose="020B0604030504040204" pitchFamily="34" charset="0"/>
                </a:rPr>
                <a:t>mBadgingData</a:t>
              </a:r>
              <a:r>
                <a:rPr lang="en-US" altLang="zh-TW" sz="1400" dirty="0">
                  <a:cs typeface="Tahoma" panose="020B0604030504040204" pitchFamily="34" charset="0"/>
                </a:rPr>
                <a:t>[] = {</a:t>
              </a:r>
            </a:p>
            <a:p>
              <a:pPr>
                <a:spcAft>
                  <a:spcPct val="0"/>
                </a:spcAft>
              </a:pPr>
              <a:r>
                <a:rPr lang="en-US" altLang="zh-TW" sz="1400" dirty="0">
                  <a:cs typeface="Tahoma" panose="020B0604030504040204" pitchFamily="34" charset="0"/>
                </a:rPr>
                <a:t>  {</a:t>
              </a:r>
              <a:r>
                <a:rPr lang="en-US" altLang="zh-TW" sz="1400" dirty="0">
                  <a:solidFill>
                    <a:srgbClr val="FF0000"/>
                  </a:solidFill>
                  <a:cs typeface="Tahoma" panose="020B0604030504040204" pitchFamily="34" charset="0"/>
                </a:rPr>
                <a:t>EFI_DEFAULT_PCX_LOGO_GUID</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r>
                <a:rPr lang="en-US" altLang="zh-TW" sz="1400" dirty="0" err="1">
                  <a:solidFill>
                    <a:srgbClr val="FF0000"/>
                  </a:solidFill>
                  <a:cs typeface="Tahoma" panose="020B0604030504040204" pitchFamily="34" charset="0"/>
                </a:rPr>
                <a:t>EfiBadgingSupportFormatPCX</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r>
                <a:rPr lang="en-US" altLang="zh-TW" sz="1400" dirty="0" err="1">
                  <a:solidFill>
                    <a:srgbClr val="FF0000"/>
                  </a:solidFill>
                  <a:cs typeface="Tahoma" panose="020B0604030504040204" pitchFamily="34" charset="0"/>
                </a:rPr>
                <a:t>EfiBadgingSupportDisplayAttributeCenter</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r>
                <a:rPr lang="en-US" altLang="zh-TW" sz="1400" dirty="0">
                  <a:solidFill>
                    <a:srgbClr val="FF0000"/>
                  </a:solidFill>
                  <a:cs typeface="Tahoma" panose="020B0604030504040204" pitchFamily="34" charset="0"/>
                </a:rPr>
                <a:t>0</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r>
                <a:rPr lang="en-US" altLang="zh-TW" sz="1400" dirty="0">
                  <a:solidFill>
                    <a:srgbClr val="FF0000"/>
                  </a:solidFill>
                  <a:cs typeface="Tahoma" panose="020B0604030504040204" pitchFamily="34" charset="0"/>
                </a:rPr>
                <a:t>0</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r>
                <a:rPr lang="en-US" altLang="zh-TW" sz="1400" dirty="0">
                  <a:solidFill>
                    <a:srgbClr val="FF0000"/>
                  </a:solidFill>
                  <a:cs typeface="Tahoma" panose="020B0604030504040204" pitchFamily="34" charset="0"/>
                </a:rPr>
                <a:t>NULL</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r>
                <a:rPr lang="en-US" altLang="zh-TW" sz="1400" dirty="0" err="1">
                  <a:solidFill>
                    <a:srgbClr val="FF0000"/>
                  </a:solidFill>
                  <a:cs typeface="Tahoma" panose="020B0604030504040204" pitchFamily="34" charset="0"/>
                </a:rPr>
                <a:t>EfiBadgingSupportImageLogo</a:t>
              </a:r>
              <a:endParaRPr lang="en-US" altLang="zh-TW" sz="1400" dirty="0">
                <a:solidFill>
                  <a:srgbClr val="FF0000"/>
                </a:solidFill>
                <a:cs typeface="Tahoma" panose="020B0604030504040204" pitchFamily="34" charset="0"/>
              </a:endParaRPr>
            </a:p>
            <a:p>
              <a:pPr>
                <a:spcAft>
                  <a:spcPct val="0"/>
                </a:spcAft>
              </a:pPr>
              <a:r>
                <a:rPr lang="en-US" altLang="zh-TW" sz="1400" dirty="0">
                  <a:cs typeface="Tahoma" panose="020B0604030504040204" pitchFamily="34" charset="0"/>
                </a:rPr>
                <a:t>  },</a:t>
              </a:r>
            </a:p>
            <a:p>
              <a:pPr>
                <a:spcAft>
                  <a:spcPct val="0"/>
                </a:spcAft>
              </a:pPr>
              <a:r>
                <a:rPr lang="en-US" altLang="zh-TW" sz="1400" dirty="0">
                  <a:cs typeface="Tahoma" panose="020B0604030504040204" pitchFamily="34" charset="0"/>
                </a:rPr>
                <a:t>  </a:t>
              </a:r>
              <a:r>
                <a:rPr lang="en-US" altLang="zh-TW" sz="1400" dirty="0">
                  <a:solidFill>
                    <a:srgbClr val="0000FF"/>
                  </a:solidFill>
                  <a:cs typeface="Tahoma" panose="020B0604030504040204" pitchFamily="34" charset="0"/>
                </a:rPr>
                <a:t>// BIOS Vendor </a:t>
              </a:r>
              <a:r>
                <a:rPr lang="en-US" altLang="zh-TW" sz="1400" dirty="0" err="1">
                  <a:solidFill>
                    <a:srgbClr val="0000FF"/>
                  </a:solidFill>
                  <a:cs typeface="Tahoma" panose="020B0604030504040204" pitchFamily="34" charset="0"/>
                </a:rPr>
                <a:t>Insyde</a:t>
              </a:r>
              <a:r>
                <a:rPr lang="en-US" altLang="zh-TW" sz="1400" dirty="0">
                  <a:solidFill>
                    <a:srgbClr val="0000FF"/>
                  </a:solidFill>
                  <a:cs typeface="Tahoma" panose="020B0604030504040204" pitchFamily="34" charset="0"/>
                </a:rPr>
                <a:t> Badge</a:t>
              </a:r>
            </a:p>
            <a:p>
              <a:pPr>
                <a:spcAft>
                  <a:spcPct val="0"/>
                </a:spcAft>
              </a:pPr>
              <a:r>
                <a:rPr lang="en-US" altLang="zh-TW" sz="1400" dirty="0">
                  <a:cs typeface="Tahoma" panose="020B0604030504040204" pitchFamily="34" charset="0"/>
                </a:rPr>
                <a:t>  {</a:t>
              </a:r>
              <a:r>
                <a:rPr lang="en-US" altLang="zh-TW" sz="1400" dirty="0">
                  <a:solidFill>
                    <a:srgbClr val="FF0000"/>
                  </a:solidFill>
                  <a:cs typeface="Tahoma" panose="020B0604030504040204" pitchFamily="34" charset="0"/>
                </a:rPr>
                <a:t>EFI_INSYDE_BOOT_BADGING_GUID</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r>
                <a:rPr lang="en-US" altLang="zh-TW" sz="1400" dirty="0" err="1">
                  <a:solidFill>
                    <a:srgbClr val="FF0000"/>
                  </a:solidFill>
                  <a:cs typeface="Tahoma" panose="020B0604030504040204" pitchFamily="34" charset="0"/>
                </a:rPr>
                <a:t>EfiBadgingSupportFormatBMP</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r>
                <a:rPr lang="en-US" altLang="zh-TW" sz="1400" dirty="0" err="1">
                  <a:solidFill>
                    <a:srgbClr val="FF0000"/>
                  </a:solidFill>
                  <a:cs typeface="Tahoma" panose="020B0604030504040204" pitchFamily="34" charset="0"/>
                </a:rPr>
                <a:t>EfiBadgingSupportDisplayAttributeCustomized</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r>
                <a:rPr lang="en-US" altLang="zh-TW" sz="1400" dirty="0">
                  <a:solidFill>
                    <a:srgbClr val="FF0000"/>
                  </a:solidFill>
                  <a:cs typeface="Tahoma" panose="020B0604030504040204" pitchFamily="34" charset="0"/>
                </a:rPr>
                <a:t>0</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r>
                <a:rPr lang="en-US" altLang="zh-TW" sz="1400" dirty="0">
                  <a:solidFill>
                    <a:srgbClr val="FF0000"/>
                  </a:solidFill>
                  <a:cs typeface="Tahoma" panose="020B0604030504040204" pitchFamily="34" charset="0"/>
                </a:rPr>
                <a:t>0</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r>
                <a:rPr lang="en-US" altLang="zh-TW" sz="1400" dirty="0">
                  <a:solidFill>
                    <a:srgbClr val="FF0000"/>
                  </a:solidFill>
                  <a:cs typeface="Tahoma" panose="020B0604030504040204" pitchFamily="34" charset="0"/>
                </a:rPr>
                <a:t>NULL</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r>
                <a:rPr lang="en-US" altLang="zh-TW" sz="1400" dirty="0" err="1">
                  <a:solidFill>
                    <a:srgbClr val="FF0000"/>
                  </a:solidFill>
                  <a:cs typeface="Tahoma" panose="020B0604030504040204" pitchFamily="34" charset="0"/>
                </a:rPr>
                <a:t>EfiBadgingSupportImageBoot</a:t>
              </a:r>
              <a:endParaRPr lang="en-US" altLang="zh-TW" sz="1400" dirty="0">
                <a:solidFill>
                  <a:srgbClr val="FF0000"/>
                </a:solidFill>
                <a:cs typeface="Tahoma" panose="020B0604030504040204" pitchFamily="34" charset="0"/>
              </a:endParaRPr>
            </a:p>
            <a:p>
              <a:pPr>
                <a:spcAft>
                  <a:spcPct val="0"/>
                </a:spcAft>
              </a:pPr>
              <a:r>
                <a:rPr lang="en-US" altLang="zh-TW" sz="1400" dirty="0">
                  <a:cs typeface="Tahoma" panose="020B0604030504040204" pitchFamily="34" charset="0"/>
                </a:rPr>
                <a:t>  }</a:t>
              </a:r>
            </a:p>
            <a:p>
              <a:pPr>
                <a:spcAft>
                  <a:spcPct val="0"/>
                </a:spcAft>
              </a:pPr>
              <a:r>
                <a:rPr lang="en-US" altLang="zh-TW" sz="1400" dirty="0">
                  <a:cs typeface="Tahoma" panose="020B0604030504040204" pitchFamily="34" charset="0"/>
                </a:rPr>
                <a:t>}</a:t>
              </a:r>
              <a:r>
                <a:rPr lang="en-US" altLang="zh-TW" sz="1600" dirty="0">
                  <a:cs typeface="Tahoma" panose="020B0604030504040204" pitchFamily="34" charset="0"/>
                </a:rPr>
                <a:t>;</a:t>
              </a:r>
            </a:p>
          </p:txBody>
        </p:sp>
      </p:grpSp>
    </p:spTree>
    <p:extLst>
      <p:ext uri="{BB962C8B-B14F-4D97-AF65-F5344CB8AC3E}">
        <p14:creationId xmlns:p14="http://schemas.microsoft.com/office/powerpoint/2010/main" val="27663108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lstStyle/>
          <a:p>
            <a:r>
              <a:rPr lang="en-US" altLang="zh-TW" dirty="0" err="1"/>
              <a:t>OemBadgingSupportDxe</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p:txBody>
          <a:bodyPr/>
          <a:lstStyle/>
          <a:p>
            <a:r>
              <a:rPr lang="en-US" altLang="zh-TW" sz="2400" dirty="0"/>
              <a:t>Call </a:t>
            </a:r>
            <a:r>
              <a:rPr lang="en-US" altLang="zh-TW" sz="2400" dirty="0" err="1"/>
              <a:t>BadgingSupportLib</a:t>
            </a:r>
            <a:r>
              <a:rPr lang="en-US" altLang="zh-TW" sz="2400" dirty="0"/>
              <a:t> to install </a:t>
            </a:r>
            <a:r>
              <a:rPr lang="en-US" altLang="zh-TW" sz="2400" dirty="0" err="1">
                <a:cs typeface="Tahoma" panose="020B0604030504040204" pitchFamily="34" charset="0"/>
              </a:rPr>
              <a:t>gEfiOEMBadgingSupportProtocolGuid</a:t>
            </a:r>
            <a:endParaRPr lang="en-US" altLang="zh-TW" sz="2400" dirty="0"/>
          </a:p>
        </p:txBody>
      </p:sp>
      <p:grpSp>
        <p:nvGrpSpPr>
          <p:cNvPr id="8" name="群組 7">
            <a:extLst>
              <a:ext uri="{FF2B5EF4-FFF2-40B4-BE49-F238E27FC236}">
                <a16:creationId xmlns:a16="http://schemas.microsoft.com/office/drawing/2014/main" id="{21DA14AF-4D90-461E-872A-82E0B2F92929}"/>
              </a:ext>
            </a:extLst>
          </p:cNvPr>
          <p:cNvGrpSpPr/>
          <p:nvPr/>
        </p:nvGrpSpPr>
        <p:grpSpPr>
          <a:xfrm>
            <a:off x="2413498" y="1854927"/>
            <a:ext cx="7365003" cy="3844231"/>
            <a:chOff x="3971108" y="1854926"/>
            <a:chExt cx="4717870" cy="3844231"/>
          </a:xfrm>
        </p:grpSpPr>
        <p:sp>
          <p:nvSpPr>
            <p:cNvPr id="9" name="Rectangle 15">
              <a:extLst>
                <a:ext uri="{FF2B5EF4-FFF2-40B4-BE49-F238E27FC236}">
                  <a16:creationId xmlns:a16="http://schemas.microsoft.com/office/drawing/2014/main" id="{021D784D-27ED-4E18-B0F2-21187812128F}"/>
                </a:ext>
              </a:extLst>
            </p:cNvPr>
            <p:cNvSpPr>
              <a:spLocks noChangeArrowheads="1"/>
            </p:cNvSpPr>
            <p:nvPr/>
          </p:nvSpPr>
          <p:spPr bwMode="auto">
            <a:xfrm>
              <a:off x="3971108" y="1854926"/>
              <a:ext cx="4717870" cy="3844231"/>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0" name="Rectangle 16">
              <a:extLst>
                <a:ext uri="{FF2B5EF4-FFF2-40B4-BE49-F238E27FC236}">
                  <a16:creationId xmlns:a16="http://schemas.microsoft.com/office/drawing/2014/main" id="{B5259114-E701-4E96-B975-675B9EEB2BF0}"/>
                </a:ext>
              </a:extLst>
            </p:cNvPr>
            <p:cNvSpPr>
              <a:spLocks noChangeArrowheads="1"/>
            </p:cNvSpPr>
            <p:nvPr/>
          </p:nvSpPr>
          <p:spPr bwMode="auto">
            <a:xfrm>
              <a:off x="3971108" y="1854927"/>
              <a:ext cx="4717870"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OemBadgingSupportDxe.c</a:t>
              </a:r>
              <a:endParaRPr lang="zh-TW" altLang="en-US" sz="1400" dirty="0"/>
            </a:p>
          </p:txBody>
        </p:sp>
        <p:sp>
          <p:nvSpPr>
            <p:cNvPr id="11" name="Text Box 17">
              <a:extLst>
                <a:ext uri="{FF2B5EF4-FFF2-40B4-BE49-F238E27FC236}">
                  <a16:creationId xmlns:a16="http://schemas.microsoft.com/office/drawing/2014/main" id="{3D462E3B-BCCA-47D2-9FD0-96E26DE82DAB}"/>
                </a:ext>
              </a:extLst>
            </p:cNvPr>
            <p:cNvSpPr txBox="1">
              <a:spLocks noChangeArrowheads="1"/>
            </p:cNvSpPr>
            <p:nvPr/>
          </p:nvSpPr>
          <p:spPr bwMode="auto">
            <a:xfrm>
              <a:off x="3977636" y="2159727"/>
              <a:ext cx="4484919"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spcAft>
                  <a:spcPct val="0"/>
                </a:spcAft>
              </a:pPr>
              <a:r>
                <a:rPr lang="en-US" altLang="zh-TW" sz="1400" dirty="0" err="1">
                  <a:solidFill>
                    <a:srgbClr val="0000FF"/>
                  </a:solidFill>
                  <a:cs typeface="Tahoma" panose="020B0604030504040204" pitchFamily="34" charset="0"/>
                </a:rPr>
                <a:t>OEMBadgingEntryPoint</a:t>
              </a:r>
              <a:r>
                <a:rPr lang="en-US" altLang="zh-TW" sz="1400" dirty="0">
                  <a:cs typeface="Tahoma" panose="020B0604030504040204" pitchFamily="34" charset="0"/>
                </a:rPr>
                <a:t> (</a:t>
              </a:r>
            </a:p>
            <a:p>
              <a:pPr>
                <a:spcAft>
                  <a:spcPct val="0"/>
                </a:spcAft>
              </a:pPr>
              <a:r>
                <a:rPr lang="en-US" altLang="zh-TW" sz="1400" dirty="0">
                  <a:cs typeface="Tahoma" panose="020B0604030504040204" pitchFamily="34" charset="0"/>
                </a:rPr>
                <a:t>  ...</a:t>
              </a:r>
            </a:p>
            <a:p>
              <a:pPr>
                <a:spcAft>
                  <a:spcPct val="0"/>
                </a:spcAft>
              </a:pPr>
              <a:r>
                <a:rPr lang="en-US" altLang="zh-TW" sz="1400" dirty="0">
                  <a:cs typeface="Tahoma" panose="020B0604030504040204" pitchFamily="34" charset="0"/>
                </a:rPr>
                <a:t>  )  {</a:t>
              </a:r>
            </a:p>
            <a:p>
              <a:pPr>
                <a:spcAft>
                  <a:spcPct val="0"/>
                </a:spcAft>
              </a:pPr>
              <a:r>
                <a:rPr lang="en-US" altLang="zh-TW" sz="1400" dirty="0">
                  <a:cs typeface="Tahoma" panose="020B0604030504040204" pitchFamily="34" charset="0"/>
                </a:rPr>
                <a:t>    ...</a:t>
              </a:r>
            </a:p>
            <a:p>
              <a:pPr>
                <a:spcAft>
                  <a:spcPct val="0"/>
                </a:spcAft>
              </a:pPr>
              <a:r>
                <a:rPr lang="en-US" altLang="zh-TW" sz="1400" dirty="0">
                  <a:cs typeface="Tahoma" panose="020B0604030504040204" pitchFamily="34" charset="0"/>
                </a:rPr>
                <a:t>    </a:t>
              </a:r>
              <a:r>
                <a:rPr lang="en-US" altLang="zh-TW" sz="1400" dirty="0" err="1">
                  <a:solidFill>
                    <a:srgbClr val="0066CC"/>
                  </a:solidFill>
                  <a:cs typeface="Tahoma" panose="020B0604030504040204" pitchFamily="34" charset="0"/>
                </a:rPr>
                <a:t>BadgingDataPointer</a:t>
              </a:r>
              <a:r>
                <a:rPr lang="en-US" altLang="zh-TW" sz="1400" dirty="0">
                  <a:cs typeface="Tahoma" panose="020B0604030504040204" pitchFamily="34" charset="0"/>
                </a:rPr>
                <a:t> = </a:t>
              </a:r>
              <a:r>
                <a:rPr lang="en-US" altLang="zh-TW" sz="1400" dirty="0" err="1">
                  <a:solidFill>
                    <a:srgbClr val="94006B"/>
                  </a:solidFill>
                  <a:cs typeface="Tahoma" panose="020B0604030504040204" pitchFamily="34" charset="0"/>
                </a:rPr>
                <a:t>mBadgingData</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r>
                <a:rPr lang="en-US" altLang="zh-TW" sz="1400" dirty="0" err="1">
                  <a:solidFill>
                    <a:srgbClr val="0066CC"/>
                  </a:solidFill>
                  <a:cs typeface="Tahoma" panose="020B0604030504040204" pitchFamily="34" charset="0"/>
                </a:rPr>
                <a:t>BadgingDataSize</a:t>
              </a:r>
              <a:r>
                <a:rPr lang="en-US" altLang="zh-TW" sz="1400" dirty="0">
                  <a:cs typeface="Tahoma" panose="020B0604030504040204" pitchFamily="34" charset="0"/>
                </a:rPr>
                <a:t> = </a:t>
              </a:r>
              <a:r>
                <a:rPr lang="en-US" altLang="zh-TW" sz="1400" dirty="0" err="1">
                  <a:solidFill>
                    <a:srgbClr val="008000"/>
                  </a:solidFill>
                  <a:cs typeface="Tahoma" panose="020B0604030504040204" pitchFamily="34" charset="0"/>
                </a:rPr>
                <a:t>sizeof</a:t>
              </a:r>
              <a:r>
                <a:rPr lang="en-US" altLang="zh-TW" sz="1400" dirty="0">
                  <a:cs typeface="Tahoma" panose="020B0604030504040204" pitchFamily="34" charset="0"/>
                </a:rPr>
                <a:t>(</a:t>
              </a:r>
              <a:r>
                <a:rPr lang="en-US" altLang="zh-TW" sz="1400" dirty="0" err="1">
                  <a:solidFill>
                    <a:srgbClr val="94006B"/>
                  </a:solidFill>
                  <a:cs typeface="Tahoma" panose="020B0604030504040204" pitchFamily="34" charset="0"/>
                </a:rPr>
                <a:t>mBadgingData</a:t>
              </a:r>
              <a:r>
                <a:rPr lang="en-US" altLang="zh-TW" sz="1400" dirty="0">
                  <a:cs typeface="Tahoma" panose="020B0604030504040204" pitchFamily="34" charset="0"/>
                </a:rPr>
                <a:t>) / </a:t>
              </a:r>
              <a:r>
                <a:rPr lang="en-US" altLang="zh-TW" sz="1400" dirty="0" err="1">
                  <a:solidFill>
                    <a:srgbClr val="008000"/>
                  </a:solidFill>
                  <a:cs typeface="Tahoma" panose="020B0604030504040204" pitchFamily="34" charset="0"/>
                </a:rPr>
                <a:t>sizeof</a:t>
              </a:r>
              <a:r>
                <a:rPr lang="en-US" altLang="zh-TW" sz="1400" dirty="0">
                  <a:cs typeface="Tahoma" panose="020B0604030504040204" pitchFamily="34" charset="0"/>
                </a:rPr>
                <a:t> (</a:t>
              </a:r>
              <a:r>
                <a:rPr lang="en-US" altLang="zh-TW" sz="1200" dirty="0">
                  <a:solidFill>
                    <a:srgbClr val="008000"/>
                  </a:solidFill>
                  <a:cs typeface="Tahoma" panose="020B0604030504040204" pitchFamily="34" charset="0"/>
                </a:rPr>
                <a:t>EFI_OEM_BADGING_LOGO_DATA</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p>
            <a:p>
              <a:pPr>
                <a:spcAft>
                  <a:spcPct val="0"/>
                </a:spcAft>
              </a:pPr>
              <a:r>
                <a:rPr lang="en-US" altLang="zh-TW" sz="1400" dirty="0">
                  <a:cs typeface="Tahoma" panose="020B0604030504040204" pitchFamily="34" charset="0"/>
                </a:rPr>
                <a:t>    </a:t>
              </a:r>
              <a:r>
                <a:rPr lang="en-US" altLang="zh-TW" sz="1400" dirty="0">
                  <a:solidFill>
                    <a:srgbClr val="FF0000"/>
                  </a:solidFill>
                  <a:cs typeface="Tahoma" panose="020B0604030504040204" pitchFamily="34" charset="0"/>
                </a:rPr>
                <a:t>// call </a:t>
              </a:r>
              <a:r>
                <a:rPr lang="en-US" altLang="zh-TW" sz="1400" dirty="0" err="1">
                  <a:solidFill>
                    <a:srgbClr val="FF0000"/>
                  </a:solidFill>
                  <a:cs typeface="Tahoma" panose="020B0604030504040204" pitchFamily="34" charset="0"/>
                </a:rPr>
                <a:t>BadgingSupportLib</a:t>
              </a:r>
              <a:r>
                <a:rPr lang="en-US" altLang="zh-TW" sz="1400" dirty="0">
                  <a:solidFill>
                    <a:srgbClr val="FF0000"/>
                  </a:solidFill>
                  <a:cs typeface="Tahoma" panose="020B0604030504040204" pitchFamily="34" charset="0"/>
                </a:rPr>
                <a:t> to install </a:t>
              </a:r>
              <a:r>
                <a:rPr lang="en-US" altLang="zh-TW" sz="1400" dirty="0" err="1">
                  <a:solidFill>
                    <a:srgbClr val="FF0000"/>
                  </a:solidFill>
                  <a:cs typeface="Tahoma" panose="020B0604030504040204" pitchFamily="34" charset="0"/>
                </a:rPr>
                <a:t>gEfiOEMBadgingSupportProtocolGuid</a:t>
              </a:r>
              <a:endParaRPr lang="en-US" altLang="zh-TW" sz="1400" dirty="0">
                <a:solidFill>
                  <a:srgbClr val="FF0000"/>
                </a:solidFill>
                <a:cs typeface="Tahoma" panose="020B0604030504040204" pitchFamily="34" charset="0"/>
              </a:endParaRPr>
            </a:p>
            <a:p>
              <a:pPr>
                <a:spcAft>
                  <a:spcPct val="0"/>
                </a:spcAft>
              </a:pPr>
              <a:r>
                <a:rPr lang="en-US" altLang="zh-TW" sz="1400" dirty="0">
                  <a:cs typeface="Tahoma" panose="020B0604030504040204" pitchFamily="34" charset="0"/>
                </a:rPr>
                <a:t>    </a:t>
              </a:r>
              <a:r>
                <a:rPr lang="en-US" altLang="zh-TW" sz="1400" dirty="0">
                  <a:solidFill>
                    <a:srgbClr val="0066CC"/>
                  </a:solidFill>
                  <a:cs typeface="Tahoma" panose="020B0604030504040204" pitchFamily="34" charset="0"/>
                </a:rPr>
                <a:t>Status</a:t>
              </a:r>
              <a:r>
                <a:rPr lang="en-US" altLang="zh-TW" sz="1400" dirty="0">
                  <a:cs typeface="Tahoma" panose="020B0604030504040204" pitchFamily="34" charset="0"/>
                </a:rPr>
                <a:t> = </a:t>
              </a:r>
              <a:r>
                <a:rPr lang="en-US" altLang="zh-TW" sz="1400" dirty="0" err="1">
                  <a:solidFill>
                    <a:srgbClr val="008000"/>
                  </a:solidFill>
                  <a:cs typeface="Tahoma" panose="020B0604030504040204" pitchFamily="34" charset="0"/>
                </a:rPr>
                <a:t>InitializeBadgingSupportProtocol</a:t>
              </a:r>
              <a:r>
                <a:rPr lang="en-US" altLang="zh-TW" sz="1400" dirty="0">
                  <a:cs typeface="Tahoma" panose="020B0604030504040204" pitchFamily="34" charset="0"/>
                </a:rPr>
                <a:t> (</a:t>
              </a:r>
            </a:p>
            <a:p>
              <a:pPr>
                <a:spcAft>
                  <a:spcPct val="0"/>
                </a:spcAft>
              </a:pPr>
              <a:r>
                <a:rPr lang="en-US" altLang="zh-TW" sz="1400" dirty="0">
                  <a:cs typeface="Tahoma" panose="020B0604030504040204" pitchFamily="34" charset="0"/>
                </a:rPr>
                <a:t>                    ...</a:t>
              </a:r>
            </a:p>
            <a:p>
              <a:pPr>
                <a:spcAft>
                  <a:spcPct val="0"/>
                </a:spcAft>
              </a:pPr>
              <a:r>
                <a:rPr lang="en-US" altLang="zh-TW" sz="1400" dirty="0">
                  <a:cs typeface="Tahoma" panose="020B0604030504040204" pitchFamily="34" charset="0"/>
                </a:rPr>
                <a:t>                    </a:t>
              </a:r>
              <a:r>
                <a:rPr lang="en-US" altLang="zh-TW" sz="1400" dirty="0" err="1">
                  <a:solidFill>
                    <a:srgbClr val="0066CC"/>
                  </a:solidFill>
                  <a:cs typeface="Tahoma" panose="020B0604030504040204" pitchFamily="34" charset="0"/>
                </a:rPr>
                <a:t>BadgingDataPointer</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r>
                <a:rPr lang="en-US" altLang="zh-TW" sz="1400" dirty="0" err="1">
                  <a:solidFill>
                    <a:srgbClr val="0066CC"/>
                  </a:solidFill>
                  <a:cs typeface="Tahoma" panose="020B0604030504040204" pitchFamily="34" charset="0"/>
                </a:rPr>
                <a:t>BadgingDataSize</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p>
            <a:p>
              <a:pPr>
                <a:spcAft>
                  <a:spcPct val="0"/>
                </a:spcAft>
              </a:pPr>
              <a:r>
                <a:rPr lang="en-US" altLang="zh-TW" sz="1400" dirty="0">
                  <a:cs typeface="Tahoma" panose="020B0604030504040204" pitchFamily="34" charset="0"/>
                </a:rPr>
                <a:t>                    );</a:t>
              </a:r>
            </a:p>
            <a:p>
              <a:pPr>
                <a:spcAft>
                  <a:spcPct val="0"/>
                </a:spcAft>
              </a:pPr>
              <a:r>
                <a:rPr lang="en-US" altLang="zh-TW" sz="1400" dirty="0">
                  <a:cs typeface="Tahoma" panose="020B0604030504040204" pitchFamily="34" charset="0"/>
                </a:rPr>
                <a:t>}</a:t>
              </a:r>
            </a:p>
          </p:txBody>
        </p:sp>
      </p:grpSp>
    </p:spTree>
    <p:extLst>
      <p:ext uri="{BB962C8B-B14F-4D97-AF65-F5344CB8AC3E}">
        <p14:creationId xmlns:p14="http://schemas.microsoft.com/office/powerpoint/2010/main" val="1049241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F80A31-1D5D-44C4-864E-B8D947F54742}"/>
              </a:ext>
            </a:extLst>
          </p:cNvPr>
          <p:cNvSpPr>
            <a:spLocks noGrp="1"/>
          </p:cNvSpPr>
          <p:nvPr>
            <p:ph type="title"/>
          </p:nvPr>
        </p:nvSpPr>
        <p:spPr/>
        <p:txBody>
          <a:bodyPr/>
          <a:lstStyle/>
          <a:p>
            <a:r>
              <a:rPr lang="en-US" altLang="zh-TW" dirty="0" err="1"/>
              <a:t>BadgingSupportLib</a:t>
            </a:r>
            <a:endParaRPr lang="zh-TW" altLang="en-US" dirty="0"/>
          </a:p>
        </p:txBody>
      </p:sp>
      <p:sp>
        <p:nvSpPr>
          <p:cNvPr id="3" name="內容版面配置區 2">
            <a:extLst>
              <a:ext uri="{FF2B5EF4-FFF2-40B4-BE49-F238E27FC236}">
                <a16:creationId xmlns:a16="http://schemas.microsoft.com/office/drawing/2014/main" id="{8BD2D50E-50A4-40B0-BC83-47400F3E2CEB}"/>
              </a:ext>
            </a:extLst>
          </p:cNvPr>
          <p:cNvSpPr>
            <a:spLocks noGrp="1"/>
          </p:cNvSpPr>
          <p:nvPr>
            <p:ph idx="1"/>
          </p:nvPr>
        </p:nvSpPr>
        <p:spPr/>
        <p:txBody>
          <a:bodyPr>
            <a:normAutofit/>
          </a:bodyPr>
          <a:lstStyle/>
          <a:p>
            <a:r>
              <a:rPr lang="en-US" altLang="zh-TW" sz="2400" dirty="0"/>
              <a:t>Install </a:t>
            </a:r>
            <a:r>
              <a:rPr lang="en-US" altLang="zh-TW" sz="2400" dirty="0" err="1">
                <a:cs typeface="Tahoma" panose="020B0604030504040204" pitchFamily="34" charset="0"/>
              </a:rPr>
              <a:t>gEfiOEMBadgingSupportProtocolGuid</a:t>
            </a:r>
            <a:endParaRPr lang="en-US" altLang="zh-TW" sz="1600" dirty="0">
              <a:solidFill>
                <a:srgbClr val="5A9541"/>
              </a:solidFill>
            </a:endParaRPr>
          </a:p>
        </p:txBody>
      </p:sp>
      <p:grpSp>
        <p:nvGrpSpPr>
          <p:cNvPr id="12" name="群組 11">
            <a:extLst>
              <a:ext uri="{FF2B5EF4-FFF2-40B4-BE49-F238E27FC236}">
                <a16:creationId xmlns:a16="http://schemas.microsoft.com/office/drawing/2014/main" id="{C790C6FD-9DD5-4DE3-94A7-6A74C1B126CE}"/>
              </a:ext>
            </a:extLst>
          </p:cNvPr>
          <p:cNvGrpSpPr/>
          <p:nvPr/>
        </p:nvGrpSpPr>
        <p:grpSpPr>
          <a:xfrm>
            <a:off x="2352402" y="1981368"/>
            <a:ext cx="7487196" cy="4293598"/>
            <a:chOff x="3971107" y="1854927"/>
            <a:chExt cx="7487196" cy="4762607"/>
          </a:xfrm>
        </p:grpSpPr>
        <p:sp>
          <p:nvSpPr>
            <p:cNvPr id="13" name="Rectangle 15">
              <a:extLst>
                <a:ext uri="{FF2B5EF4-FFF2-40B4-BE49-F238E27FC236}">
                  <a16:creationId xmlns:a16="http://schemas.microsoft.com/office/drawing/2014/main" id="{4D21C390-4865-4943-BB5D-C7CD2D8A08BB}"/>
                </a:ext>
              </a:extLst>
            </p:cNvPr>
            <p:cNvSpPr>
              <a:spLocks noChangeArrowheads="1"/>
            </p:cNvSpPr>
            <p:nvPr/>
          </p:nvSpPr>
          <p:spPr bwMode="auto">
            <a:xfrm>
              <a:off x="3971107" y="1889761"/>
              <a:ext cx="7487196" cy="4727773"/>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4" name="Rectangle 16">
              <a:extLst>
                <a:ext uri="{FF2B5EF4-FFF2-40B4-BE49-F238E27FC236}">
                  <a16:creationId xmlns:a16="http://schemas.microsoft.com/office/drawing/2014/main" id="{F2A396A2-0EF5-4FD5-B59B-46CF3BDCCCB2}"/>
                </a:ext>
              </a:extLst>
            </p:cNvPr>
            <p:cNvSpPr>
              <a:spLocks noChangeArrowheads="1"/>
            </p:cNvSpPr>
            <p:nvPr/>
          </p:nvSpPr>
          <p:spPr bwMode="auto">
            <a:xfrm>
              <a:off x="3971107" y="1854927"/>
              <a:ext cx="7487196"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BadgingSupportLib.c</a:t>
              </a:r>
              <a:endParaRPr lang="zh-TW" altLang="en-US" sz="1400" dirty="0"/>
            </a:p>
          </p:txBody>
        </p:sp>
        <p:sp>
          <p:nvSpPr>
            <p:cNvPr id="15" name="Text Box 17">
              <a:extLst>
                <a:ext uri="{FF2B5EF4-FFF2-40B4-BE49-F238E27FC236}">
                  <a16:creationId xmlns:a16="http://schemas.microsoft.com/office/drawing/2014/main" id="{5D3B360D-1A9A-43E3-BBBA-9A3878362A8A}"/>
                </a:ext>
              </a:extLst>
            </p:cNvPr>
            <p:cNvSpPr txBox="1">
              <a:spLocks noChangeArrowheads="1"/>
            </p:cNvSpPr>
            <p:nvPr/>
          </p:nvSpPr>
          <p:spPr bwMode="auto">
            <a:xfrm>
              <a:off x="3977636" y="2159727"/>
              <a:ext cx="6889572"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spcAft>
                  <a:spcPct val="0"/>
                </a:spcAft>
              </a:pPr>
              <a:r>
                <a:rPr lang="en-US" altLang="zh-TW" sz="1200" dirty="0" err="1">
                  <a:solidFill>
                    <a:srgbClr val="0000FF"/>
                  </a:solidFill>
                  <a:cs typeface="Tahoma" panose="020B0604030504040204" pitchFamily="34" charset="0"/>
                </a:rPr>
                <a:t>InitializeBadgingSupportProtocol</a:t>
              </a: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r>
                <a:rPr lang="en-US" altLang="zh-TW" sz="1200" dirty="0">
                  <a:solidFill>
                    <a:srgbClr val="FF0000"/>
                  </a:solidFill>
                  <a:cs typeface="Tahoma" panose="020B0604030504040204" pitchFamily="34" charset="0"/>
                </a:rPr>
                <a:t>IN</a:t>
              </a:r>
              <a:r>
                <a:rPr lang="en-US" altLang="zh-TW" sz="1200" dirty="0">
                  <a:cs typeface="Tahoma" panose="020B0604030504040204" pitchFamily="34" charset="0"/>
                </a:rPr>
                <a:t>    </a:t>
              </a:r>
              <a:r>
                <a:rPr lang="en-US" altLang="zh-TW" sz="1200" dirty="0">
                  <a:solidFill>
                    <a:srgbClr val="008000"/>
                  </a:solidFill>
                  <a:cs typeface="Tahoma" panose="020B0604030504040204" pitchFamily="34" charset="0"/>
                </a:rPr>
                <a:t>EFI_OEM_BADGING_LOGO_DATA</a:t>
              </a:r>
              <a:r>
                <a:rPr lang="en-US" altLang="zh-TW" sz="1200" dirty="0">
                  <a:cs typeface="Tahoma" panose="020B0604030504040204" pitchFamily="34" charset="0"/>
                </a:rPr>
                <a:t>       *</a:t>
              </a:r>
              <a:r>
                <a:rPr lang="en-US" altLang="zh-TW" sz="1200" dirty="0" err="1">
                  <a:solidFill>
                    <a:srgbClr val="0066CC"/>
                  </a:solidFill>
                  <a:cs typeface="Tahoma" panose="020B0604030504040204" pitchFamily="34" charset="0"/>
                </a:rPr>
                <a:t>BadgingData</a:t>
              </a:r>
              <a:r>
                <a:rPr lang="en-US" altLang="zh-TW" sz="1200" dirty="0">
                  <a:cs typeface="Tahoma" panose="020B0604030504040204" pitchFamily="34" charset="0"/>
                </a:rPr>
                <a:t>,</a:t>
              </a:r>
            </a:p>
            <a:p>
              <a:pPr>
                <a:spcAft>
                  <a:spcPct val="0"/>
                </a:spcAft>
              </a:pPr>
              <a:r>
                <a:rPr lang="en-US" altLang="zh-TW" sz="1200" dirty="0">
                  <a:cs typeface="Tahoma" panose="020B0604030504040204" pitchFamily="34" charset="0"/>
                </a:rPr>
                <a:t>  </a:t>
              </a:r>
              <a:r>
                <a:rPr lang="en-US" altLang="zh-TW" sz="1200" dirty="0">
                  <a:solidFill>
                    <a:srgbClr val="FF0000"/>
                  </a:solidFill>
                  <a:cs typeface="Tahoma" panose="020B0604030504040204" pitchFamily="34" charset="0"/>
                </a:rPr>
                <a:t>IN</a:t>
              </a:r>
              <a:r>
                <a:rPr lang="en-US" altLang="zh-TW" sz="1200" dirty="0">
                  <a:cs typeface="Tahoma" panose="020B0604030504040204" pitchFamily="34" charset="0"/>
                </a:rPr>
                <a:t>    </a:t>
              </a:r>
              <a:r>
                <a:rPr lang="en-US" altLang="zh-TW" sz="1200" dirty="0">
                  <a:solidFill>
                    <a:srgbClr val="008000"/>
                  </a:solidFill>
                  <a:cs typeface="Tahoma" panose="020B0604030504040204" pitchFamily="34" charset="0"/>
                </a:rPr>
                <a:t>UINTN</a:t>
              </a:r>
              <a:r>
                <a:rPr lang="en-US" altLang="zh-TW" sz="1200" dirty="0">
                  <a:cs typeface="Tahoma" panose="020B0604030504040204" pitchFamily="34" charset="0"/>
                </a:rPr>
                <a:t>                                             </a:t>
              </a:r>
              <a:r>
                <a:rPr lang="en-US" altLang="zh-TW" sz="1200" dirty="0" err="1">
                  <a:solidFill>
                    <a:srgbClr val="0066CC"/>
                  </a:solidFill>
                  <a:cs typeface="Tahoma" panose="020B0604030504040204" pitchFamily="34" charset="0"/>
                </a:rPr>
                <a:t>NumberOfLogo</a:t>
              </a:r>
              <a:r>
                <a:rPr lang="en-US" altLang="zh-TW" sz="1200" dirty="0">
                  <a:cs typeface="Tahoma" panose="020B0604030504040204" pitchFamily="34" charset="0"/>
                </a:rPr>
                <a:t>,</a:t>
              </a:r>
            </a:p>
            <a:p>
              <a:pPr>
                <a:spcAft>
                  <a:spcPct val="0"/>
                </a:spcAft>
              </a:pP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  {</a:t>
              </a:r>
            </a:p>
            <a:p>
              <a:pPr>
                <a:spcAft>
                  <a:spcPct val="0"/>
                </a:spcAft>
              </a:pP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r>
                <a:rPr lang="en-US" altLang="zh-TW" sz="1200" dirty="0" err="1">
                  <a:solidFill>
                    <a:srgbClr val="0066CC"/>
                  </a:solidFill>
                  <a:cs typeface="Tahoma" panose="020B0604030504040204" pitchFamily="34" charset="0"/>
                </a:rPr>
                <a:t>OemBadgingInfo</a:t>
              </a:r>
              <a:r>
                <a:rPr lang="en-US" altLang="zh-TW" sz="1200" dirty="0">
                  <a:cs typeface="Tahoma" panose="020B0604030504040204" pitchFamily="34" charset="0"/>
                </a:rPr>
                <a:t>-&gt;</a:t>
              </a:r>
              <a:r>
                <a:rPr lang="en-US" altLang="zh-TW" sz="1200" dirty="0">
                  <a:solidFill>
                    <a:srgbClr val="008000"/>
                  </a:solidFill>
                  <a:cs typeface="Tahoma" panose="020B0604030504040204" pitchFamily="34" charset="0"/>
                </a:rPr>
                <a:t>Signature</a:t>
              </a:r>
              <a:r>
                <a:rPr lang="en-US" altLang="zh-TW" sz="1200" dirty="0">
                  <a:cs typeface="Tahoma" panose="020B0604030504040204" pitchFamily="34" charset="0"/>
                </a:rPr>
                <a:t>         = </a:t>
              </a:r>
              <a:r>
                <a:rPr lang="en-US" altLang="zh-TW" sz="1200" dirty="0">
                  <a:solidFill>
                    <a:srgbClr val="FF0000"/>
                  </a:solidFill>
                  <a:cs typeface="Tahoma" panose="020B0604030504040204" pitchFamily="34" charset="0"/>
                </a:rPr>
                <a:t>EFI_OEM_BADGING_INFO_SIGNATURE</a:t>
              </a:r>
              <a:r>
                <a:rPr lang="en-US" altLang="zh-TW" sz="1200" dirty="0">
                  <a:cs typeface="Tahoma" panose="020B0604030504040204" pitchFamily="34" charset="0"/>
                </a:rPr>
                <a:t>;</a:t>
              </a:r>
            </a:p>
            <a:p>
              <a:pPr>
                <a:spcAft>
                  <a:spcPct val="0"/>
                </a:spcAft>
              </a:pPr>
              <a:r>
                <a:rPr lang="en-US" altLang="zh-TW" sz="1200" dirty="0">
                  <a:cs typeface="Tahoma" panose="020B0604030504040204" pitchFamily="34" charset="0"/>
                </a:rPr>
                <a:t>    </a:t>
              </a:r>
              <a:r>
                <a:rPr lang="en-US" altLang="zh-TW" sz="1200" dirty="0" err="1">
                  <a:solidFill>
                    <a:srgbClr val="0066CC"/>
                  </a:solidFill>
                  <a:cs typeface="Tahoma" panose="020B0604030504040204" pitchFamily="34" charset="0"/>
                </a:rPr>
                <a:t>OemBadgingInfo</a:t>
              </a:r>
              <a:r>
                <a:rPr lang="en-US" altLang="zh-TW" sz="1200" dirty="0">
                  <a:cs typeface="Tahoma" panose="020B0604030504040204" pitchFamily="34" charset="0"/>
                </a:rPr>
                <a:t>-&gt;</a:t>
              </a:r>
              <a:r>
                <a:rPr lang="en-US" altLang="zh-TW" sz="1200" dirty="0" err="1">
                  <a:solidFill>
                    <a:srgbClr val="008000"/>
                  </a:solidFill>
                  <a:cs typeface="Tahoma" panose="020B0604030504040204" pitchFamily="34" charset="0"/>
                </a:rPr>
                <a:t>BadgingData</a:t>
              </a:r>
              <a:r>
                <a:rPr lang="en-US" altLang="zh-TW" sz="1200" dirty="0">
                  <a:cs typeface="Tahoma" panose="020B0604030504040204" pitchFamily="34" charset="0"/>
                </a:rPr>
                <a:t>    = </a:t>
              </a:r>
              <a:r>
                <a:rPr lang="en-US" altLang="zh-TW" sz="1200" dirty="0" err="1">
                  <a:solidFill>
                    <a:srgbClr val="0066CC"/>
                  </a:solidFill>
                  <a:cs typeface="Tahoma" panose="020B0604030504040204" pitchFamily="34" charset="0"/>
                </a:rPr>
                <a:t>BadgingData</a:t>
              </a:r>
              <a:r>
                <a:rPr lang="en-US" altLang="zh-TW" sz="1200" dirty="0">
                  <a:cs typeface="Tahoma" panose="020B0604030504040204" pitchFamily="34" charset="0"/>
                </a:rPr>
                <a:t>;</a:t>
              </a:r>
            </a:p>
            <a:p>
              <a:pPr>
                <a:spcAft>
                  <a:spcPct val="0"/>
                </a:spcAft>
              </a:pPr>
              <a:r>
                <a:rPr lang="en-US" altLang="zh-TW" sz="1200" dirty="0">
                  <a:cs typeface="Tahoma" panose="020B0604030504040204" pitchFamily="34" charset="0"/>
                </a:rPr>
                <a:t>    </a:t>
              </a:r>
              <a:r>
                <a:rPr lang="en-US" altLang="zh-TW" sz="1200" dirty="0" err="1">
                  <a:solidFill>
                    <a:srgbClr val="0066CC"/>
                  </a:solidFill>
                  <a:cs typeface="Tahoma" panose="020B0604030504040204" pitchFamily="34" charset="0"/>
                </a:rPr>
                <a:t>OemBadgingInfo</a:t>
              </a:r>
              <a:r>
                <a:rPr lang="en-US" altLang="zh-TW" sz="1200" dirty="0">
                  <a:cs typeface="Tahoma" panose="020B0604030504040204" pitchFamily="34" charset="0"/>
                </a:rPr>
                <a:t>-&gt;</a:t>
              </a:r>
              <a:r>
                <a:rPr lang="en-US" altLang="zh-TW" sz="1200" dirty="0" err="1">
                  <a:solidFill>
                    <a:srgbClr val="008000"/>
                  </a:solidFill>
                  <a:cs typeface="Tahoma" panose="020B0604030504040204" pitchFamily="34" charset="0"/>
                </a:rPr>
                <a:t>InstanceCount</a:t>
              </a:r>
              <a:r>
                <a:rPr lang="en-US" altLang="zh-TW" sz="1200" dirty="0">
                  <a:cs typeface="Tahoma" panose="020B0604030504040204" pitchFamily="34" charset="0"/>
                </a:rPr>
                <a:t>  = </a:t>
              </a:r>
              <a:r>
                <a:rPr lang="en-US" altLang="zh-TW" sz="1200" dirty="0" err="1">
                  <a:solidFill>
                    <a:srgbClr val="0066CC"/>
                  </a:solidFill>
                  <a:cs typeface="Tahoma" panose="020B0604030504040204" pitchFamily="34" charset="0"/>
                </a:rPr>
                <a:t>NumberOfLogo</a:t>
              </a:r>
              <a:r>
                <a:rPr lang="en-US" altLang="zh-TW" sz="1200" dirty="0">
                  <a:cs typeface="Tahoma" panose="020B0604030504040204" pitchFamily="34" charset="0"/>
                </a:rPr>
                <a:t>;</a:t>
              </a:r>
            </a:p>
            <a:p>
              <a:pPr>
                <a:spcAft>
                  <a:spcPct val="0"/>
                </a:spcAft>
              </a:pP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r>
                <a:rPr lang="en-US" altLang="zh-TW" sz="1200" dirty="0" err="1">
                  <a:solidFill>
                    <a:srgbClr val="0066CC"/>
                  </a:solidFill>
                  <a:cs typeface="Tahoma" panose="020B0604030504040204" pitchFamily="34" charset="0"/>
                </a:rPr>
                <a:t>OemBadgingInfo</a:t>
              </a:r>
              <a:r>
                <a:rPr lang="en-US" altLang="zh-TW" sz="1200" dirty="0">
                  <a:cs typeface="Tahoma" panose="020B0604030504040204" pitchFamily="34" charset="0"/>
                </a:rPr>
                <a:t>-&gt;</a:t>
              </a:r>
              <a:r>
                <a:rPr lang="en-US" altLang="zh-TW" sz="1200" dirty="0" err="1">
                  <a:solidFill>
                    <a:srgbClr val="008000"/>
                  </a:solidFill>
                  <a:cs typeface="Tahoma" panose="020B0604030504040204" pitchFamily="34" charset="0"/>
                </a:rPr>
                <a:t>OemBadging</a:t>
              </a:r>
              <a:r>
                <a:rPr lang="en-US" altLang="zh-TW" sz="1200" dirty="0" err="1">
                  <a:cs typeface="Tahoma" panose="020B0604030504040204" pitchFamily="34" charset="0"/>
                </a:rPr>
                <a:t>.</a:t>
              </a:r>
              <a:r>
                <a:rPr lang="en-US" altLang="zh-TW" sz="1200" dirty="0" err="1">
                  <a:solidFill>
                    <a:srgbClr val="008000"/>
                  </a:solidFill>
                  <a:cs typeface="Tahoma" panose="020B0604030504040204" pitchFamily="34" charset="0"/>
                </a:rPr>
                <a:t>GetImage</a:t>
              </a:r>
              <a:r>
                <a:rPr lang="en-US" altLang="zh-TW" sz="1200" dirty="0">
                  <a:cs typeface="Tahoma" panose="020B0604030504040204" pitchFamily="34" charset="0"/>
                </a:rPr>
                <a:t> = </a:t>
              </a:r>
              <a:r>
                <a:rPr lang="en-US" altLang="zh-TW" sz="1200" dirty="0" err="1">
                  <a:solidFill>
                    <a:srgbClr val="008000"/>
                  </a:solidFill>
                  <a:cs typeface="Tahoma" panose="020B0604030504040204" pitchFamily="34" charset="0"/>
                </a:rPr>
                <a:t>BadgingGetImage</a:t>
              </a:r>
              <a:r>
                <a:rPr lang="en-US" altLang="zh-TW" sz="1200" dirty="0">
                  <a:cs typeface="Tahoma" panose="020B0604030504040204" pitchFamily="34" charset="0"/>
                </a:rPr>
                <a:t>;</a:t>
              </a:r>
            </a:p>
            <a:p>
              <a:pPr>
                <a:spcAft>
                  <a:spcPct val="0"/>
                </a:spcAft>
              </a:pP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r>
                <a:rPr lang="en-US" altLang="zh-TW" sz="1200" dirty="0">
                  <a:solidFill>
                    <a:srgbClr val="008000"/>
                  </a:solidFill>
                  <a:cs typeface="Tahoma" panose="020B0604030504040204" pitchFamily="34" charset="0"/>
                </a:rPr>
                <a:t>Status</a:t>
              </a:r>
              <a:r>
                <a:rPr lang="en-US" altLang="zh-TW" sz="1200" dirty="0">
                  <a:cs typeface="Tahoma" panose="020B0604030504040204" pitchFamily="34" charset="0"/>
                </a:rPr>
                <a:t> = </a:t>
              </a:r>
              <a:r>
                <a:rPr lang="en-US" altLang="zh-TW" sz="1200" dirty="0" err="1">
                  <a:solidFill>
                    <a:srgbClr val="94006B"/>
                  </a:solidFill>
                  <a:cs typeface="Tahoma" panose="020B0604030504040204" pitchFamily="34" charset="0"/>
                </a:rPr>
                <a:t>gBS</a:t>
              </a:r>
              <a:r>
                <a:rPr lang="en-US" altLang="zh-TW" sz="1200" dirty="0">
                  <a:cs typeface="Tahoma" panose="020B0604030504040204" pitchFamily="34" charset="0"/>
                </a:rPr>
                <a:t>-&gt;</a:t>
              </a:r>
              <a:r>
                <a:rPr lang="en-US" altLang="zh-TW" sz="1200" dirty="0" err="1">
                  <a:solidFill>
                    <a:srgbClr val="008000"/>
                  </a:solidFill>
                  <a:cs typeface="Tahoma" panose="020B0604030504040204" pitchFamily="34" charset="0"/>
                </a:rPr>
                <a:t>InstallProtocolInterface</a:t>
              </a: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&amp;</a:t>
              </a:r>
              <a:r>
                <a:rPr lang="en-US" altLang="zh-TW" sz="1200" dirty="0" err="1">
                  <a:solidFill>
                    <a:srgbClr val="0066CC"/>
                  </a:solidFill>
                  <a:cs typeface="Tahoma" panose="020B0604030504040204" pitchFamily="34" charset="0"/>
                </a:rPr>
                <a:t>OemBadgingInfo</a:t>
              </a:r>
              <a:r>
                <a:rPr lang="en-US" altLang="zh-TW" sz="1200" dirty="0">
                  <a:cs typeface="Tahoma" panose="020B0604030504040204" pitchFamily="34" charset="0"/>
                </a:rPr>
                <a:t>-&gt;</a:t>
              </a:r>
              <a:r>
                <a:rPr lang="en-US" altLang="zh-TW" sz="1200" dirty="0">
                  <a:solidFill>
                    <a:srgbClr val="008000"/>
                  </a:solidFill>
                  <a:cs typeface="Tahoma" panose="020B0604030504040204" pitchFamily="34" charset="0"/>
                </a:rPr>
                <a:t>Handle</a:t>
              </a:r>
              <a:r>
                <a:rPr lang="en-US" altLang="zh-TW" sz="1200" dirty="0">
                  <a:cs typeface="Tahoma" panose="020B0604030504040204" pitchFamily="34" charset="0"/>
                </a:rPr>
                <a:t>,</a:t>
              </a:r>
            </a:p>
            <a:p>
              <a:pPr>
                <a:spcAft>
                  <a:spcPct val="0"/>
                </a:spcAft>
              </a:pPr>
              <a:r>
                <a:rPr lang="en-US" altLang="zh-TW" sz="1200" dirty="0">
                  <a:cs typeface="Tahoma" panose="020B0604030504040204" pitchFamily="34" charset="0"/>
                </a:rPr>
                <a:t>                             &amp;</a:t>
              </a:r>
              <a:r>
                <a:rPr lang="en-US" altLang="zh-TW" sz="1200" dirty="0" err="1">
                  <a:solidFill>
                    <a:srgbClr val="94006B"/>
                  </a:solidFill>
                  <a:cs typeface="Tahoma" panose="020B0604030504040204" pitchFamily="34" charset="0"/>
                </a:rPr>
                <a:t>gEfiOEMBadgingSupportProtocolGuid</a:t>
              </a:r>
              <a:r>
                <a:rPr lang="en-US" altLang="zh-TW" sz="1200" dirty="0">
                  <a:cs typeface="Tahoma" panose="020B0604030504040204" pitchFamily="34" charset="0"/>
                </a:rPr>
                <a:t>,</a:t>
              </a:r>
            </a:p>
            <a:p>
              <a:pPr>
                <a:spcAft>
                  <a:spcPct val="0"/>
                </a:spcAft>
              </a:pPr>
              <a:r>
                <a:rPr lang="en-US" altLang="zh-TW" sz="1200" dirty="0">
                  <a:cs typeface="Tahoma" panose="020B0604030504040204" pitchFamily="34" charset="0"/>
                </a:rPr>
                <a:t>                             </a:t>
              </a:r>
              <a:r>
                <a:rPr lang="en-US" altLang="zh-TW" sz="1200" dirty="0">
                  <a:solidFill>
                    <a:srgbClr val="FF0000"/>
                  </a:solidFill>
                  <a:cs typeface="Tahoma" panose="020B0604030504040204" pitchFamily="34" charset="0"/>
                </a:rPr>
                <a:t>EFI_NATIVE_INTERFACE</a:t>
              </a:r>
              <a:r>
                <a:rPr lang="en-US" altLang="zh-TW" sz="1200" dirty="0">
                  <a:cs typeface="Tahoma" panose="020B0604030504040204" pitchFamily="34" charset="0"/>
                </a:rPr>
                <a:t>,</a:t>
              </a:r>
            </a:p>
            <a:p>
              <a:pPr>
                <a:spcAft>
                  <a:spcPct val="0"/>
                </a:spcAft>
              </a:pPr>
              <a:r>
                <a:rPr lang="en-US" altLang="zh-TW" sz="1200" dirty="0">
                  <a:cs typeface="Tahoma" panose="020B0604030504040204" pitchFamily="34" charset="0"/>
                </a:rPr>
                <a:t>                             &amp;</a:t>
              </a:r>
              <a:r>
                <a:rPr lang="en-US" altLang="zh-TW" sz="1200" dirty="0" err="1">
                  <a:solidFill>
                    <a:srgbClr val="0066CC"/>
                  </a:solidFill>
                  <a:cs typeface="Tahoma" panose="020B0604030504040204" pitchFamily="34" charset="0"/>
                </a:rPr>
                <a:t>OemBadgingInfo</a:t>
              </a:r>
              <a:r>
                <a:rPr lang="en-US" altLang="zh-TW" sz="1200" dirty="0">
                  <a:cs typeface="Tahoma" panose="020B0604030504040204" pitchFamily="34" charset="0"/>
                </a:rPr>
                <a:t>-&gt;</a:t>
              </a:r>
              <a:r>
                <a:rPr lang="en-US" altLang="zh-TW" sz="1200" dirty="0" err="1">
                  <a:solidFill>
                    <a:srgbClr val="008000"/>
                  </a:solidFill>
                  <a:cs typeface="Tahoma" panose="020B0604030504040204" pitchFamily="34" charset="0"/>
                </a:rPr>
                <a:t>OemBadging</a:t>
              </a:r>
              <a:endParaRPr lang="en-US" altLang="zh-TW" sz="1200" dirty="0">
                <a:solidFill>
                  <a:srgbClr val="008000"/>
                </a:solidFill>
                <a:cs typeface="Tahoma" panose="020B0604030504040204" pitchFamily="34" charset="0"/>
              </a:endParaRPr>
            </a:p>
            <a:p>
              <a:pPr>
                <a:spcAft>
                  <a:spcPct val="0"/>
                </a:spcAft>
              </a:pP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a:t>
              </a:r>
            </a:p>
          </p:txBody>
        </p:sp>
      </p:grpSp>
    </p:spTree>
    <p:extLst>
      <p:ext uri="{BB962C8B-B14F-4D97-AF65-F5344CB8AC3E}">
        <p14:creationId xmlns:p14="http://schemas.microsoft.com/office/powerpoint/2010/main" val="1725726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F80A31-1D5D-44C4-864E-B8D947F54742}"/>
              </a:ext>
            </a:extLst>
          </p:cNvPr>
          <p:cNvSpPr>
            <a:spLocks noGrp="1"/>
          </p:cNvSpPr>
          <p:nvPr>
            <p:ph type="title"/>
          </p:nvPr>
        </p:nvSpPr>
        <p:spPr/>
        <p:txBody>
          <a:bodyPr/>
          <a:lstStyle/>
          <a:p>
            <a:r>
              <a:rPr lang="en-US" altLang="zh-TW" dirty="0" err="1"/>
              <a:t>BadgingSupportLib</a:t>
            </a:r>
            <a:endParaRPr lang="zh-TW" altLang="en-US" dirty="0"/>
          </a:p>
        </p:txBody>
      </p:sp>
      <p:sp>
        <p:nvSpPr>
          <p:cNvPr id="3" name="內容版面配置區 2">
            <a:extLst>
              <a:ext uri="{FF2B5EF4-FFF2-40B4-BE49-F238E27FC236}">
                <a16:creationId xmlns:a16="http://schemas.microsoft.com/office/drawing/2014/main" id="{8BD2D50E-50A4-40B0-BC83-47400F3E2CEB}"/>
              </a:ext>
            </a:extLst>
          </p:cNvPr>
          <p:cNvSpPr>
            <a:spLocks noGrp="1"/>
          </p:cNvSpPr>
          <p:nvPr>
            <p:ph idx="1"/>
          </p:nvPr>
        </p:nvSpPr>
        <p:spPr>
          <a:xfrm>
            <a:off x="838200" y="1398494"/>
            <a:ext cx="10713440" cy="4778469"/>
          </a:xfrm>
        </p:spPr>
        <p:txBody>
          <a:bodyPr>
            <a:normAutofit/>
          </a:bodyPr>
          <a:lstStyle/>
          <a:p>
            <a:r>
              <a:rPr lang="en-US" altLang="zh-TW" sz="2400" dirty="0"/>
              <a:t>Get Logo related information according to </a:t>
            </a:r>
            <a:r>
              <a:rPr lang="en-US" altLang="zh-TW" sz="2400" dirty="0" err="1"/>
              <a:t>mBadgingData</a:t>
            </a:r>
            <a:r>
              <a:rPr lang="zh-TW" altLang="en-US" sz="2400" dirty="0"/>
              <a:t> </a:t>
            </a:r>
            <a:r>
              <a:rPr lang="en-US" altLang="zh-TW" sz="2400" dirty="0"/>
              <a:t>and </a:t>
            </a:r>
            <a:r>
              <a:rPr lang="en-US" altLang="zh-TW" sz="2400" dirty="0" err="1"/>
              <a:t>OemServices</a:t>
            </a:r>
            <a:endParaRPr lang="en-US" altLang="zh-TW" sz="1600" dirty="0">
              <a:solidFill>
                <a:srgbClr val="5A9541"/>
              </a:solidFill>
            </a:endParaRPr>
          </a:p>
        </p:txBody>
      </p:sp>
      <p:grpSp>
        <p:nvGrpSpPr>
          <p:cNvPr id="8" name="群組 7">
            <a:extLst>
              <a:ext uri="{FF2B5EF4-FFF2-40B4-BE49-F238E27FC236}">
                <a16:creationId xmlns:a16="http://schemas.microsoft.com/office/drawing/2014/main" id="{5E4219A8-66D9-456D-8D6B-C1CA7FE1C6FF}"/>
              </a:ext>
            </a:extLst>
          </p:cNvPr>
          <p:cNvGrpSpPr/>
          <p:nvPr/>
        </p:nvGrpSpPr>
        <p:grpSpPr>
          <a:xfrm>
            <a:off x="2352402" y="1830366"/>
            <a:ext cx="7487196" cy="4470806"/>
            <a:chOff x="3971107" y="1854927"/>
            <a:chExt cx="7487196" cy="4829115"/>
          </a:xfrm>
        </p:grpSpPr>
        <p:sp>
          <p:nvSpPr>
            <p:cNvPr id="9" name="Rectangle 15">
              <a:extLst>
                <a:ext uri="{FF2B5EF4-FFF2-40B4-BE49-F238E27FC236}">
                  <a16:creationId xmlns:a16="http://schemas.microsoft.com/office/drawing/2014/main" id="{9F6CDBC2-D79C-4E77-AFA7-3F0AE351CBB5}"/>
                </a:ext>
              </a:extLst>
            </p:cNvPr>
            <p:cNvSpPr>
              <a:spLocks noChangeArrowheads="1"/>
            </p:cNvSpPr>
            <p:nvPr/>
          </p:nvSpPr>
          <p:spPr bwMode="auto">
            <a:xfrm>
              <a:off x="3971107" y="1889761"/>
              <a:ext cx="7487196" cy="4794281"/>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0" name="Rectangle 16">
              <a:extLst>
                <a:ext uri="{FF2B5EF4-FFF2-40B4-BE49-F238E27FC236}">
                  <a16:creationId xmlns:a16="http://schemas.microsoft.com/office/drawing/2014/main" id="{4674061C-E59C-4D66-AAB9-94FB634836F9}"/>
                </a:ext>
              </a:extLst>
            </p:cNvPr>
            <p:cNvSpPr>
              <a:spLocks noChangeArrowheads="1"/>
            </p:cNvSpPr>
            <p:nvPr/>
          </p:nvSpPr>
          <p:spPr bwMode="auto">
            <a:xfrm>
              <a:off x="3971107" y="1854927"/>
              <a:ext cx="7487196"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BadgingSupportLib.c</a:t>
              </a:r>
              <a:endParaRPr lang="zh-TW" altLang="en-US" sz="1400" dirty="0"/>
            </a:p>
          </p:txBody>
        </p:sp>
        <p:sp>
          <p:nvSpPr>
            <p:cNvPr id="11" name="Text Box 17">
              <a:extLst>
                <a:ext uri="{FF2B5EF4-FFF2-40B4-BE49-F238E27FC236}">
                  <a16:creationId xmlns:a16="http://schemas.microsoft.com/office/drawing/2014/main" id="{2BC15098-227D-4877-A413-02D50F890546}"/>
                </a:ext>
              </a:extLst>
            </p:cNvPr>
            <p:cNvSpPr txBox="1">
              <a:spLocks noChangeArrowheads="1"/>
            </p:cNvSpPr>
            <p:nvPr/>
          </p:nvSpPr>
          <p:spPr bwMode="auto">
            <a:xfrm>
              <a:off x="3977636" y="2159727"/>
              <a:ext cx="6889572"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spcAft>
                  <a:spcPct val="0"/>
                </a:spcAft>
              </a:pPr>
              <a:r>
                <a:rPr lang="en-US" altLang="zh-TW" sz="1200" dirty="0" err="1">
                  <a:solidFill>
                    <a:srgbClr val="0000FF"/>
                  </a:solidFill>
                  <a:cs typeface="Tahoma" panose="020B0604030504040204" pitchFamily="34" charset="0"/>
                </a:rPr>
                <a:t>BadgingGetImage</a:t>
              </a: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  </a:t>
              </a:r>
            </a:p>
            <a:p>
              <a:pPr>
                <a:spcAft>
                  <a:spcPct val="0"/>
                </a:spcAft>
              </a:pPr>
              <a:r>
                <a:rPr lang="en-US" altLang="zh-TW" sz="1200" dirty="0">
                  <a:cs typeface="Tahoma" panose="020B0604030504040204" pitchFamily="34" charset="0"/>
                </a:rPr>
                <a:t>{</a:t>
              </a:r>
            </a:p>
            <a:p>
              <a:pPr>
                <a:spcAft>
                  <a:spcPct val="0"/>
                </a:spcAft>
              </a:pP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r>
                <a:rPr lang="en-US" altLang="zh-TW" sz="1200" dirty="0">
                  <a:solidFill>
                    <a:srgbClr val="FF0000"/>
                  </a:solidFill>
                  <a:cs typeface="Tahoma" panose="020B0604030504040204" pitchFamily="34" charset="0"/>
                </a:rPr>
                <a:t>while</a:t>
              </a:r>
              <a:r>
                <a:rPr lang="en-US" altLang="zh-TW" sz="1200" dirty="0">
                  <a:cs typeface="Tahoma" panose="020B0604030504040204" pitchFamily="34" charset="0"/>
                </a:rPr>
                <a:t> ((*</a:t>
              </a:r>
              <a:r>
                <a:rPr lang="en-US" altLang="zh-TW" sz="1200" dirty="0">
                  <a:solidFill>
                    <a:srgbClr val="0066CC"/>
                  </a:solidFill>
                  <a:cs typeface="Tahoma" panose="020B0604030504040204" pitchFamily="34" charset="0"/>
                </a:rPr>
                <a:t>Instance</a:t>
              </a:r>
              <a:r>
                <a:rPr lang="en-US" altLang="zh-TW" sz="1200" dirty="0">
                  <a:cs typeface="Tahoma" panose="020B0604030504040204" pitchFamily="34" charset="0"/>
                </a:rPr>
                <a:t>) &lt; </a:t>
              </a:r>
              <a:r>
                <a:rPr lang="en-US" altLang="zh-TW" sz="1200" dirty="0" err="1">
                  <a:solidFill>
                    <a:srgbClr val="0066CC"/>
                  </a:solidFill>
                  <a:cs typeface="Tahoma" panose="020B0604030504040204" pitchFamily="34" charset="0"/>
                </a:rPr>
                <a:t>OemBadgingInfo</a:t>
              </a:r>
              <a:r>
                <a:rPr lang="en-US" altLang="zh-TW" sz="1200" dirty="0">
                  <a:cs typeface="Tahoma" panose="020B0604030504040204" pitchFamily="34" charset="0"/>
                </a:rPr>
                <a:t>-&gt;</a:t>
              </a:r>
              <a:r>
                <a:rPr lang="en-US" altLang="zh-TW" sz="1200" dirty="0" err="1">
                  <a:solidFill>
                    <a:srgbClr val="008000"/>
                  </a:solidFill>
                  <a:cs typeface="Tahoma" panose="020B0604030504040204" pitchFamily="34" charset="0"/>
                </a:rPr>
                <a:t>InstanceCount</a:t>
              </a: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r>
                <a:rPr lang="en-US" altLang="zh-TW" sz="1200" dirty="0">
                  <a:solidFill>
                    <a:srgbClr val="FF0000"/>
                  </a:solidFill>
                  <a:cs typeface="Tahoma" panose="020B0604030504040204" pitchFamily="34" charset="0"/>
                </a:rPr>
                <a:t>if</a:t>
              </a:r>
              <a:r>
                <a:rPr lang="en-US" altLang="zh-TW" sz="1200" dirty="0">
                  <a:cs typeface="Tahoma" panose="020B0604030504040204" pitchFamily="34" charset="0"/>
                </a:rPr>
                <a:t> ((... &amp;&amp;</a:t>
              </a:r>
            </a:p>
            <a:p>
              <a:pPr>
                <a:spcAft>
                  <a:spcPct val="0"/>
                </a:spcAft>
              </a:pPr>
              <a:r>
                <a:rPr lang="en-US" altLang="zh-TW" sz="1200" dirty="0">
                  <a:cs typeface="Tahoma" panose="020B0604030504040204" pitchFamily="34" charset="0"/>
                </a:rPr>
                <a:t>             !</a:t>
              </a:r>
              <a:r>
                <a:rPr lang="en-US" altLang="zh-TW" sz="1200" dirty="0">
                  <a:solidFill>
                    <a:srgbClr val="008000"/>
                  </a:solidFill>
                  <a:cs typeface="Tahoma" panose="020B0604030504040204" pitchFamily="34" charset="0"/>
                </a:rPr>
                <a:t>EFI_ERROR</a:t>
              </a:r>
              <a:r>
                <a:rPr lang="en-US" altLang="zh-TW" sz="1200" dirty="0">
                  <a:cs typeface="Tahoma" panose="020B0604030504040204" pitchFamily="34" charset="0"/>
                </a:rPr>
                <a:t>(</a:t>
              </a:r>
              <a:r>
                <a:rPr lang="en-US" altLang="zh-TW" sz="1200" dirty="0" err="1">
                  <a:solidFill>
                    <a:srgbClr val="008000"/>
                  </a:solidFill>
                  <a:cs typeface="Tahoma" panose="020B0604030504040204" pitchFamily="34" charset="0"/>
                </a:rPr>
                <a:t>ReadLogoImage</a:t>
              </a:r>
              <a:r>
                <a:rPr lang="en-US" altLang="zh-TW" sz="1200" dirty="0">
                  <a:cs typeface="Tahoma" panose="020B0604030504040204" pitchFamily="34" charset="0"/>
                </a:rPr>
                <a:t>(&amp;</a:t>
              </a:r>
              <a:r>
                <a:rPr lang="en-US" altLang="zh-TW" sz="1200" dirty="0">
                  <a:solidFill>
                    <a:srgbClr val="0066CC"/>
                  </a:solidFill>
                  <a:cs typeface="Tahoma" panose="020B0604030504040204" pitchFamily="34" charset="0"/>
                </a:rPr>
                <a:t>logos</a:t>
              </a:r>
              <a:r>
                <a:rPr lang="en-US" altLang="zh-TW" sz="1200" dirty="0">
                  <a:cs typeface="Tahoma" panose="020B0604030504040204" pitchFamily="34" charset="0"/>
                </a:rPr>
                <a:t>[*</a:t>
              </a:r>
              <a:r>
                <a:rPr lang="en-US" altLang="zh-TW" sz="1200" dirty="0">
                  <a:solidFill>
                    <a:srgbClr val="0066CC"/>
                  </a:solidFill>
                  <a:cs typeface="Tahoma" panose="020B0604030504040204" pitchFamily="34" charset="0"/>
                </a:rPr>
                <a:t>Instance</a:t>
              </a:r>
              <a:r>
                <a:rPr lang="en-US" altLang="zh-TW" sz="1200" dirty="0">
                  <a:cs typeface="Tahoma" panose="020B0604030504040204" pitchFamily="34" charset="0"/>
                </a:rPr>
                <a:t>], </a:t>
              </a:r>
              <a:r>
                <a:rPr lang="en-US" altLang="zh-TW" sz="1200" dirty="0" err="1">
                  <a:solidFill>
                    <a:srgbClr val="0066CC"/>
                  </a:solidFill>
                  <a:cs typeface="Tahoma" panose="020B0604030504040204" pitchFamily="34" charset="0"/>
                </a:rPr>
                <a:t>ImageData</a:t>
              </a:r>
              <a:r>
                <a:rPr lang="en-US" altLang="zh-TW" sz="1200" dirty="0">
                  <a:cs typeface="Tahoma" panose="020B0604030504040204" pitchFamily="34" charset="0"/>
                </a:rPr>
                <a:t>, </a:t>
              </a:r>
              <a:r>
                <a:rPr lang="en-US" altLang="zh-TW" sz="1200" dirty="0" err="1">
                  <a:solidFill>
                    <a:srgbClr val="0066CC"/>
                  </a:solidFill>
                  <a:cs typeface="Tahoma" panose="020B0604030504040204" pitchFamily="34" charset="0"/>
                </a:rPr>
                <a:t>ImageSize</a:t>
              </a: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r>
                <a:rPr lang="en-US" altLang="zh-TW" sz="1200" dirty="0" err="1">
                  <a:solidFill>
                    <a:srgbClr val="008000"/>
                  </a:solidFill>
                  <a:cs typeface="Tahoma" panose="020B0604030504040204" pitchFamily="34" charset="0"/>
                </a:rPr>
                <a:t>OemSvcChangeDefaultLogoImage</a:t>
              </a:r>
              <a:r>
                <a:rPr lang="en-US" altLang="zh-TW" sz="1200" dirty="0">
                  <a:cs typeface="Tahoma" panose="020B0604030504040204" pitchFamily="34" charset="0"/>
                </a:rPr>
                <a:t> (&amp;</a:t>
              </a:r>
              <a:r>
                <a:rPr lang="en-US" altLang="zh-TW" sz="1200" dirty="0">
                  <a:solidFill>
                    <a:srgbClr val="0066CC"/>
                  </a:solidFill>
                  <a:cs typeface="Tahoma" panose="020B0604030504040204" pitchFamily="34" charset="0"/>
                </a:rPr>
                <a:t>logos</a:t>
              </a:r>
              <a:r>
                <a:rPr lang="en-US" altLang="zh-TW" sz="1200" dirty="0">
                  <a:cs typeface="Tahoma" panose="020B0604030504040204" pitchFamily="34" charset="0"/>
                </a:rPr>
                <a:t>[*</a:t>
              </a:r>
              <a:r>
                <a:rPr lang="en-US" altLang="zh-TW" sz="1200" dirty="0">
                  <a:solidFill>
                    <a:srgbClr val="0066CC"/>
                  </a:solidFill>
                  <a:cs typeface="Tahoma" panose="020B0604030504040204" pitchFamily="34" charset="0"/>
                </a:rPr>
                <a:t>Instance</a:t>
              </a:r>
              <a:r>
                <a:rPr lang="en-US" altLang="zh-TW" sz="1200" dirty="0">
                  <a:cs typeface="Tahoma" panose="020B0604030504040204" pitchFamily="34" charset="0"/>
                </a:rPr>
                <a:t>], </a:t>
              </a:r>
              <a:r>
                <a:rPr lang="en-US" altLang="zh-TW" sz="1200" dirty="0" err="1">
                  <a:solidFill>
                    <a:srgbClr val="0066CC"/>
                  </a:solidFill>
                  <a:cs typeface="Tahoma" panose="020B0604030504040204" pitchFamily="34" charset="0"/>
                </a:rPr>
                <a:t>ImageData</a:t>
              </a:r>
              <a:r>
                <a:rPr lang="en-US" altLang="zh-TW" sz="1200" dirty="0">
                  <a:cs typeface="Tahoma" panose="020B0604030504040204" pitchFamily="34" charset="0"/>
                </a:rPr>
                <a:t>, </a:t>
              </a:r>
              <a:r>
                <a:rPr lang="en-US" altLang="zh-TW" sz="1200" dirty="0" err="1">
                  <a:solidFill>
                    <a:srgbClr val="0066CC"/>
                  </a:solidFill>
                  <a:cs typeface="Tahoma" panose="020B0604030504040204" pitchFamily="34" charset="0"/>
                </a:rPr>
                <a:t>ImageSize</a:t>
              </a:r>
              <a:r>
                <a:rPr lang="en-US" altLang="zh-TW" sz="1200" dirty="0">
                  <a:cs typeface="Tahoma" panose="020B0604030504040204" pitchFamily="34" charset="0"/>
                </a:rPr>
                <a:t>);</a:t>
              </a:r>
            </a:p>
            <a:p>
              <a:pPr>
                <a:spcAft>
                  <a:spcPct val="0"/>
                </a:spcAft>
              </a:pP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r>
                <a:rPr lang="en-US" altLang="zh-TW" sz="1200" dirty="0">
                  <a:solidFill>
                    <a:srgbClr val="FF0000"/>
                  </a:solidFill>
                  <a:cs typeface="Tahoma" panose="020B0604030504040204" pitchFamily="34" charset="0"/>
                </a:rPr>
                <a:t>if</a:t>
              </a:r>
              <a:r>
                <a:rPr lang="en-US" altLang="zh-TW" sz="1200" dirty="0">
                  <a:cs typeface="Tahoma" panose="020B0604030504040204" pitchFamily="34" charset="0"/>
                </a:rPr>
                <a:t> (((</a:t>
              </a:r>
              <a:r>
                <a:rPr lang="en-US" altLang="zh-TW" sz="1200" dirty="0">
                  <a:solidFill>
                    <a:srgbClr val="0066CC"/>
                  </a:solidFill>
                  <a:cs typeface="Tahoma" panose="020B0604030504040204" pitchFamily="34" charset="0"/>
                </a:rPr>
                <a:t>logos</a:t>
              </a:r>
              <a:r>
                <a:rPr lang="en-US" altLang="zh-TW" sz="1200" dirty="0">
                  <a:cs typeface="Tahoma" panose="020B0604030504040204" pitchFamily="34" charset="0"/>
                </a:rPr>
                <a:t> + (*</a:t>
              </a:r>
              <a:r>
                <a:rPr lang="en-US" altLang="zh-TW" sz="1200" dirty="0">
                  <a:solidFill>
                    <a:srgbClr val="0066CC"/>
                  </a:solidFill>
                  <a:cs typeface="Tahoma" panose="020B0604030504040204" pitchFamily="34" charset="0"/>
                </a:rPr>
                <a:t>Instance</a:t>
              </a:r>
              <a:r>
                <a:rPr lang="en-US" altLang="zh-TW" sz="1200" dirty="0">
                  <a:cs typeface="Tahoma" panose="020B0604030504040204" pitchFamily="34" charset="0"/>
                </a:rPr>
                <a:t>)) != </a:t>
              </a:r>
              <a:r>
                <a:rPr lang="en-US" altLang="zh-TW" sz="1200" dirty="0">
                  <a:solidFill>
                    <a:srgbClr val="FF0000"/>
                  </a:solidFill>
                  <a:cs typeface="Tahoma" panose="020B0604030504040204" pitchFamily="34" charset="0"/>
                </a:rPr>
                <a:t>NULL</a:t>
              </a:r>
              <a:r>
                <a:rPr lang="en-US" altLang="zh-TW" sz="1200" dirty="0">
                  <a:cs typeface="Tahoma" panose="020B0604030504040204" pitchFamily="34" charset="0"/>
                </a:rPr>
                <a:t>) &amp;&amp; (</a:t>
              </a:r>
              <a:r>
                <a:rPr lang="en-US" altLang="zh-TW" sz="1200" dirty="0" err="1">
                  <a:solidFill>
                    <a:srgbClr val="0066CC"/>
                  </a:solidFill>
                  <a:cs typeface="Tahoma" panose="020B0604030504040204" pitchFamily="34" charset="0"/>
                </a:rPr>
                <a:t>ImageSize</a:t>
              </a:r>
              <a:r>
                <a:rPr lang="en-US" altLang="zh-TW" sz="1200" dirty="0">
                  <a:cs typeface="Tahoma" panose="020B0604030504040204" pitchFamily="34" charset="0"/>
                </a:rPr>
                <a:t> != </a:t>
              </a:r>
              <a:r>
                <a:rPr lang="en-US" altLang="zh-TW" sz="1200" dirty="0">
                  <a:solidFill>
                    <a:srgbClr val="FF0000"/>
                  </a:solidFill>
                  <a:cs typeface="Tahoma" panose="020B0604030504040204" pitchFamily="34" charset="0"/>
                </a:rPr>
                <a:t>0</a:t>
              </a: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r>
                <a:rPr lang="en-US" altLang="zh-TW" sz="1200" dirty="0">
                  <a:solidFill>
                    <a:srgbClr val="FF0000"/>
                  </a:solidFill>
                  <a:cs typeface="Tahoma" panose="020B0604030504040204" pitchFamily="34" charset="0"/>
                </a:rPr>
                <a:t>return EFI_SUCCESS</a:t>
              </a:r>
              <a:r>
                <a:rPr lang="en-US" altLang="zh-TW" sz="1200" dirty="0">
                  <a:cs typeface="Tahoma" panose="020B0604030504040204" pitchFamily="34" charset="0"/>
                </a:rPr>
                <a:t>;</a:t>
              </a:r>
            </a:p>
            <a:p>
              <a:pPr>
                <a:spcAft>
                  <a:spcPct val="0"/>
                </a:spcAft>
              </a:pPr>
              <a:r>
                <a:rPr lang="en-US" altLang="zh-TW" sz="1200" dirty="0">
                  <a:cs typeface="Tahoma" panose="020B0604030504040204" pitchFamily="34" charset="0"/>
                </a:rPr>
                <a:t>             } </a:t>
              </a:r>
              <a:r>
                <a:rPr lang="en-US" altLang="zh-TW" sz="1200" dirty="0">
                  <a:solidFill>
                    <a:srgbClr val="FF0000"/>
                  </a:solidFill>
                  <a:cs typeface="Tahoma" panose="020B0604030504040204" pitchFamily="34" charset="0"/>
                </a:rPr>
                <a:t>else</a:t>
              </a: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r>
                <a:rPr lang="en-US" altLang="zh-TW" sz="1200" dirty="0">
                  <a:solidFill>
                    <a:srgbClr val="FF0000"/>
                  </a:solidFill>
                  <a:cs typeface="Tahoma" panose="020B0604030504040204" pitchFamily="34" charset="0"/>
                </a:rPr>
                <a:t>return EFI_NOT_FOUND</a:t>
              </a:r>
              <a:r>
                <a:rPr lang="en-US" altLang="zh-TW" sz="1200" dirty="0">
                  <a:cs typeface="Tahoma" panose="020B0604030504040204" pitchFamily="34" charset="0"/>
                </a:rPr>
                <a:t>;</a:t>
              </a:r>
            </a:p>
            <a:p>
              <a:pPr>
                <a:spcAft>
                  <a:spcPct val="0"/>
                </a:spcAft>
              </a:pP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p>
            <a:p>
              <a:pPr>
                <a:spcAft>
                  <a:spcPct val="0"/>
                </a:spcAft>
              </a:pPr>
              <a:r>
                <a:rPr lang="en-US" altLang="zh-TW" sz="1200" dirty="0">
                  <a:cs typeface="Tahoma" panose="020B0604030504040204" pitchFamily="34" charset="0"/>
                </a:rPr>
                <a:t>    </a:t>
              </a:r>
              <a:r>
                <a:rPr lang="en-US" altLang="zh-TW" sz="1200" dirty="0">
                  <a:solidFill>
                    <a:srgbClr val="FF0000"/>
                  </a:solidFill>
                  <a:cs typeface="Tahoma" panose="020B0604030504040204" pitchFamily="34" charset="0"/>
                </a:rPr>
                <a:t>return EFI_NOT_FOUND</a:t>
              </a:r>
              <a:r>
                <a:rPr lang="en-US" altLang="zh-TW" sz="1200" dirty="0">
                  <a:cs typeface="Tahoma" panose="020B0604030504040204" pitchFamily="34" charset="0"/>
                </a:rPr>
                <a:t>;</a:t>
              </a:r>
            </a:p>
            <a:p>
              <a:pPr>
                <a:spcAft>
                  <a:spcPct val="0"/>
                </a:spcAft>
              </a:pPr>
              <a:r>
                <a:rPr lang="en-US" altLang="zh-TW" sz="1200" dirty="0">
                  <a:cs typeface="Tahoma" panose="020B0604030504040204" pitchFamily="34" charset="0"/>
                </a:rPr>
                <a:t>}</a:t>
              </a:r>
            </a:p>
          </p:txBody>
        </p:sp>
      </p:grpSp>
    </p:spTree>
    <p:extLst>
      <p:ext uri="{BB962C8B-B14F-4D97-AF65-F5344CB8AC3E}">
        <p14:creationId xmlns:p14="http://schemas.microsoft.com/office/powerpoint/2010/main" val="4001611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F80A31-1D5D-44C4-864E-B8D947F54742}"/>
              </a:ext>
            </a:extLst>
          </p:cNvPr>
          <p:cNvSpPr>
            <a:spLocks noGrp="1"/>
          </p:cNvSpPr>
          <p:nvPr>
            <p:ph type="title"/>
          </p:nvPr>
        </p:nvSpPr>
        <p:spPr/>
        <p:txBody>
          <a:bodyPr/>
          <a:lstStyle/>
          <a:p>
            <a:r>
              <a:rPr lang="en-US" altLang="zh-TW" dirty="0" err="1"/>
              <a:t>BadgingSupportLib</a:t>
            </a:r>
            <a:endParaRPr lang="zh-TW" altLang="en-US" dirty="0"/>
          </a:p>
        </p:txBody>
      </p:sp>
      <p:sp>
        <p:nvSpPr>
          <p:cNvPr id="3" name="內容版面配置區 2">
            <a:extLst>
              <a:ext uri="{FF2B5EF4-FFF2-40B4-BE49-F238E27FC236}">
                <a16:creationId xmlns:a16="http://schemas.microsoft.com/office/drawing/2014/main" id="{8BD2D50E-50A4-40B0-BC83-47400F3E2CEB}"/>
              </a:ext>
            </a:extLst>
          </p:cNvPr>
          <p:cNvSpPr>
            <a:spLocks noGrp="1"/>
          </p:cNvSpPr>
          <p:nvPr>
            <p:ph idx="1"/>
          </p:nvPr>
        </p:nvSpPr>
        <p:spPr>
          <a:xfrm>
            <a:off x="838200" y="1398494"/>
            <a:ext cx="10713440" cy="4778469"/>
          </a:xfrm>
        </p:spPr>
        <p:txBody>
          <a:bodyPr>
            <a:normAutofit/>
          </a:bodyPr>
          <a:lstStyle/>
          <a:p>
            <a:r>
              <a:rPr lang="en-US" altLang="zh-TW" sz="2400" dirty="0"/>
              <a:t>Read Logo Image from Firmware Volume</a:t>
            </a:r>
            <a:endParaRPr lang="en-US" altLang="zh-TW" sz="1600" dirty="0">
              <a:solidFill>
                <a:srgbClr val="5A9541"/>
              </a:solidFill>
            </a:endParaRPr>
          </a:p>
        </p:txBody>
      </p:sp>
      <p:grpSp>
        <p:nvGrpSpPr>
          <p:cNvPr id="12" name="群組 11">
            <a:extLst>
              <a:ext uri="{FF2B5EF4-FFF2-40B4-BE49-F238E27FC236}">
                <a16:creationId xmlns:a16="http://schemas.microsoft.com/office/drawing/2014/main" id="{ED46A629-6B49-4171-BF99-1E5B14C35B48}"/>
              </a:ext>
            </a:extLst>
          </p:cNvPr>
          <p:cNvGrpSpPr/>
          <p:nvPr/>
        </p:nvGrpSpPr>
        <p:grpSpPr>
          <a:xfrm>
            <a:off x="1907721" y="1854927"/>
            <a:ext cx="8376558" cy="3628787"/>
            <a:chOff x="3971107" y="1854927"/>
            <a:chExt cx="8376558" cy="3628787"/>
          </a:xfrm>
        </p:grpSpPr>
        <p:sp>
          <p:nvSpPr>
            <p:cNvPr id="13" name="Rectangle 15">
              <a:extLst>
                <a:ext uri="{FF2B5EF4-FFF2-40B4-BE49-F238E27FC236}">
                  <a16:creationId xmlns:a16="http://schemas.microsoft.com/office/drawing/2014/main" id="{A40D1A06-889E-4722-8C24-9BDCCF48FB2B}"/>
                </a:ext>
              </a:extLst>
            </p:cNvPr>
            <p:cNvSpPr>
              <a:spLocks noChangeArrowheads="1"/>
            </p:cNvSpPr>
            <p:nvPr/>
          </p:nvSpPr>
          <p:spPr bwMode="auto">
            <a:xfrm>
              <a:off x="3971107" y="1889762"/>
              <a:ext cx="8376558" cy="3569744"/>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4" name="Rectangle 16">
              <a:extLst>
                <a:ext uri="{FF2B5EF4-FFF2-40B4-BE49-F238E27FC236}">
                  <a16:creationId xmlns:a16="http://schemas.microsoft.com/office/drawing/2014/main" id="{48FC7B41-7D06-45A9-A38F-F0CEE5A9E9C6}"/>
                </a:ext>
              </a:extLst>
            </p:cNvPr>
            <p:cNvSpPr>
              <a:spLocks noChangeArrowheads="1"/>
            </p:cNvSpPr>
            <p:nvPr/>
          </p:nvSpPr>
          <p:spPr bwMode="auto">
            <a:xfrm>
              <a:off x="3971107" y="1854927"/>
              <a:ext cx="8376558"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BadgingSupportLib.c</a:t>
              </a:r>
              <a:endParaRPr lang="zh-TW" altLang="en-US" sz="1400" dirty="0"/>
            </a:p>
          </p:txBody>
        </p:sp>
        <p:sp>
          <p:nvSpPr>
            <p:cNvPr id="15" name="Text Box 17">
              <a:extLst>
                <a:ext uri="{FF2B5EF4-FFF2-40B4-BE49-F238E27FC236}">
                  <a16:creationId xmlns:a16="http://schemas.microsoft.com/office/drawing/2014/main" id="{0FDF612B-E5D0-4E82-B790-59B23B98D8E1}"/>
                </a:ext>
              </a:extLst>
            </p:cNvPr>
            <p:cNvSpPr txBox="1">
              <a:spLocks noChangeArrowheads="1"/>
            </p:cNvSpPr>
            <p:nvPr/>
          </p:nvSpPr>
          <p:spPr bwMode="auto">
            <a:xfrm>
              <a:off x="3977636" y="2159727"/>
              <a:ext cx="8230692"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spcAft>
                  <a:spcPct val="0"/>
                </a:spcAft>
              </a:pPr>
              <a:r>
                <a:rPr lang="en-US" altLang="zh-TW" sz="1400" dirty="0">
                  <a:solidFill>
                    <a:srgbClr val="008000"/>
                  </a:solidFill>
                  <a:cs typeface="Tahoma" panose="020B0604030504040204" pitchFamily="34" charset="0"/>
                </a:rPr>
                <a:t>EFI_STATUS</a:t>
              </a:r>
            </a:p>
            <a:p>
              <a:pPr>
                <a:spcAft>
                  <a:spcPct val="0"/>
                </a:spcAft>
              </a:pPr>
              <a:r>
                <a:rPr lang="en-US" altLang="zh-TW" sz="1400" dirty="0" err="1">
                  <a:solidFill>
                    <a:srgbClr val="0000FF"/>
                  </a:solidFill>
                  <a:cs typeface="Tahoma" panose="020B0604030504040204" pitchFamily="34" charset="0"/>
                </a:rPr>
                <a:t>ReadLogoImage</a:t>
              </a:r>
              <a:r>
                <a:rPr lang="en-US" altLang="zh-TW" sz="1400" dirty="0">
                  <a:cs typeface="Tahoma" panose="020B0604030504040204" pitchFamily="34" charset="0"/>
                </a:rPr>
                <a:t> (</a:t>
              </a:r>
            </a:p>
            <a:p>
              <a:pPr>
                <a:spcAft>
                  <a:spcPct val="0"/>
                </a:spcAft>
              </a:pPr>
              <a:r>
                <a:rPr lang="en-US" altLang="zh-TW" sz="1400" dirty="0">
                  <a:cs typeface="Tahoma" panose="020B0604030504040204" pitchFamily="34" charset="0"/>
                </a:rPr>
                <a:t>  </a:t>
              </a:r>
              <a:r>
                <a:rPr lang="en-US" altLang="zh-TW" sz="1400" dirty="0">
                  <a:solidFill>
                    <a:srgbClr val="FF0000"/>
                  </a:solidFill>
                  <a:cs typeface="Tahoma" panose="020B0604030504040204" pitchFamily="34" charset="0"/>
                </a:rPr>
                <a:t>IN</a:t>
              </a:r>
              <a:r>
                <a:rPr lang="en-US" altLang="zh-TW" sz="1400" dirty="0">
                  <a:cs typeface="Tahoma" panose="020B0604030504040204" pitchFamily="34" charset="0"/>
                </a:rPr>
                <a:t> </a:t>
              </a:r>
              <a:r>
                <a:rPr lang="en-US" altLang="zh-TW" sz="1400" dirty="0">
                  <a:solidFill>
                    <a:srgbClr val="008000"/>
                  </a:solidFill>
                  <a:cs typeface="Tahoma" panose="020B0604030504040204" pitchFamily="34" charset="0"/>
                </a:rPr>
                <a:t>EFI_OEM_BADGING_LOGO_DATA</a:t>
              </a:r>
              <a:r>
                <a:rPr lang="en-US" altLang="zh-TW" sz="1400" dirty="0">
                  <a:cs typeface="Tahoma" panose="020B0604030504040204" pitchFamily="34" charset="0"/>
                </a:rPr>
                <a:t>        *</a:t>
              </a:r>
              <a:r>
                <a:rPr lang="en-US" altLang="zh-TW" sz="1400" dirty="0">
                  <a:solidFill>
                    <a:srgbClr val="0066CC"/>
                  </a:solidFill>
                  <a:cs typeface="Tahoma" panose="020B0604030504040204" pitchFamily="34" charset="0"/>
                </a:rPr>
                <a:t>logo</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r>
                <a:rPr lang="en-US" altLang="zh-TW" sz="1400" dirty="0">
                  <a:solidFill>
                    <a:srgbClr val="FF0000"/>
                  </a:solidFill>
                  <a:cs typeface="Tahoma" panose="020B0604030504040204" pitchFamily="34" charset="0"/>
                </a:rPr>
                <a:t>OUT</a:t>
              </a:r>
              <a:r>
                <a:rPr lang="en-US" altLang="zh-TW" sz="1400" dirty="0">
                  <a:cs typeface="Tahoma" panose="020B0604030504040204" pitchFamily="34" charset="0"/>
                </a:rPr>
                <a:t> </a:t>
              </a:r>
              <a:r>
                <a:rPr lang="en-US" altLang="zh-TW" sz="1400" dirty="0">
                  <a:solidFill>
                    <a:srgbClr val="008000"/>
                  </a:solidFill>
                  <a:cs typeface="Tahoma" panose="020B0604030504040204" pitchFamily="34" charset="0"/>
                </a:rPr>
                <a:t>UINT8</a:t>
              </a:r>
              <a:r>
                <a:rPr lang="en-US" altLang="zh-TW" sz="1400" dirty="0">
                  <a:cs typeface="Tahoma" panose="020B0604030504040204" pitchFamily="34" charset="0"/>
                </a:rPr>
                <a:t>                           **</a:t>
              </a:r>
              <a:r>
                <a:rPr lang="en-US" altLang="zh-TW" sz="1400" dirty="0" err="1">
                  <a:solidFill>
                    <a:srgbClr val="0066CC"/>
                  </a:solidFill>
                  <a:cs typeface="Tahoma" panose="020B0604030504040204" pitchFamily="34" charset="0"/>
                </a:rPr>
                <a:t>ImageData</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r>
                <a:rPr lang="en-US" altLang="zh-TW" sz="1400" dirty="0">
                  <a:solidFill>
                    <a:srgbClr val="FF0000"/>
                  </a:solidFill>
                  <a:cs typeface="Tahoma" panose="020B0604030504040204" pitchFamily="34" charset="0"/>
                </a:rPr>
                <a:t>OUT</a:t>
              </a:r>
              <a:r>
                <a:rPr lang="en-US" altLang="zh-TW" sz="1400" dirty="0">
                  <a:cs typeface="Tahoma" panose="020B0604030504040204" pitchFamily="34" charset="0"/>
                </a:rPr>
                <a:t> </a:t>
              </a:r>
              <a:r>
                <a:rPr lang="en-US" altLang="zh-TW" sz="1400" dirty="0">
                  <a:solidFill>
                    <a:srgbClr val="008000"/>
                  </a:solidFill>
                  <a:cs typeface="Tahoma" panose="020B0604030504040204" pitchFamily="34" charset="0"/>
                </a:rPr>
                <a:t>UINTN</a:t>
              </a:r>
              <a:r>
                <a:rPr lang="en-US" altLang="zh-TW" sz="1400" dirty="0">
                  <a:cs typeface="Tahoma" panose="020B0604030504040204" pitchFamily="34" charset="0"/>
                </a:rPr>
                <a:t>                           *</a:t>
              </a:r>
              <a:r>
                <a:rPr lang="en-US" altLang="zh-TW" sz="1400" dirty="0" err="1">
                  <a:solidFill>
                    <a:srgbClr val="0066CC"/>
                  </a:solidFill>
                  <a:cs typeface="Tahoma" panose="020B0604030504040204" pitchFamily="34" charset="0"/>
                </a:rPr>
                <a:t>ImageSize</a:t>
              </a:r>
              <a:endParaRPr lang="en-US" altLang="zh-TW" sz="1400" dirty="0">
                <a:solidFill>
                  <a:srgbClr val="0066CC"/>
                </a:solidFill>
                <a:cs typeface="Tahoma" panose="020B0604030504040204" pitchFamily="34" charset="0"/>
              </a:endParaRPr>
            </a:p>
            <a:p>
              <a:pPr>
                <a:spcAft>
                  <a:spcPct val="0"/>
                </a:spcAft>
              </a:pPr>
              <a:r>
                <a:rPr lang="en-US" altLang="zh-TW" sz="1400" dirty="0">
                  <a:cs typeface="Tahoma" panose="020B0604030504040204" pitchFamily="34" charset="0"/>
                </a:rPr>
                <a:t>  )  </a:t>
              </a:r>
            </a:p>
            <a:p>
              <a:pPr>
                <a:spcAft>
                  <a:spcPct val="0"/>
                </a:spcAft>
              </a:pP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  </a:t>
              </a:r>
              <a:r>
                <a:rPr lang="en-US" altLang="zh-TW" sz="1400" dirty="0">
                  <a:solidFill>
                    <a:srgbClr val="008000"/>
                  </a:solidFill>
                  <a:cs typeface="Tahoma" panose="020B0604030504040204" pitchFamily="34" charset="0"/>
                </a:rPr>
                <a:t>EFI_STATUS</a:t>
              </a:r>
              <a:r>
                <a:rPr lang="en-US" altLang="zh-TW" sz="1400" dirty="0">
                  <a:cs typeface="Tahoma" panose="020B0604030504040204" pitchFamily="34" charset="0"/>
                </a:rPr>
                <a:t>                    </a:t>
              </a:r>
              <a:r>
                <a:rPr lang="en-US" altLang="zh-TW" sz="1400" dirty="0">
                  <a:solidFill>
                    <a:srgbClr val="0066CC"/>
                  </a:solidFill>
                  <a:cs typeface="Tahoma" panose="020B0604030504040204" pitchFamily="34" charset="0"/>
                </a:rPr>
                <a:t>Status</a:t>
              </a:r>
              <a:r>
                <a:rPr lang="en-US" altLang="zh-TW" sz="1400" dirty="0">
                  <a:cs typeface="Tahoma" panose="020B0604030504040204" pitchFamily="34" charset="0"/>
                </a:rPr>
                <a:t>;</a:t>
              </a:r>
            </a:p>
            <a:p>
              <a:pPr>
                <a:spcAft>
                  <a:spcPct val="0"/>
                </a:spcAft>
              </a:pPr>
              <a:endParaRPr lang="en-US" altLang="zh-TW" sz="1400" dirty="0">
                <a:cs typeface="Tahoma" panose="020B0604030504040204" pitchFamily="34" charset="0"/>
              </a:endParaRPr>
            </a:p>
            <a:p>
              <a:pPr>
                <a:spcAft>
                  <a:spcPct val="0"/>
                </a:spcAft>
              </a:pPr>
              <a:r>
                <a:rPr lang="en-US" altLang="zh-TW" sz="1400" dirty="0">
                  <a:solidFill>
                    <a:srgbClr val="7030A0"/>
                  </a:solidFill>
                  <a:cs typeface="Tahoma" panose="020B0604030504040204" pitchFamily="34" charset="0"/>
                </a:rPr>
                <a:t>  // Check if QA certificate is used in BIOS. If QA certificate exists, show </a:t>
              </a:r>
              <a:r>
                <a:rPr lang="en-US" altLang="zh-TW" sz="1400" dirty="0" err="1">
                  <a:solidFill>
                    <a:srgbClr val="7030A0"/>
                  </a:solidFill>
                  <a:cs typeface="Tahoma" panose="020B0604030504040204" pitchFamily="34" charset="0"/>
                </a:rPr>
                <a:t>warnig</a:t>
              </a:r>
              <a:r>
                <a:rPr lang="en-US" altLang="zh-TW" sz="1400" dirty="0">
                  <a:solidFill>
                    <a:srgbClr val="7030A0"/>
                  </a:solidFill>
                  <a:cs typeface="Tahoma" panose="020B0604030504040204" pitchFamily="34" charset="0"/>
                </a:rPr>
                <a:t> logo!</a:t>
              </a:r>
            </a:p>
            <a:p>
              <a:pPr>
                <a:spcAft>
                  <a:spcPct val="0"/>
                </a:spcAft>
              </a:pPr>
              <a:r>
                <a:rPr lang="en-US" altLang="zh-TW" sz="1400" dirty="0">
                  <a:cs typeface="Tahoma" panose="020B0604030504040204" pitchFamily="34" charset="0"/>
                </a:rPr>
                <a:t>  …</a:t>
              </a:r>
            </a:p>
            <a:p>
              <a:pPr>
                <a:spcAft>
                  <a:spcPct val="0"/>
                </a:spcAft>
              </a:pPr>
              <a:r>
                <a:rPr lang="en-US" altLang="zh-TW" sz="1400" dirty="0">
                  <a:cs typeface="Tahoma" panose="020B0604030504040204" pitchFamily="34" charset="0"/>
                </a:rPr>
                <a:t>  </a:t>
              </a:r>
              <a:r>
                <a:rPr lang="en-US" altLang="zh-TW" sz="1400" dirty="0">
                  <a:solidFill>
                    <a:srgbClr val="0066CC"/>
                  </a:solidFill>
                  <a:cs typeface="Tahoma" panose="020B0604030504040204" pitchFamily="34" charset="0"/>
                </a:rPr>
                <a:t>Status</a:t>
              </a:r>
              <a:r>
                <a:rPr lang="en-US" altLang="zh-TW" sz="1400" dirty="0">
                  <a:cs typeface="Tahoma" panose="020B0604030504040204" pitchFamily="34" charset="0"/>
                </a:rPr>
                <a:t> = </a:t>
              </a:r>
              <a:r>
                <a:rPr lang="en-US" altLang="zh-TW" sz="1400" dirty="0" err="1">
                  <a:solidFill>
                    <a:srgbClr val="008000"/>
                  </a:solidFill>
                  <a:cs typeface="Tahoma" panose="020B0604030504040204" pitchFamily="34" charset="0"/>
                </a:rPr>
                <a:t>GetSectionFromAnyFv</a:t>
              </a:r>
              <a:r>
                <a:rPr lang="en-US" altLang="zh-TW" sz="1400" dirty="0">
                  <a:cs typeface="Tahoma" panose="020B0604030504040204" pitchFamily="34" charset="0"/>
                </a:rPr>
                <a:t>(&amp;</a:t>
              </a:r>
              <a:r>
                <a:rPr lang="en-US" altLang="zh-TW" sz="1400" dirty="0">
                  <a:solidFill>
                    <a:srgbClr val="0066CC"/>
                  </a:solidFill>
                  <a:cs typeface="Tahoma" panose="020B0604030504040204" pitchFamily="34" charset="0"/>
                </a:rPr>
                <a:t>logo</a:t>
              </a:r>
              <a:r>
                <a:rPr lang="en-US" altLang="zh-TW" sz="1400" dirty="0">
                  <a:cs typeface="Tahoma" panose="020B0604030504040204" pitchFamily="34" charset="0"/>
                </a:rPr>
                <a:t>-&gt;</a:t>
              </a:r>
              <a:r>
                <a:rPr lang="en-US" altLang="zh-TW" sz="1400" dirty="0" err="1">
                  <a:solidFill>
                    <a:srgbClr val="008000"/>
                  </a:solidFill>
                  <a:cs typeface="Tahoma" panose="020B0604030504040204" pitchFamily="34" charset="0"/>
                </a:rPr>
                <a:t>FileName</a:t>
              </a:r>
              <a:r>
                <a:rPr lang="en-US" altLang="zh-TW" sz="1400" dirty="0">
                  <a:cs typeface="Tahoma" panose="020B0604030504040204" pitchFamily="34" charset="0"/>
                </a:rPr>
                <a:t>, </a:t>
              </a:r>
              <a:r>
                <a:rPr lang="en-US" altLang="zh-TW" sz="1400" dirty="0">
                  <a:solidFill>
                    <a:srgbClr val="FF0000"/>
                  </a:solidFill>
                  <a:cs typeface="Tahoma" panose="020B0604030504040204" pitchFamily="34" charset="0"/>
                </a:rPr>
                <a:t>EFI_SECTION_RAW</a:t>
              </a:r>
              <a:r>
                <a:rPr lang="en-US" altLang="zh-TW" sz="1400" dirty="0">
                  <a:cs typeface="Tahoma" panose="020B0604030504040204" pitchFamily="34" charset="0"/>
                </a:rPr>
                <a:t>, </a:t>
              </a:r>
              <a:r>
                <a:rPr lang="en-US" altLang="zh-TW" sz="1400" dirty="0">
                  <a:solidFill>
                    <a:srgbClr val="FF0000"/>
                  </a:solidFill>
                  <a:cs typeface="Tahoma" panose="020B0604030504040204" pitchFamily="34" charset="0"/>
                </a:rPr>
                <a:t>0</a:t>
              </a:r>
              <a:r>
                <a:rPr lang="en-US" altLang="zh-TW" sz="1400" dirty="0">
                  <a:cs typeface="Tahoma" panose="020B0604030504040204" pitchFamily="34" charset="0"/>
                </a:rPr>
                <a:t>, </a:t>
              </a:r>
              <a:r>
                <a:rPr lang="en-US" altLang="zh-TW" sz="1400" dirty="0" err="1">
                  <a:solidFill>
                    <a:srgbClr val="0066CC"/>
                  </a:solidFill>
                  <a:cs typeface="Tahoma" panose="020B0604030504040204" pitchFamily="34" charset="0"/>
                </a:rPr>
                <a:t>ImageData</a:t>
              </a:r>
              <a:r>
                <a:rPr lang="en-US" altLang="zh-TW" sz="1400" dirty="0">
                  <a:cs typeface="Tahoma" panose="020B0604030504040204" pitchFamily="34" charset="0"/>
                </a:rPr>
                <a:t>, </a:t>
              </a:r>
              <a:r>
                <a:rPr lang="en-US" altLang="zh-TW" sz="1400" dirty="0" err="1">
                  <a:solidFill>
                    <a:srgbClr val="0066CC"/>
                  </a:solidFill>
                  <a:cs typeface="Tahoma" panose="020B0604030504040204" pitchFamily="34" charset="0"/>
                </a:rPr>
                <a:t>ImageSize</a:t>
              </a:r>
              <a:r>
                <a:rPr lang="en-US" altLang="zh-TW" sz="1400" dirty="0">
                  <a:cs typeface="Tahoma" panose="020B0604030504040204" pitchFamily="34" charset="0"/>
                </a:rPr>
                <a:t>);</a:t>
              </a:r>
            </a:p>
            <a:p>
              <a:pPr>
                <a:spcAft>
                  <a:spcPct val="0"/>
                </a:spcAft>
              </a:pPr>
              <a:endParaRPr lang="en-US" altLang="zh-TW" sz="1400" dirty="0">
                <a:cs typeface="Tahoma" panose="020B0604030504040204" pitchFamily="34" charset="0"/>
              </a:endParaRPr>
            </a:p>
            <a:p>
              <a:pPr>
                <a:spcAft>
                  <a:spcPct val="0"/>
                </a:spcAft>
              </a:pPr>
              <a:r>
                <a:rPr lang="en-US" altLang="zh-TW" sz="1400" dirty="0">
                  <a:cs typeface="Tahoma" panose="020B0604030504040204" pitchFamily="34" charset="0"/>
                </a:rPr>
                <a:t>  </a:t>
              </a:r>
              <a:r>
                <a:rPr lang="en-US" altLang="zh-TW" sz="1400" dirty="0">
                  <a:solidFill>
                    <a:srgbClr val="FF0000"/>
                  </a:solidFill>
                  <a:cs typeface="Tahoma" panose="020B0604030504040204" pitchFamily="34" charset="0"/>
                </a:rPr>
                <a:t>return</a:t>
              </a:r>
              <a:r>
                <a:rPr lang="en-US" altLang="zh-TW" sz="1400" dirty="0">
                  <a:cs typeface="Tahoma" panose="020B0604030504040204" pitchFamily="34" charset="0"/>
                </a:rPr>
                <a:t> </a:t>
              </a:r>
              <a:r>
                <a:rPr lang="en-US" altLang="zh-TW" sz="1400" dirty="0">
                  <a:solidFill>
                    <a:srgbClr val="0066CC"/>
                  </a:solidFill>
                  <a:cs typeface="Tahoma" panose="020B0604030504040204" pitchFamily="34" charset="0"/>
                </a:rPr>
                <a:t>Status</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a:t>
              </a:r>
            </a:p>
          </p:txBody>
        </p:sp>
      </p:grpSp>
    </p:spTree>
    <p:extLst>
      <p:ext uri="{BB962C8B-B14F-4D97-AF65-F5344CB8AC3E}">
        <p14:creationId xmlns:p14="http://schemas.microsoft.com/office/powerpoint/2010/main" val="754352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F80A31-1D5D-44C4-864E-B8D947F54742}"/>
              </a:ext>
            </a:extLst>
          </p:cNvPr>
          <p:cNvSpPr>
            <a:spLocks noGrp="1"/>
          </p:cNvSpPr>
          <p:nvPr>
            <p:ph type="title"/>
          </p:nvPr>
        </p:nvSpPr>
        <p:spPr/>
        <p:txBody>
          <a:bodyPr/>
          <a:lstStyle/>
          <a:p>
            <a:r>
              <a:rPr lang="en-US" altLang="zh-TW" sz="4000" dirty="0" err="1">
                <a:solidFill>
                  <a:schemeClr val="tx1"/>
                </a:solidFill>
                <a:cs typeface="Tahoma" panose="020B0604030504040204" pitchFamily="34" charset="0"/>
              </a:rPr>
              <a:t>OemSvcUpdateOemBadgingLogoData</a:t>
            </a:r>
            <a:endParaRPr lang="zh-TW" altLang="en-US" dirty="0">
              <a:solidFill>
                <a:schemeClr val="tx1"/>
              </a:solidFill>
            </a:endParaRPr>
          </a:p>
        </p:txBody>
      </p:sp>
      <p:sp>
        <p:nvSpPr>
          <p:cNvPr id="3" name="內容版面配置區 2">
            <a:extLst>
              <a:ext uri="{FF2B5EF4-FFF2-40B4-BE49-F238E27FC236}">
                <a16:creationId xmlns:a16="http://schemas.microsoft.com/office/drawing/2014/main" id="{8BD2D50E-50A4-40B0-BC83-47400F3E2CEB}"/>
              </a:ext>
            </a:extLst>
          </p:cNvPr>
          <p:cNvSpPr>
            <a:spLocks noGrp="1"/>
          </p:cNvSpPr>
          <p:nvPr>
            <p:ph idx="1"/>
          </p:nvPr>
        </p:nvSpPr>
        <p:spPr/>
        <p:txBody>
          <a:bodyPr/>
          <a:lstStyle/>
          <a:p>
            <a:r>
              <a:rPr lang="en-US" altLang="zh-TW" sz="2400" dirty="0"/>
              <a:t>Modify OEM Logo and POST string from </a:t>
            </a:r>
            <a:r>
              <a:rPr lang="en-US" altLang="zh-TW" sz="2400" dirty="0" err="1"/>
              <a:t>OemServices</a:t>
            </a:r>
            <a:r>
              <a:rPr lang="en-US" altLang="zh-TW" sz="2400" dirty="0"/>
              <a:t> function.</a:t>
            </a:r>
            <a:endParaRPr lang="en-US" altLang="zh-TW" sz="2400" dirty="0">
              <a:solidFill>
                <a:srgbClr val="5A9541"/>
              </a:solidFill>
            </a:endParaRPr>
          </a:p>
          <a:p>
            <a:endParaRPr lang="zh-TW" altLang="en-US" dirty="0"/>
          </a:p>
        </p:txBody>
      </p:sp>
      <p:grpSp>
        <p:nvGrpSpPr>
          <p:cNvPr id="8" name="群組 7">
            <a:extLst>
              <a:ext uri="{FF2B5EF4-FFF2-40B4-BE49-F238E27FC236}">
                <a16:creationId xmlns:a16="http://schemas.microsoft.com/office/drawing/2014/main" id="{B81D1E4F-E230-48BF-B9B1-798B414C3756}"/>
              </a:ext>
            </a:extLst>
          </p:cNvPr>
          <p:cNvGrpSpPr/>
          <p:nvPr/>
        </p:nvGrpSpPr>
        <p:grpSpPr>
          <a:xfrm>
            <a:off x="2101078" y="1854927"/>
            <a:ext cx="7989843" cy="3197900"/>
            <a:chOff x="3971107" y="1854927"/>
            <a:chExt cx="7989843" cy="3197900"/>
          </a:xfrm>
        </p:grpSpPr>
        <p:sp>
          <p:nvSpPr>
            <p:cNvPr id="9" name="Rectangle 15">
              <a:extLst>
                <a:ext uri="{FF2B5EF4-FFF2-40B4-BE49-F238E27FC236}">
                  <a16:creationId xmlns:a16="http://schemas.microsoft.com/office/drawing/2014/main" id="{DCFA2F3A-8B32-4C72-A8D0-6C0C5F5FFC54}"/>
                </a:ext>
              </a:extLst>
            </p:cNvPr>
            <p:cNvSpPr>
              <a:spLocks noChangeArrowheads="1"/>
            </p:cNvSpPr>
            <p:nvPr/>
          </p:nvSpPr>
          <p:spPr bwMode="auto">
            <a:xfrm>
              <a:off x="3971107" y="1889762"/>
              <a:ext cx="7989843" cy="3163065"/>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0" name="Rectangle 16">
              <a:extLst>
                <a:ext uri="{FF2B5EF4-FFF2-40B4-BE49-F238E27FC236}">
                  <a16:creationId xmlns:a16="http://schemas.microsoft.com/office/drawing/2014/main" id="{02248532-45F2-4AAD-9716-D1A2FFB6C099}"/>
                </a:ext>
              </a:extLst>
            </p:cNvPr>
            <p:cNvSpPr>
              <a:spLocks noChangeArrowheads="1"/>
            </p:cNvSpPr>
            <p:nvPr/>
          </p:nvSpPr>
          <p:spPr bwMode="auto">
            <a:xfrm>
              <a:off x="3971107" y="1854927"/>
              <a:ext cx="7989843"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OemSvcUpdateOemBadgingLogoData.c</a:t>
              </a:r>
              <a:endParaRPr lang="zh-TW" altLang="en-US" sz="1400" dirty="0"/>
            </a:p>
          </p:txBody>
        </p:sp>
        <p:sp>
          <p:nvSpPr>
            <p:cNvPr id="11" name="Text Box 17">
              <a:extLst>
                <a:ext uri="{FF2B5EF4-FFF2-40B4-BE49-F238E27FC236}">
                  <a16:creationId xmlns:a16="http://schemas.microsoft.com/office/drawing/2014/main" id="{458A40BA-AFCC-47B3-904D-631F9967ED76}"/>
                </a:ext>
              </a:extLst>
            </p:cNvPr>
            <p:cNvSpPr txBox="1">
              <a:spLocks noChangeArrowheads="1"/>
            </p:cNvSpPr>
            <p:nvPr/>
          </p:nvSpPr>
          <p:spPr bwMode="auto">
            <a:xfrm>
              <a:off x="3977636" y="2159727"/>
              <a:ext cx="7983314"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spcAft>
                  <a:spcPct val="0"/>
                </a:spcAft>
              </a:pPr>
              <a:r>
                <a:rPr lang="en-US" altLang="zh-TW" sz="1400" dirty="0">
                  <a:solidFill>
                    <a:srgbClr val="008000"/>
                  </a:solidFill>
                  <a:cs typeface="Tahoma" panose="020B0604030504040204" pitchFamily="34" charset="0"/>
                </a:rPr>
                <a:t>EFI_STATUS</a:t>
              </a:r>
            </a:p>
            <a:p>
              <a:pPr>
                <a:spcAft>
                  <a:spcPct val="0"/>
                </a:spcAft>
              </a:pPr>
              <a:r>
                <a:rPr lang="en-US" altLang="zh-TW" sz="1400" dirty="0" err="1">
                  <a:solidFill>
                    <a:srgbClr val="0000FF"/>
                  </a:solidFill>
                  <a:cs typeface="Tahoma" panose="020B0604030504040204" pitchFamily="34" charset="0"/>
                </a:rPr>
                <a:t>OemSvcUpdateOemBadgingLogoData</a:t>
              </a:r>
              <a:r>
                <a:rPr lang="en-US" altLang="zh-TW" sz="1400" dirty="0">
                  <a:solidFill>
                    <a:srgbClr val="0000FF"/>
                  </a:solidFill>
                  <a:cs typeface="Tahoma" panose="020B0604030504040204" pitchFamily="34" charset="0"/>
                </a:rPr>
                <a:t> (</a:t>
              </a:r>
            </a:p>
            <a:p>
              <a:pPr>
                <a:spcAft>
                  <a:spcPct val="0"/>
                </a:spcAft>
              </a:pPr>
              <a:r>
                <a:rPr lang="en-US" altLang="zh-TW" sz="1400" dirty="0">
                  <a:solidFill>
                    <a:srgbClr val="FF0000"/>
                  </a:solidFill>
                  <a:cs typeface="Tahoma" panose="020B0604030504040204" pitchFamily="34" charset="0"/>
                </a:rPr>
                <a:t>  IN OUT </a:t>
              </a:r>
              <a:r>
                <a:rPr lang="en-US" altLang="zh-TW" sz="1400" dirty="0">
                  <a:solidFill>
                    <a:srgbClr val="5A9541"/>
                  </a:solidFill>
                  <a:cs typeface="Tahoma" panose="020B0604030504040204" pitchFamily="34" charset="0"/>
                </a:rPr>
                <a:t>EFI_OEM_BADGING_LOGO_DATA</a:t>
              </a:r>
              <a:r>
                <a:rPr lang="en-US" altLang="zh-TW" sz="1400" dirty="0">
                  <a:solidFill>
                    <a:srgbClr val="0000FF"/>
                  </a:solidFill>
                  <a:cs typeface="Tahoma" panose="020B0604030504040204" pitchFamily="34" charset="0"/>
                </a:rPr>
                <a:t>    **</a:t>
              </a:r>
              <a:r>
                <a:rPr lang="en-US" altLang="zh-TW" sz="1400" dirty="0" err="1">
                  <a:solidFill>
                    <a:srgbClr val="0000FF"/>
                  </a:solidFill>
                  <a:cs typeface="Tahoma" panose="020B0604030504040204" pitchFamily="34" charset="0"/>
                </a:rPr>
                <a:t>EfiOemBadgingLogoData</a:t>
              </a:r>
              <a:r>
                <a:rPr lang="en-US" altLang="zh-TW" sz="1400" dirty="0">
                  <a:solidFill>
                    <a:srgbClr val="0000FF"/>
                  </a:solidFill>
                  <a:cs typeface="Tahoma" panose="020B0604030504040204" pitchFamily="34" charset="0"/>
                </a:rPr>
                <a:t>,</a:t>
              </a:r>
            </a:p>
            <a:p>
              <a:pPr>
                <a:spcAft>
                  <a:spcPct val="0"/>
                </a:spcAft>
              </a:pPr>
              <a:r>
                <a:rPr lang="en-US" altLang="zh-TW" sz="1400" dirty="0">
                  <a:solidFill>
                    <a:srgbClr val="FF0000"/>
                  </a:solidFill>
                  <a:cs typeface="Tahoma" panose="020B0604030504040204" pitchFamily="34" charset="0"/>
                </a:rPr>
                <a:t>  IN OUT </a:t>
              </a:r>
              <a:r>
                <a:rPr lang="en-US" altLang="zh-TW" sz="1400" dirty="0">
                  <a:solidFill>
                    <a:srgbClr val="5A9541"/>
                  </a:solidFill>
                  <a:cs typeface="Tahoma" panose="020B0604030504040204" pitchFamily="34" charset="0"/>
                </a:rPr>
                <a:t>UINTN</a:t>
              </a:r>
              <a:r>
                <a:rPr lang="en-US" altLang="zh-TW" sz="1400" dirty="0">
                  <a:solidFill>
                    <a:srgbClr val="0000FF"/>
                  </a:solidFill>
                  <a:cs typeface="Tahoma" panose="020B0604030504040204" pitchFamily="34" charset="0"/>
                </a:rPr>
                <a:t>                                                   *</a:t>
              </a:r>
              <a:r>
                <a:rPr lang="en-US" altLang="zh-TW" sz="1400" dirty="0" err="1">
                  <a:solidFill>
                    <a:srgbClr val="0000FF"/>
                  </a:solidFill>
                  <a:cs typeface="Tahoma" panose="020B0604030504040204" pitchFamily="34" charset="0"/>
                </a:rPr>
                <a:t>BadgingDataSize</a:t>
              </a:r>
              <a:r>
                <a:rPr lang="en-US" altLang="zh-TW" sz="1400" dirty="0">
                  <a:solidFill>
                    <a:srgbClr val="0000FF"/>
                  </a:solidFill>
                  <a:cs typeface="Tahoma" panose="020B0604030504040204" pitchFamily="34" charset="0"/>
                </a:rPr>
                <a:t>,</a:t>
              </a:r>
            </a:p>
            <a:p>
              <a:pPr>
                <a:spcAft>
                  <a:spcPct val="0"/>
                </a:spcAft>
              </a:pPr>
              <a:r>
                <a:rPr lang="en-US" altLang="zh-TW" sz="1400" dirty="0">
                  <a:solidFill>
                    <a:srgbClr val="0000FF"/>
                  </a:solidFill>
                  <a:cs typeface="Tahoma" panose="020B0604030504040204" pitchFamily="34" charset="0"/>
                </a:rPr>
                <a:t>  </a:t>
              </a:r>
              <a:r>
                <a:rPr lang="en-US" altLang="zh-TW" sz="1400" dirty="0">
                  <a:solidFill>
                    <a:srgbClr val="FF0000"/>
                  </a:solidFill>
                  <a:cs typeface="Tahoma" panose="020B0604030504040204" pitchFamily="34" charset="0"/>
                </a:rPr>
                <a:t>IN OUT </a:t>
              </a:r>
              <a:r>
                <a:rPr lang="en-US" altLang="zh-TW" sz="1400" dirty="0">
                  <a:solidFill>
                    <a:srgbClr val="5A9541"/>
                  </a:solidFill>
                  <a:cs typeface="Tahoma" panose="020B0604030504040204" pitchFamily="34" charset="0"/>
                </a:rPr>
                <a:t>OEM_BADGING_STRING</a:t>
              </a:r>
              <a:r>
                <a:rPr lang="en-US" altLang="zh-TW" sz="1400" dirty="0">
                  <a:solidFill>
                    <a:srgbClr val="0000FF"/>
                  </a:solidFill>
                  <a:cs typeface="Tahoma" panose="020B0604030504040204" pitchFamily="34" charset="0"/>
                </a:rPr>
                <a:t>                   **</a:t>
              </a:r>
              <a:r>
                <a:rPr lang="en-US" altLang="zh-TW" sz="1400" dirty="0" err="1">
                  <a:solidFill>
                    <a:srgbClr val="0000FF"/>
                  </a:solidFill>
                  <a:cs typeface="Tahoma" panose="020B0604030504040204" pitchFamily="34" charset="0"/>
                </a:rPr>
                <a:t>OemBadgingString</a:t>
              </a:r>
              <a:r>
                <a:rPr lang="en-US" altLang="zh-TW" sz="1400" dirty="0">
                  <a:solidFill>
                    <a:srgbClr val="0000FF"/>
                  </a:solidFill>
                  <a:cs typeface="Tahoma" panose="020B0604030504040204" pitchFamily="34" charset="0"/>
                </a:rPr>
                <a:t>,</a:t>
              </a:r>
            </a:p>
            <a:p>
              <a:pPr>
                <a:spcAft>
                  <a:spcPct val="0"/>
                </a:spcAft>
              </a:pPr>
              <a:r>
                <a:rPr lang="en-US" altLang="zh-TW" sz="1400" dirty="0">
                  <a:solidFill>
                    <a:srgbClr val="0000FF"/>
                  </a:solidFill>
                  <a:cs typeface="Tahoma" panose="020B0604030504040204" pitchFamily="34" charset="0"/>
                </a:rPr>
                <a:t>  </a:t>
              </a:r>
              <a:r>
                <a:rPr lang="en-US" altLang="zh-TW" sz="1400" dirty="0">
                  <a:solidFill>
                    <a:srgbClr val="FF0000"/>
                  </a:solidFill>
                  <a:cs typeface="Tahoma" panose="020B0604030504040204" pitchFamily="34" charset="0"/>
                </a:rPr>
                <a:t>IN OUT </a:t>
              </a:r>
              <a:r>
                <a:rPr lang="en-US" altLang="zh-TW" sz="1400" dirty="0">
                  <a:solidFill>
                    <a:srgbClr val="5A9541"/>
                  </a:solidFill>
                  <a:cs typeface="Tahoma" panose="020B0604030504040204" pitchFamily="34" charset="0"/>
                </a:rPr>
                <a:t>OEM_BADGING_STRING</a:t>
              </a:r>
              <a:r>
                <a:rPr lang="en-US" altLang="zh-TW" sz="1400" dirty="0">
                  <a:solidFill>
                    <a:srgbClr val="0000FF"/>
                  </a:solidFill>
                  <a:cs typeface="Tahoma" panose="020B0604030504040204" pitchFamily="34" charset="0"/>
                </a:rPr>
                <a:t>                   **</a:t>
              </a:r>
              <a:r>
                <a:rPr lang="en-US" altLang="zh-TW" sz="1400" dirty="0" err="1">
                  <a:solidFill>
                    <a:srgbClr val="0000FF"/>
                  </a:solidFill>
                  <a:cs typeface="Tahoma" panose="020B0604030504040204" pitchFamily="34" charset="0"/>
                </a:rPr>
                <a:t>OemBadgingStringInTextMode</a:t>
              </a:r>
              <a:r>
                <a:rPr lang="en-US" altLang="zh-TW" sz="1400" dirty="0">
                  <a:solidFill>
                    <a:srgbClr val="0000FF"/>
                  </a:solidFill>
                  <a:cs typeface="Tahoma" panose="020B0604030504040204" pitchFamily="34" charset="0"/>
                </a:rPr>
                <a:t>,</a:t>
              </a:r>
            </a:p>
            <a:p>
              <a:pPr>
                <a:spcAft>
                  <a:spcPct val="0"/>
                </a:spcAft>
              </a:pPr>
              <a:r>
                <a:rPr lang="en-US" altLang="zh-TW" sz="1400" dirty="0">
                  <a:solidFill>
                    <a:srgbClr val="0000FF"/>
                  </a:solidFill>
                  <a:cs typeface="Tahoma" panose="020B0604030504040204" pitchFamily="34" charset="0"/>
                </a:rPr>
                <a:t>  </a:t>
              </a:r>
              <a:r>
                <a:rPr lang="en-US" altLang="zh-TW" sz="1400" dirty="0">
                  <a:solidFill>
                    <a:srgbClr val="FF0000"/>
                  </a:solidFill>
                  <a:cs typeface="Tahoma" panose="020B0604030504040204" pitchFamily="34" charset="0"/>
                </a:rPr>
                <a:t>IN OUT </a:t>
              </a:r>
              <a:r>
                <a:rPr lang="en-US" altLang="zh-TW" sz="1400" dirty="0">
                  <a:solidFill>
                    <a:srgbClr val="5A9541"/>
                  </a:solidFill>
                  <a:cs typeface="Tahoma" panose="020B0604030504040204" pitchFamily="34" charset="0"/>
                </a:rPr>
                <a:t>UINTN</a:t>
              </a:r>
              <a:r>
                <a:rPr lang="en-US" altLang="zh-TW" sz="1400" dirty="0">
                  <a:solidFill>
                    <a:srgbClr val="0000FF"/>
                  </a:solidFill>
                  <a:cs typeface="Tahoma" panose="020B0604030504040204" pitchFamily="34" charset="0"/>
                </a:rPr>
                <a:t>                                                   *</a:t>
              </a:r>
              <a:r>
                <a:rPr lang="en-US" altLang="zh-TW" sz="1400" dirty="0" err="1">
                  <a:solidFill>
                    <a:srgbClr val="0000FF"/>
                  </a:solidFill>
                  <a:cs typeface="Tahoma" panose="020B0604030504040204" pitchFamily="34" charset="0"/>
                </a:rPr>
                <a:t>StringCount</a:t>
              </a:r>
              <a:r>
                <a:rPr lang="en-US" altLang="zh-TW" sz="1400" dirty="0">
                  <a:solidFill>
                    <a:srgbClr val="0000FF"/>
                  </a:solidFill>
                  <a:cs typeface="Tahoma" panose="020B0604030504040204" pitchFamily="34" charset="0"/>
                </a:rPr>
                <a:t>,</a:t>
              </a:r>
            </a:p>
            <a:p>
              <a:pPr>
                <a:spcAft>
                  <a:spcPct val="0"/>
                </a:spcAft>
              </a:pPr>
              <a:r>
                <a:rPr lang="en-US" altLang="zh-TW" sz="1400" dirty="0">
                  <a:solidFill>
                    <a:srgbClr val="0000FF"/>
                  </a:solidFill>
                  <a:cs typeface="Tahoma" panose="020B0604030504040204" pitchFamily="34" charset="0"/>
                </a:rPr>
                <a:t>  </a:t>
              </a:r>
              <a:r>
                <a:rPr lang="en-US" altLang="zh-TW" sz="1400" dirty="0">
                  <a:solidFill>
                    <a:srgbClr val="FF0000"/>
                  </a:solidFill>
                  <a:cs typeface="Tahoma" panose="020B0604030504040204" pitchFamily="34" charset="0"/>
                </a:rPr>
                <a:t>IN OUT </a:t>
              </a:r>
              <a:r>
                <a:rPr lang="en-US" altLang="zh-TW" sz="1400" dirty="0">
                  <a:solidFill>
                    <a:srgbClr val="5A9541"/>
                  </a:solidFill>
                  <a:cs typeface="Tahoma" panose="020B0604030504040204" pitchFamily="34" charset="0"/>
                </a:rPr>
                <a:t>OEM_BADGING_STRING </a:t>
              </a:r>
              <a:r>
                <a:rPr lang="en-US" altLang="zh-TW" sz="1400" dirty="0">
                  <a:solidFill>
                    <a:srgbClr val="0000FF"/>
                  </a:solidFill>
                  <a:cs typeface="Tahoma" panose="020B0604030504040204" pitchFamily="34" charset="0"/>
                </a:rPr>
                <a:t>                  **</a:t>
              </a:r>
              <a:r>
                <a:rPr lang="en-US" altLang="zh-TW" sz="1400" dirty="0" err="1">
                  <a:solidFill>
                    <a:srgbClr val="0000FF"/>
                  </a:solidFill>
                  <a:cs typeface="Tahoma" panose="020B0604030504040204" pitchFamily="34" charset="0"/>
                </a:rPr>
                <a:t>OemBadgingStringAfterSelectWithMe</a:t>
              </a:r>
              <a:r>
                <a:rPr lang="en-US" altLang="zh-TW" sz="1400" dirty="0">
                  <a:solidFill>
                    <a:srgbClr val="0000FF"/>
                  </a:solidFill>
                  <a:cs typeface="Tahoma" panose="020B0604030504040204" pitchFamily="34" charset="0"/>
                </a:rPr>
                <a:t>,</a:t>
              </a:r>
            </a:p>
            <a:p>
              <a:pPr>
                <a:spcAft>
                  <a:spcPct val="0"/>
                </a:spcAft>
              </a:pPr>
              <a:r>
                <a:rPr lang="en-US" altLang="zh-TW" sz="1400" dirty="0">
                  <a:solidFill>
                    <a:srgbClr val="0000FF"/>
                  </a:solidFill>
                  <a:cs typeface="Tahoma" panose="020B0604030504040204" pitchFamily="34" charset="0"/>
                </a:rPr>
                <a:t> </a:t>
              </a:r>
              <a:r>
                <a:rPr lang="en-US" altLang="zh-TW" sz="1400" dirty="0">
                  <a:solidFill>
                    <a:srgbClr val="FF0000"/>
                  </a:solidFill>
                  <a:cs typeface="Tahoma" panose="020B0604030504040204" pitchFamily="34" charset="0"/>
                </a:rPr>
                <a:t> IN OUT </a:t>
              </a:r>
              <a:r>
                <a:rPr lang="en-US" altLang="zh-TW" sz="1400" dirty="0">
                  <a:solidFill>
                    <a:srgbClr val="5A9541"/>
                  </a:solidFill>
                  <a:cs typeface="Tahoma" panose="020B0604030504040204" pitchFamily="34" charset="0"/>
                </a:rPr>
                <a:t>OEM_BADGING_STRING</a:t>
              </a:r>
              <a:r>
                <a:rPr lang="en-US" altLang="zh-TW" sz="1400" dirty="0">
                  <a:solidFill>
                    <a:srgbClr val="0000FF"/>
                  </a:solidFill>
                  <a:cs typeface="Tahoma" panose="020B0604030504040204" pitchFamily="34" charset="0"/>
                </a:rPr>
                <a:t>                   **</a:t>
              </a:r>
              <a:r>
                <a:rPr lang="en-US" altLang="zh-TW" sz="1400" dirty="0" err="1">
                  <a:solidFill>
                    <a:srgbClr val="0000FF"/>
                  </a:solidFill>
                  <a:cs typeface="Tahoma" panose="020B0604030504040204" pitchFamily="34" charset="0"/>
                </a:rPr>
                <a:t>OemBadgingStringAfterSelectWithMeInTextMode</a:t>
              </a:r>
              <a:endParaRPr lang="en-US" altLang="zh-TW" sz="1400" dirty="0">
                <a:solidFill>
                  <a:srgbClr val="0000FF"/>
                </a:solidFill>
                <a:cs typeface="Tahoma" panose="020B0604030504040204" pitchFamily="34" charset="0"/>
              </a:endParaRPr>
            </a:p>
            <a:p>
              <a:pPr>
                <a:spcAft>
                  <a:spcPct val="0"/>
                </a:spcAft>
              </a:pPr>
              <a:r>
                <a:rPr lang="en-US" altLang="zh-TW" sz="1400" dirty="0">
                  <a:solidFill>
                    <a:schemeClr val="tx2"/>
                  </a:solidFill>
                  <a:cs typeface="Tahoma" panose="020B0604030504040204" pitchFamily="34" charset="0"/>
                </a:rPr>
                <a:t>  )</a:t>
              </a:r>
            </a:p>
            <a:p>
              <a:pPr>
                <a:spcAft>
                  <a:spcPct val="0"/>
                </a:spcAft>
              </a:pPr>
              <a:r>
                <a:rPr lang="en-US" altLang="zh-TW" sz="1400" dirty="0">
                  <a:solidFill>
                    <a:schemeClr val="tx2"/>
                  </a:solidFill>
                  <a:cs typeface="Tahoma" panose="020B0604030504040204" pitchFamily="34" charset="0"/>
                </a:rPr>
                <a:t>{  </a:t>
              </a:r>
            </a:p>
            <a:p>
              <a:pPr>
                <a:spcAft>
                  <a:spcPct val="0"/>
                </a:spcAft>
              </a:pPr>
              <a:r>
                <a:rPr lang="en-US" altLang="zh-TW" sz="1400" dirty="0">
                  <a:solidFill>
                    <a:srgbClr val="0066CC"/>
                  </a:solidFill>
                  <a:cs typeface="Tahoma" panose="020B0604030504040204" pitchFamily="34" charset="0"/>
                </a:rPr>
                <a:t>  </a:t>
              </a:r>
              <a:r>
                <a:rPr lang="en-US" altLang="zh-TW" sz="1400" dirty="0">
                  <a:solidFill>
                    <a:srgbClr val="0000FF"/>
                  </a:solidFill>
                  <a:cs typeface="Tahoma" panose="020B0604030504040204" pitchFamily="34" charset="0"/>
                </a:rPr>
                <a:t>return</a:t>
              </a:r>
              <a:r>
                <a:rPr lang="en-US" altLang="zh-TW" sz="1400" dirty="0">
                  <a:solidFill>
                    <a:srgbClr val="FF0000"/>
                  </a:solidFill>
                  <a:cs typeface="Tahoma" panose="020B0604030504040204" pitchFamily="34" charset="0"/>
                </a:rPr>
                <a:t> EFI_UNSUPPORTED;</a:t>
              </a:r>
            </a:p>
            <a:p>
              <a:pPr>
                <a:spcAft>
                  <a:spcPct val="0"/>
                </a:spcAft>
              </a:pPr>
              <a:r>
                <a:rPr lang="en-US" altLang="zh-TW" sz="1400" dirty="0">
                  <a:cs typeface="Tahoma" panose="020B0604030504040204" pitchFamily="34" charset="0"/>
                </a:rPr>
                <a:t>}</a:t>
              </a:r>
            </a:p>
          </p:txBody>
        </p:sp>
      </p:grpSp>
    </p:spTree>
    <p:extLst>
      <p:ext uri="{BB962C8B-B14F-4D97-AF65-F5344CB8AC3E}">
        <p14:creationId xmlns:p14="http://schemas.microsoft.com/office/powerpoint/2010/main" val="264158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F80A31-1D5D-44C4-864E-B8D947F54742}"/>
              </a:ext>
            </a:extLst>
          </p:cNvPr>
          <p:cNvSpPr>
            <a:spLocks noGrp="1"/>
          </p:cNvSpPr>
          <p:nvPr>
            <p:ph type="title"/>
          </p:nvPr>
        </p:nvSpPr>
        <p:spPr/>
        <p:txBody>
          <a:bodyPr/>
          <a:lstStyle/>
          <a:p>
            <a:r>
              <a:rPr lang="en-US" altLang="zh-TW" sz="4000" dirty="0" err="1">
                <a:solidFill>
                  <a:schemeClr val="tx1"/>
                </a:solidFill>
                <a:cs typeface="Tahoma" panose="020B0604030504040204" pitchFamily="34" charset="0"/>
              </a:rPr>
              <a:t>OemSvcChangeDefaultLogoImage</a:t>
            </a:r>
            <a:endParaRPr lang="zh-TW" altLang="en-US" dirty="0">
              <a:solidFill>
                <a:schemeClr val="tx1"/>
              </a:solidFill>
            </a:endParaRPr>
          </a:p>
        </p:txBody>
      </p:sp>
      <p:sp>
        <p:nvSpPr>
          <p:cNvPr id="3" name="內容版面配置區 2">
            <a:extLst>
              <a:ext uri="{FF2B5EF4-FFF2-40B4-BE49-F238E27FC236}">
                <a16:creationId xmlns:a16="http://schemas.microsoft.com/office/drawing/2014/main" id="{8BD2D50E-50A4-40B0-BC83-47400F3E2CEB}"/>
              </a:ext>
            </a:extLst>
          </p:cNvPr>
          <p:cNvSpPr>
            <a:spLocks noGrp="1"/>
          </p:cNvSpPr>
          <p:nvPr>
            <p:ph idx="1"/>
          </p:nvPr>
        </p:nvSpPr>
        <p:spPr>
          <a:xfrm>
            <a:off x="838200" y="1398494"/>
            <a:ext cx="10713440" cy="4778469"/>
          </a:xfrm>
        </p:spPr>
        <p:txBody>
          <a:bodyPr>
            <a:normAutofit/>
          </a:bodyPr>
          <a:lstStyle/>
          <a:p>
            <a:r>
              <a:rPr lang="en-US" altLang="zh-TW" sz="2400" dirty="0"/>
              <a:t>Get OEM Customization Logo image from </a:t>
            </a:r>
            <a:r>
              <a:rPr lang="en-US" altLang="zh-TW" sz="2400" dirty="0" err="1"/>
              <a:t>OemServices</a:t>
            </a:r>
            <a:r>
              <a:rPr lang="en-US" altLang="zh-TW" sz="2400" dirty="0"/>
              <a:t> function.</a:t>
            </a:r>
            <a:endParaRPr lang="en-US" altLang="zh-TW" sz="1600" dirty="0">
              <a:solidFill>
                <a:srgbClr val="5A9541"/>
              </a:solidFill>
            </a:endParaRPr>
          </a:p>
        </p:txBody>
      </p:sp>
      <p:grpSp>
        <p:nvGrpSpPr>
          <p:cNvPr id="8" name="群組 7">
            <a:extLst>
              <a:ext uri="{FF2B5EF4-FFF2-40B4-BE49-F238E27FC236}">
                <a16:creationId xmlns:a16="http://schemas.microsoft.com/office/drawing/2014/main" id="{C7EEF88C-A3C0-40D7-B9B5-BA94867562F5}"/>
              </a:ext>
            </a:extLst>
          </p:cNvPr>
          <p:cNvGrpSpPr/>
          <p:nvPr/>
        </p:nvGrpSpPr>
        <p:grpSpPr>
          <a:xfrm>
            <a:off x="3287757" y="1854927"/>
            <a:ext cx="5616485" cy="2336125"/>
            <a:chOff x="3971107" y="1854927"/>
            <a:chExt cx="5616485" cy="2336125"/>
          </a:xfrm>
        </p:grpSpPr>
        <p:sp>
          <p:nvSpPr>
            <p:cNvPr id="9" name="Rectangle 15">
              <a:extLst>
                <a:ext uri="{FF2B5EF4-FFF2-40B4-BE49-F238E27FC236}">
                  <a16:creationId xmlns:a16="http://schemas.microsoft.com/office/drawing/2014/main" id="{F7E32809-C41B-4325-96A1-0579D14BA894}"/>
                </a:ext>
              </a:extLst>
            </p:cNvPr>
            <p:cNvSpPr>
              <a:spLocks noChangeArrowheads="1"/>
            </p:cNvSpPr>
            <p:nvPr/>
          </p:nvSpPr>
          <p:spPr bwMode="auto">
            <a:xfrm>
              <a:off x="3971107" y="1889762"/>
              <a:ext cx="5616485" cy="2301290"/>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0" name="Rectangle 16">
              <a:extLst>
                <a:ext uri="{FF2B5EF4-FFF2-40B4-BE49-F238E27FC236}">
                  <a16:creationId xmlns:a16="http://schemas.microsoft.com/office/drawing/2014/main" id="{B7D086A6-1EB9-4775-963A-B195DE19BC48}"/>
                </a:ext>
              </a:extLst>
            </p:cNvPr>
            <p:cNvSpPr>
              <a:spLocks noChangeArrowheads="1"/>
            </p:cNvSpPr>
            <p:nvPr/>
          </p:nvSpPr>
          <p:spPr bwMode="auto">
            <a:xfrm>
              <a:off x="3971107" y="1854927"/>
              <a:ext cx="5616485"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OemSvcChangeDefaultLogoImage.c</a:t>
              </a:r>
              <a:endParaRPr lang="zh-TW" altLang="en-US" sz="1400" dirty="0"/>
            </a:p>
          </p:txBody>
        </p:sp>
        <p:sp>
          <p:nvSpPr>
            <p:cNvPr id="11" name="Text Box 17">
              <a:extLst>
                <a:ext uri="{FF2B5EF4-FFF2-40B4-BE49-F238E27FC236}">
                  <a16:creationId xmlns:a16="http://schemas.microsoft.com/office/drawing/2014/main" id="{6B124CBD-CD34-4BA3-8121-6A2D9EC39828}"/>
                </a:ext>
              </a:extLst>
            </p:cNvPr>
            <p:cNvSpPr txBox="1">
              <a:spLocks noChangeArrowheads="1"/>
            </p:cNvSpPr>
            <p:nvPr/>
          </p:nvSpPr>
          <p:spPr bwMode="auto">
            <a:xfrm>
              <a:off x="3977636" y="2159727"/>
              <a:ext cx="5270321"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spcAft>
                  <a:spcPct val="0"/>
                </a:spcAft>
              </a:pPr>
              <a:r>
                <a:rPr lang="en-US" altLang="zh-TW" sz="1400" dirty="0">
                  <a:solidFill>
                    <a:srgbClr val="008000"/>
                  </a:solidFill>
                  <a:cs typeface="Tahoma" panose="020B0604030504040204" pitchFamily="34" charset="0"/>
                </a:rPr>
                <a:t>EFI_STATUS</a:t>
              </a:r>
            </a:p>
            <a:p>
              <a:pPr>
                <a:spcAft>
                  <a:spcPct val="0"/>
                </a:spcAft>
              </a:pPr>
              <a:r>
                <a:rPr lang="en-US" altLang="zh-TW" sz="1400" dirty="0" err="1">
                  <a:solidFill>
                    <a:srgbClr val="0000FF"/>
                  </a:solidFill>
                  <a:cs typeface="Tahoma" panose="020B0604030504040204" pitchFamily="34" charset="0"/>
                </a:rPr>
                <a:t>OemSvcChangeDefaultLogoImage</a:t>
              </a:r>
              <a:r>
                <a:rPr lang="en-US" altLang="zh-TW" sz="1400" dirty="0">
                  <a:solidFill>
                    <a:srgbClr val="0000FF"/>
                  </a:solidFill>
                  <a:cs typeface="Tahoma" panose="020B0604030504040204" pitchFamily="34" charset="0"/>
                </a:rPr>
                <a:t> (</a:t>
              </a:r>
            </a:p>
            <a:p>
              <a:pPr>
                <a:spcAft>
                  <a:spcPct val="0"/>
                </a:spcAft>
              </a:pPr>
              <a:r>
                <a:rPr lang="en-US" altLang="zh-TW" sz="1400" dirty="0">
                  <a:solidFill>
                    <a:srgbClr val="0000FF"/>
                  </a:solidFill>
                  <a:cs typeface="Tahoma" panose="020B0604030504040204" pitchFamily="34" charset="0"/>
                </a:rPr>
                <a:t>  </a:t>
              </a:r>
              <a:r>
                <a:rPr lang="en-US" altLang="zh-TW" sz="1400" dirty="0">
                  <a:solidFill>
                    <a:srgbClr val="FF0000"/>
                  </a:solidFill>
                  <a:cs typeface="Tahoma" panose="020B0604030504040204" pitchFamily="34" charset="0"/>
                </a:rPr>
                <a:t>IN OUT </a:t>
              </a:r>
              <a:r>
                <a:rPr lang="en-US" altLang="zh-TW" sz="1400" dirty="0">
                  <a:solidFill>
                    <a:srgbClr val="008000"/>
                  </a:solidFill>
                  <a:cs typeface="Tahoma" panose="020B0604030504040204" pitchFamily="34" charset="0"/>
                </a:rPr>
                <a:t>EFI_OEM_BADGING_LOGO_DATA       *</a:t>
              </a:r>
              <a:r>
                <a:rPr lang="en-US" altLang="zh-TW" sz="1400" dirty="0">
                  <a:solidFill>
                    <a:srgbClr val="0066CC"/>
                  </a:solidFill>
                  <a:cs typeface="Tahoma" panose="020B0604030504040204" pitchFamily="34" charset="0"/>
                </a:rPr>
                <a:t>Logo,</a:t>
              </a:r>
            </a:p>
            <a:p>
              <a:pPr>
                <a:spcAft>
                  <a:spcPct val="0"/>
                </a:spcAft>
              </a:pPr>
              <a:r>
                <a:rPr lang="en-US" altLang="zh-TW" sz="1400" dirty="0">
                  <a:solidFill>
                    <a:srgbClr val="0066CC"/>
                  </a:solidFill>
                  <a:cs typeface="Tahoma" panose="020B0604030504040204" pitchFamily="34" charset="0"/>
                </a:rPr>
                <a:t>  </a:t>
              </a:r>
              <a:r>
                <a:rPr lang="en-US" altLang="zh-TW" sz="1400" dirty="0">
                  <a:solidFill>
                    <a:srgbClr val="FF0000"/>
                  </a:solidFill>
                  <a:cs typeface="Tahoma" panose="020B0604030504040204" pitchFamily="34" charset="0"/>
                </a:rPr>
                <a:t>IN OUT </a:t>
              </a:r>
              <a:r>
                <a:rPr lang="en-US" altLang="zh-TW" sz="1400" dirty="0">
                  <a:solidFill>
                    <a:srgbClr val="008000"/>
                  </a:solidFill>
                  <a:cs typeface="Tahoma" panose="020B0604030504040204" pitchFamily="34" charset="0"/>
                </a:rPr>
                <a:t>UINT8                                                      **</a:t>
              </a:r>
              <a:r>
                <a:rPr lang="en-US" altLang="zh-TW" sz="1400" dirty="0" err="1">
                  <a:solidFill>
                    <a:srgbClr val="0066CC"/>
                  </a:solidFill>
                  <a:cs typeface="Tahoma" panose="020B0604030504040204" pitchFamily="34" charset="0"/>
                </a:rPr>
                <a:t>ImageData</a:t>
              </a:r>
              <a:r>
                <a:rPr lang="en-US" altLang="zh-TW" sz="1400" dirty="0">
                  <a:solidFill>
                    <a:srgbClr val="0066CC"/>
                  </a:solidFill>
                  <a:cs typeface="Tahoma" panose="020B0604030504040204" pitchFamily="34" charset="0"/>
                </a:rPr>
                <a:t>,</a:t>
              </a:r>
            </a:p>
            <a:p>
              <a:pPr>
                <a:spcAft>
                  <a:spcPct val="0"/>
                </a:spcAft>
              </a:pPr>
              <a:r>
                <a:rPr lang="en-US" altLang="zh-TW" sz="1400" dirty="0">
                  <a:solidFill>
                    <a:srgbClr val="0066CC"/>
                  </a:solidFill>
                  <a:cs typeface="Tahoma" panose="020B0604030504040204" pitchFamily="34" charset="0"/>
                </a:rPr>
                <a:t>  </a:t>
              </a:r>
              <a:r>
                <a:rPr lang="en-US" altLang="zh-TW" sz="1400" dirty="0">
                  <a:solidFill>
                    <a:srgbClr val="008000"/>
                  </a:solidFill>
                  <a:cs typeface="Tahoma" panose="020B0604030504040204" pitchFamily="34" charset="0"/>
                </a:rPr>
                <a:t>UINTN                                                                  *</a:t>
              </a:r>
              <a:r>
                <a:rPr lang="en-US" altLang="zh-TW" sz="1400" dirty="0" err="1">
                  <a:solidFill>
                    <a:srgbClr val="0066CC"/>
                  </a:solidFill>
                  <a:cs typeface="Tahoma" panose="020B0604030504040204" pitchFamily="34" charset="0"/>
                </a:rPr>
                <a:t>ImageSize</a:t>
              </a:r>
              <a:endParaRPr lang="en-US" altLang="zh-TW" sz="1400" dirty="0">
                <a:solidFill>
                  <a:srgbClr val="0066CC"/>
                </a:solidFill>
                <a:cs typeface="Tahoma" panose="020B0604030504040204" pitchFamily="34" charset="0"/>
              </a:endParaRPr>
            </a:p>
            <a:p>
              <a:pPr>
                <a:spcAft>
                  <a:spcPct val="0"/>
                </a:spcAft>
              </a:pPr>
              <a:r>
                <a:rPr lang="en-US" altLang="zh-TW" sz="1400" dirty="0">
                  <a:solidFill>
                    <a:srgbClr val="0066CC"/>
                  </a:solidFill>
                  <a:cs typeface="Tahoma" panose="020B0604030504040204" pitchFamily="34" charset="0"/>
                </a:rPr>
                <a:t>  </a:t>
              </a:r>
              <a:r>
                <a:rPr lang="en-US" altLang="zh-TW" sz="1400" dirty="0">
                  <a:cs typeface="Tahoma" panose="020B0604030504040204" pitchFamily="34" charset="0"/>
                </a:rPr>
                <a:t>)</a:t>
              </a:r>
            </a:p>
            <a:p>
              <a:pPr>
                <a:spcAft>
                  <a:spcPct val="0"/>
                </a:spcAft>
              </a:pPr>
              <a:r>
                <a:rPr lang="en-US" altLang="zh-TW" sz="1400" dirty="0">
                  <a:cs typeface="Tahoma" panose="020B0604030504040204" pitchFamily="34" charset="0"/>
                </a:rPr>
                <a:t>{</a:t>
              </a:r>
            </a:p>
            <a:p>
              <a:pPr>
                <a:spcAft>
                  <a:spcPct val="0"/>
                </a:spcAft>
              </a:pPr>
              <a:r>
                <a:rPr lang="en-US" altLang="zh-TW" sz="1400" dirty="0">
                  <a:solidFill>
                    <a:srgbClr val="0066CC"/>
                  </a:solidFill>
                  <a:cs typeface="Tahoma" panose="020B0604030504040204" pitchFamily="34" charset="0"/>
                </a:rPr>
                <a:t>  </a:t>
              </a:r>
              <a:r>
                <a:rPr lang="en-US" altLang="zh-TW" sz="1400" dirty="0">
                  <a:solidFill>
                    <a:srgbClr val="FF0000"/>
                  </a:solidFill>
                  <a:cs typeface="Tahoma" panose="020B0604030504040204" pitchFamily="34" charset="0"/>
                </a:rPr>
                <a:t>return EFI_UNSUPPORTED;</a:t>
              </a:r>
            </a:p>
            <a:p>
              <a:pPr>
                <a:spcAft>
                  <a:spcPct val="0"/>
                </a:spcAft>
              </a:pPr>
              <a:r>
                <a:rPr lang="en-US" altLang="zh-TW" sz="1400" dirty="0">
                  <a:cs typeface="Tahoma" panose="020B0604030504040204" pitchFamily="34" charset="0"/>
                </a:rPr>
                <a:t>}</a:t>
              </a:r>
            </a:p>
          </p:txBody>
        </p:sp>
      </p:grpSp>
    </p:spTree>
    <p:extLst>
      <p:ext uri="{BB962C8B-B14F-4D97-AF65-F5344CB8AC3E}">
        <p14:creationId xmlns:p14="http://schemas.microsoft.com/office/powerpoint/2010/main" val="855125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883919-AEA6-86D0-1B9C-CF20FAAF4E0E}"/>
              </a:ext>
            </a:extLst>
          </p:cNvPr>
          <p:cNvSpPr>
            <a:spLocks noGrp="1"/>
          </p:cNvSpPr>
          <p:nvPr>
            <p:ph type="title"/>
          </p:nvPr>
        </p:nvSpPr>
        <p:spPr/>
        <p:txBody>
          <a:bodyPr/>
          <a:lstStyle/>
          <a:p>
            <a:r>
              <a:rPr lang="en-US" altLang="zh-TW" dirty="0"/>
              <a:t>Related Files – Flash Device Map</a:t>
            </a:r>
            <a:endParaRPr lang="zh-TW" altLang="en-US" dirty="0"/>
          </a:p>
        </p:txBody>
      </p:sp>
      <p:sp>
        <p:nvSpPr>
          <p:cNvPr id="3" name="內容版面配置區 2">
            <a:extLst>
              <a:ext uri="{FF2B5EF4-FFF2-40B4-BE49-F238E27FC236}">
                <a16:creationId xmlns:a16="http://schemas.microsoft.com/office/drawing/2014/main" id="{C3693CBF-CE56-7AB5-D6E2-31F772987EE0}"/>
              </a:ext>
            </a:extLst>
          </p:cNvPr>
          <p:cNvSpPr>
            <a:spLocks noGrp="1"/>
          </p:cNvSpPr>
          <p:nvPr>
            <p:ph idx="1"/>
          </p:nvPr>
        </p:nvSpPr>
        <p:spPr/>
        <p:txBody>
          <a:bodyPr>
            <a:normAutofit/>
          </a:bodyPr>
          <a:lstStyle/>
          <a:p>
            <a:r>
              <a:rPr lang="en-US" altLang="zh-TW" sz="2400" b="1" dirty="0"/>
              <a:t>Board/Intel/</a:t>
            </a:r>
            <a:r>
              <a:rPr lang="en-US" altLang="zh-TW" sz="2400" b="1" dirty="0">
                <a:ea typeface="新細明體" pitchFamily="18" charset="-120"/>
              </a:rPr>
              <a:t>$(PROJECT_PKG)/</a:t>
            </a:r>
            <a:r>
              <a:rPr lang="en-US" altLang="zh-TW" sz="2400" b="1" dirty="0" err="1">
                <a:ea typeface="新細明體" pitchFamily="18" charset="-120"/>
              </a:rPr>
              <a:t>Project.dsc</a:t>
            </a:r>
            <a:endParaRPr lang="en-US" altLang="zh-TW" sz="2400" b="1" dirty="0">
              <a:ea typeface="新細明體" pitchFamily="18" charset="-120"/>
            </a:endParaRPr>
          </a:p>
          <a:p>
            <a:pPr marL="457200" lvl="1" indent="0">
              <a:buNone/>
            </a:pPr>
            <a:r>
              <a:rPr lang="en-US" altLang="zh-TW" sz="1600" dirty="0">
                <a:ea typeface="新細明體" pitchFamily="18" charset="-120"/>
              </a:rPr>
              <a:t>gInsydeTokenSpaceGuid.</a:t>
            </a:r>
            <a:r>
              <a:rPr lang="en-US" altLang="zh-TW" sz="1800" dirty="0">
                <a:ea typeface="新細明體" pitchFamily="18" charset="-120"/>
              </a:rPr>
              <a:t>PcdH2OBdsOemBadgingSupported</a:t>
            </a:r>
            <a:r>
              <a:rPr lang="en-US" altLang="zh-TW" sz="1600" dirty="0">
                <a:ea typeface="新細明體" pitchFamily="18" charset="-120"/>
              </a:rPr>
              <a:t>|</a:t>
            </a:r>
            <a:r>
              <a:rPr lang="en-US" altLang="zh-TW" sz="1600" dirty="0">
                <a:solidFill>
                  <a:schemeClr val="tx2"/>
                </a:solidFill>
              </a:rPr>
              <a:t>FALSE</a:t>
            </a:r>
            <a:endParaRPr lang="en-US" altLang="zh-TW" sz="1600" dirty="0">
              <a:ea typeface="新細明體" pitchFamily="18" charset="-120"/>
            </a:endParaRPr>
          </a:p>
          <a:p>
            <a:r>
              <a:rPr lang="en-US" altLang="zh-TW" sz="2400" b="1" dirty="0"/>
              <a:t>Board/Intel/$(PROJECT_PKG)/</a:t>
            </a:r>
            <a:r>
              <a:rPr lang="en-US" altLang="zh-TW" sz="2400" b="1" dirty="0" err="1"/>
              <a:t>FlashRegionDefines.fdf</a:t>
            </a:r>
            <a:endParaRPr lang="en-US" altLang="zh-TW" sz="2400" b="1" dirty="0"/>
          </a:p>
          <a:p>
            <a:pPr marL="457200" lvl="1" indent="0">
              <a:buNone/>
            </a:pPr>
            <a:r>
              <a:rPr lang="en-US" altLang="zh-TW" sz="1800" dirty="0"/>
              <a:t>!if gInsydeTokenSpaceGuid.PcdH2OBdsOemBadgingSupported</a:t>
            </a:r>
          </a:p>
          <a:p>
            <a:pPr marL="457200" lvl="1" indent="0">
              <a:buNone/>
            </a:pPr>
            <a:r>
              <a:rPr lang="en-US" altLang="zh-TW" sz="1800" dirty="0"/>
              <a:t>DEFINE FLASH_REGION_INSYDE_BOOT_LOGO_SIZE                           = 0x00000000</a:t>
            </a:r>
          </a:p>
          <a:p>
            <a:pPr marL="457200" lvl="1" indent="0">
              <a:buNone/>
            </a:pPr>
            <a:r>
              <a:rPr lang="en-US" altLang="zh-TW" sz="1800" dirty="0"/>
              <a:t>!else</a:t>
            </a:r>
          </a:p>
          <a:p>
            <a:pPr marL="457200" lvl="1" indent="0">
              <a:buNone/>
            </a:pPr>
            <a:r>
              <a:rPr lang="en-US" altLang="zh-TW" sz="1800" dirty="0"/>
              <a:t>DEFINE FLASH_REGION_INSYDE_BOOT_LOGO_SIZE                           = 0x00004000</a:t>
            </a:r>
          </a:p>
          <a:p>
            <a:pPr marL="457200" lvl="1" indent="0">
              <a:buNone/>
            </a:pPr>
            <a:r>
              <a:rPr lang="en-US" altLang="zh-TW" sz="1800" dirty="0"/>
              <a:t>!endif</a:t>
            </a:r>
          </a:p>
          <a:p>
            <a:r>
              <a:rPr lang="en-US" altLang="zh-TW" sz="2400" b="1" dirty="0"/>
              <a:t>Board/Intel/</a:t>
            </a:r>
            <a:r>
              <a:rPr lang="en-US" altLang="zh-TW" sz="2400" b="1" dirty="0">
                <a:ea typeface="新細明體" pitchFamily="18" charset="-120"/>
              </a:rPr>
              <a:t>$(PROJECT_PKG)/</a:t>
            </a:r>
            <a:r>
              <a:rPr lang="en-US" altLang="zh-TW" sz="2400" b="1" dirty="0" err="1">
                <a:ea typeface="新細明體" pitchFamily="18" charset="-120"/>
              </a:rPr>
              <a:t>Project.fdf</a:t>
            </a:r>
            <a:endParaRPr lang="en-US" altLang="zh-TW" sz="2400" b="1" dirty="0">
              <a:ea typeface="新細明體" pitchFamily="18" charset="-120"/>
            </a:endParaRPr>
          </a:p>
          <a:p>
            <a:endParaRPr lang="zh-TW" altLang="en-US" dirty="0"/>
          </a:p>
        </p:txBody>
      </p:sp>
    </p:spTree>
    <p:extLst>
      <p:ext uri="{BB962C8B-B14F-4D97-AF65-F5344CB8AC3E}">
        <p14:creationId xmlns:p14="http://schemas.microsoft.com/office/powerpoint/2010/main" val="220266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DD553E-A200-6CC8-2DFE-5B0AEA4F0FE3}"/>
              </a:ext>
            </a:extLst>
          </p:cNvPr>
          <p:cNvSpPr>
            <a:spLocks noGrp="1"/>
          </p:cNvSpPr>
          <p:nvPr>
            <p:ph type="title"/>
          </p:nvPr>
        </p:nvSpPr>
        <p:spPr/>
        <p:txBody>
          <a:bodyPr/>
          <a:lstStyle/>
          <a:p>
            <a:r>
              <a:rPr lang="en-US" altLang="zh-TW" sz="4000" b="1" dirty="0" err="1">
                <a:ea typeface="新細明體" pitchFamily="18" charset="-120"/>
              </a:rPr>
              <a:t>Project.fdf</a:t>
            </a:r>
            <a:endParaRPr lang="zh-TW" altLang="en-US" dirty="0"/>
          </a:p>
        </p:txBody>
      </p:sp>
      <p:sp>
        <p:nvSpPr>
          <p:cNvPr id="3" name="內容版面配置區 2">
            <a:extLst>
              <a:ext uri="{FF2B5EF4-FFF2-40B4-BE49-F238E27FC236}">
                <a16:creationId xmlns:a16="http://schemas.microsoft.com/office/drawing/2014/main" id="{D962B60D-A085-CB7F-D2C8-865F461D7828}"/>
              </a:ext>
            </a:extLst>
          </p:cNvPr>
          <p:cNvSpPr>
            <a:spLocks noGrp="1"/>
          </p:cNvSpPr>
          <p:nvPr>
            <p:ph idx="1"/>
          </p:nvPr>
        </p:nvSpPr>
        <p:spPr/>
        <p:txBody>
          <a:bodyPr>
            <a:normAutofit/>
          </a:bodyPr>
          <a:lstStyle/>
          <a:p>
            <a:r>
              <a:rPr lang="en-US" altLang="zh-TW" b="1" dirty="0"/>
              <a:t>Board/</a:t>
            </a:r>
            <a:r>
              <a:rPr lang="en-US" altLang="zh-TW" sz="2800" b="1" dirty="0"/>
              <a:t>Intel/</a:t>
            </a:r>
            <a:r>
              <a:rPr lang="en-US" altLang="zh-TW" sz="2800" b="1" dirty="0">
                <a:ea typeface="新細明體" pitchFamily="18" charset="-120"/>
              </a:rPr>
              <a:t>$(PROJECT_PKG)/</a:t>
            </a:r>
            <a:r>
              <a:rPr lang="en-US" altLang="zh-TW" sz="2800" b="1" dirty="0" err="1">
                <a:ea typeface="新細明體" pitchFamily="18" charset="-120"/>
              </a:rPr>
              <a:t>Project.fdf</a:t>
            </a:r>
            <a:endParaRPr lang="en-US" altLang="zh-TW" sz="2800" b="1" dirty="0">
              <a:ea typeface="新細明體" pitchFamily="18" charset="-120"/>
            </a:endParaRPr>
          </a:p>
          <a:p>
            <a:pPr marL="0" indent="0">
              <a:buNone/>
            </a:pPr>
            <a:r>
              <a:rPr lang="en-US" altLang="zh-TW" sz="1400" dirty="0"/>
              <a:t>!if </a:t>
            </a:r>
            <a:r>
              <a:rPr lang="en-US" altLang="zh-TW" sz="1400" dirty="0">
                <a:solidFill>
                  <a:srgbClr val="FF0000"/>
                </a:solidFill>
              </a:rPr>
              <a:t>gInsydeTokenSpaceGuid.PcdH2OBdsOemBadgingSupported == FALSE</a:t>
            </a:r>
            <a:br>
              <a:rPr lang="en-US" altLang="zh-TW" sz="1400" dirty="0">
                <a:solidFill>
                  <a:srgbClr val="FF0000"/>
                </a:solidFill>
              </a:rPr>
            </a:br>
            <a:r>
              <a:rPr lang="en-US" altLang="zh-TW" sz="1400" dirty="0"/>
              <a:t>$(FLASH_REGION_INSYDE_BOOT_LOGO_OFFSET)|$(FLASH_REGION_INSYDE_BOOT_LOGO_SIZE)</a:t>
            </a:r>
            <a:br>
              <a:rPr lang="en-US" altLang="zh-TW" sz="1400" dirty="0"/>
            </a:br>
            <a:r>
              <a:rPr lang="en-US" altLang="zh-TW" sz="1400" dirty="0"/>
              <a:t>Alignment = 4096</a:t>
            </a:r>
            <a:br>
              <a:rPr lang="en-US" altLang="zh-TW" sz="1400" dirty="0"/>
            </a:br>
            <a:r>
              <a:rPr lang="en-US" altLang="zh-TW" sz="1400" dirty="0"/>
              <a:t>Resize = Fixed</a:t>
            </a:r>
            <a:br>
              <a:rPr lang="en-US" altLang="zh-TW" sz="1400" dirty="0"/>
            </a:br>
            <a:r>
              <a:rPr lang="en-US" altLang="zh-TW" sz="1400" dirty="0" err="1"/>
              <a:t>RegionType</a:t>
            </a:r>
            <a:r>
              <a:rPr lang="en-US" altLang="zh-TW" sz="1400" dirty="0"/>
              <a:t> = gH2OFlashMapRegionLogoGuid | </a:t>
            </a:r>
            <a:r>
              <a:rPr lang="en-US" altLang="zh-TW" sz="1400" b="1" dirty="0">
                <a:solidFill>
                  <a:srgbClr val="FF0000"/>
                </a:solidFill>
              </a:rPr>
              <a:t>Logo (0, 0, 1, 1)</a:t>
            </a:r>
            <a:br>
              <a:rPr lang="en-US" altLang="zh-TW" sz="1400" dirty="0"/>
            </a:br>
            <a:r>
              <a:rPr lang="en-US" altLang="zh-TW" sz="1400" b="1" dirty="0">
                <a:solidFill>
                  <a:srgbClr val="FF0000"/>
                </a:solidFill>
              </a:rPr>
              <a:t>Boards = 0</a:t>
            </a:r>
            <a:br>
              <a:rPr lang="en-US" altLang="zh-TW" sz="1400" dirty="0"/>
            </a:br>
            <a:r>
              <a:rPr lang="en-US" altLang="zh-TW" sz="1400" dirty="0"/>
              <a:t>FILE = </a:t>
            </a:r>
            <a:r>
              <a:rPr lang="en-US" altLang="zh-TW" sz="1400" dirty="0" err="1"/>
              <a:t>InsydeModulePkg</a:t>
            </a:r>
            <a:r>
              <a:rPr lang="en-US" altLang="zh-TW" sz="1400" dirty="0"/>
              <a:t>/Universal/Console/Logo/</a:t>
            </a:r>
            <a:r>
              <a:rPr lang="en-US" altLang="zh-TW" sz="1400" dirty="0" err="1"/>
              <a:t>InsydeBoot</a:t>
            </a:r>
            <a:r>
              <a:rPr lang="en-US" altLang="zh-TW" sz="1400" dirty="0"/>
              <a:t>/InsydeBoot.jpg</a:t>
            </a:r>
            <a:br>
              <a:rPr lang="en-US" altLang="zh-TW" sz="1400" dirty="0"/>
            </a:br>
            <a:r>
              <a:rPr lang="en-US" altLang="zh-TW" sz="1400" dirty="0"/>
              <a:t>!endif</a:t>
            </a:r>
          </a:p>
          <a:p>
            <a:pPr marL="0" indent="0">
              <a:buNone/>
            </a:pPr>
            <a:endParaRPr lang="en-US" altLang="zh-TW" sz="1400" dirty="0"/>
          </a:p>
          <a:p>
            <a:pPr marL="0" indent="0">
              <a:buNone/>
            </a:pPr>
            <a:r>
              <a:rPr lang="en-US" altLang="zh-TW" sz="1400" dirty="0"/>
              <a:t>In this case, the Logo is shown at the left bottom corner, because the origin X and Y are 1. </a:t>
            </a:r>
            <a:endParaRPr lang="zh-TW" altLang="en-US" sz="1400" dirty="0"/>
          </a:p>
          <a:p>
            <a:endParaRPr lang="zh-TW" altLang="en-US" dirty="0"/>
          </a:p>
        </p:txBody>
      </p:sp>
      <p:sp>
        <p:nvSpPr>
          <p:cNvPr id="4" name="文字方塊 3">
            <a:extLst>
              <a:ext uri="{FF2B5EF4-FFF2-40B4-BE49-F238E27FC236}">
                <a16:creationId xmlns:a16="http://schemas.microsoft.com/office/drawing/2014/main" id="{6EC42EC4-FA5B-45FE-0C34-1F1671BDFBF5}"/>
              </a:ext>
            </a:extLst>
          </p:cNvPr>
          <p:cNvSpPr txBox="1"/>
          <p:nvPr/>
        </p:nvSpPr>
        <p:spPr>
          <a:xfrm>
            <a:off x="8442121" y="520511"/>
            <a:ext cx="3682767" cy="6186309"/>
          </a:xfrm>
          <a:prstGeom prst="rect">
            <a:avLst/>
          </a:prstGeom>
          <a:noFill/>
        </p:spPr>
        <p:txBody>
          <a:bodyPr wrap="square" rtlCol="0">
            <a:spAutoFit/>
          </a:bodyPr>
          <a:lstStyle/>
          <a:p>
            <a:pPr marL="0" indent="0">
              <a:buNone/>
            </a:pPr>
            <a:r>
              <a:rPr lang="pt-BR" altLang="zh-TW" sz="1200" b="1" dirty="0"/>
              <a:t>Logo initializer: Logo</a:t>
            </a:r>
            <a:r>
              <a:rPr lang="pt-BR" altLang="zh-TW" sz="1200" dirty="0"/>
              <a:t>(</a:t>
            </a:r>
            <a:r>
              <a:rPr lang="pt-BR" altLang="zh-TW" sz="1200" dirty="0">
                <a:solidFill>
                  <a:srgbClr val="FFC000"/>
                </a:solidFill>
              </a:rPr>
              <a:t>posX</a:t>
            </a:r>
            <a:r>
              <a:rPr lang="pt-BR" altLang="zh-TW" sz="1200" dirty="0"/>
              <a:t>, </a:t>
            </a:r>
            <a:r>
              <a:rPr lang="pt-BR" altLang="zh-TW" sz="1200" dirty="0">
                <a:solidFill>
                  <a:srgbClr val="FFC000"/>
                </a:solidFill>
              </a:rPr>
              <a:t>posY</a:t>
            </a:r>
            <a:r>
              <a:rPr lang="pt-BR" altLang="zh-TW" sz="1200" dirty="0"/>
              <a:t>, </a:t>
            </a:r>
            <a:r>
              <a:rPr lang="pt-BR" altLang="zh-TW" sz="1200" dirty="0">
                <a:solidFill>
                  <a:srgbClr val="92D050"/>
                </a:solidFill>
              </a:rPr>
              <a:t>originX</a:t>
            </a:r>
            <a:r>
              <a:rPr lang="pt-BR" altLang="zh-TW" sz="1200" dirty="0"/>
              <a:t>, </a:t>
            </a:r>
            <a:r>
              <a:rPr lang="pt-BR" altLang="zh-TW" sz="1200" dirty="0">
                <a:solidFill>
                  <a:srgbClr val="92D050"/>
                </a:solidFill>
              </a:rPr>
              <a:t>originY</a:t>
            </a:r>
            <a:r>
              <a:rPr lang="pt-BR" altLang="zh-TW" sz="1200" dirty="0"/>
              <a:t>[, </a:t>
            </a:r>
            <a:r>
              <a:rPr lang="pt-BR" altLang="zh-TW" sz="1200" dirty="0">
                <a:solidFill>
                  <a:srgbClr val="00B0F0"/>
                </a:solidFill>
              </a:rPr>
              <a:t>id</a:t>
            </a:r>
            <a:r>
              <a:rPr lang="pt-BR" altLang="zh-TW" sz="1200" dirty="0"/>
              <a:t>[, </a:t>
            </a:r>
            <a:r>
              <a:rPr lang="pt-BR" altLang="zh-TW" sz="1200" dirty="0">
                <a:solidFill>
                  <a:srgbClr val="00B0F0"/>
                </a:solidFill>
              </a:rPr>
              <a:t>format</a:t>
            </a:r>
            <a:r>
              <a:rPr lang="pt-BR" altLang="zh-TW" sz="1200" dirty="0"/>
              <a:t>]])</a:t>
            </a:r>
          </a:p>
          <a:p>
            <a:r>
              <a:rPr lang="pt-BR" altLang="zh-TW" sz="1200" i="1" dirty="0">
                <a:solidFill>
                  <a:srgbClr val="FFC000"/>
                </a:solidFill>
              </a:rPr>
              <a:t>posX</a:t>
            </a:r>
            <a:r>
              <a:rPr lang="pt-BR" altLang="zh-TW" sz="1200" dirty="0"/>
              <a:t>: </a:t>
            </a:r>
            <a:r>
              <a:rPr lang="en-US" altLang="zh-TW" sz="1200" dirty="0"/>
              <a:t>Integer that specifies the horizontal position of the logo, relative to the origin specified by </a:t>
            </a:r>
            <a:r>
              <a:rPr lang="en-US" altLang="zh-TW" sz="1200" dirty="0" err="1"/>
              <a:t>originX</a:t>
            </a:r>
            <a:r>
              <a:rPr lang="en-US" altLang="zh-TW" sz="1200" dirty="0"/>
              <a:t>. </a:t>
            </a:r>
          </a:p>
          <a:p>
            <a:r>
              <a:rPr lang="pt-BR" altLang="zh-TW" sz="1200" i="1" dirty="0">
                <a:solidFill>
                  <a:srgbClr val="FFC000"/>
                </a:solidFill>
              </a:rPr>
              <a:t>posY</a:t>
            </a:r>
            <a:r>
              <a:rPr lang="pt-BR" altLang="zh-TW" sz="1200" dirty="0"/>
              <a:t>: </a:t>
            </a:r>
            <a:r>
              <a:rPr lang="en-US" altLang="zh-TW" sz="1200" dirty="0"/>
              <a:t>Integer that specifies the vertical position of the logo, relative to the origin specified by origin. </a:t>
            </a:r>
          </a:p>
          <a:p>
            <a:r>
              <a:rPr lang="en-US" altLang="zh-TW" sz="1200" dirty="0"/>
              <a:t>Both</a:t>
            </a:r>
            <a:r>
              <a:rPr lang="pt-BR" altLang="zh-TW" sz="1200" dirty="0"/>
              <a:t> </a:t>
            </a:r>
            <a:r>
              <a:rPr lang="pt-BR" altLang="zh-TW" sz="1200" i="1" dirty="0"/>
              <a:t>posX</a:t>
            </a:r>
            <a:r>
              <a:rPr lang="pt-BR" altLang="zh-TW" sz="1200" dirty="0"/>
              <a:t> and </a:t>
            </a:r>
            <a:r>
              <a:rPr lang="pt-BR" altLang="zh-TW" sz="1200" i="1" dirty="0"/>
              <a:t>posY</a:t>
            </a:r>
            <a:r>
              <a:rPr lang="pt-BR" altLang="zh-TW" sz="1200" dirty="0"/>
              <a:t> are</a:t>
            </a:r>
            <a:r>
              <a:rPr lang="en-US" altLang="zh-TW" sz="1200" dirty="0"/>
              <a:t> optionally followed by a ‘%’ character, specifying that the position is a percentage of the total screen width.</a:t>
            </a:r>
          </a:p>
          <a:p>
            <a:r>
              <a:rPr lang="en-US" altLang="zh-TW" sz="1200" i="1" dirty="0" err="1">
                <a:solidFill>
                  <a:srgbClr val="92D050"/>
                </a:solidFill>
              </a:rPr>
              <a:t>originX</a:t>
            </a:r>
            <a:r>
              <a:rPr lang="en-US" altLang="zh-TW" sz="1200" dirty="0"/>
              <a:t>: Enumerated value that specifies the horizontal origin of the logo. 0 = left, 1 = right, 2 = center. Default value is 2. </a:t>
            </a:r>
          </a:p>
          <a:p>
            <a:r>
              <a:rPr lang="en-US" altLang="zh-TW" sz="1200" i="1" dirty="0" err="1">
                <a:solidFill>
                  <a:srgbClr val="92D050"/>
                </a:solidFill>
              </a:rPr>
              <a:t>originY</a:t>
            </a:r>
            <a:r>
              <a:rPr lang="en-US" altLang="zh-TW" sz="1200" dirty="0"/>
              <a:t>: Enumerated value that specifies the vertical origin of the logo. 0 = top, 1 = bottom, 2 = center. Default value is 2.</a:t>
            </a:r>
          </a:p>
          <a:p>
            <a:r>
              <a:rPr lang="en-US" altLang="zh-TW" sz="1200" i="1" dirty="0">
                <a:solidFill>
                  <a:srgbClr val="00B0F0"/>
                </a:solidFill>
              </a:rPr>
              <a:t>format</a:t>
            </a:r>
            <a:r>
              <a:rPr lang="en-US" altLang="zh-TW" sz="1200" dirty="0"/>
              <a:t>: Optional enumerated value that specifies the format of the logo. 0 = BMP, 1 = JPEG, 2 = GIF, 3 = PNG. If format is not specified, then the tool will attempt to determine the </a:t>
            </a:r>
            <a:r>
              <a:rPr lang="en-US" altLang="zh-TW" sz="1200" dirty="0" err="1"/>
              <a:t>fiel</a:t>
            </a:r>
            <a:r>
              <a:rPr lang="en-US" altLang="zh-TW" sz="1200" dirty="0"/>
              <a:t> type automatically</a:t>
            </a:r>
          </a:p>
          <a:p>
            <a:r>
              <a:rPr lang="en-US" altLang="zh-TW" sz="1200" i="1" dirty="0">
                <a:solidFill>
                  <a:srgbClr val="00B0F0"/>
                </a:solidFill>
              </a:rPr>
              <a:t>id</a:t>
            </a:r>
            <a:r>
              <a:rPr lang="en-US" altLang="zh-TW" sz="1200" dirty="0"/>
              <a:t>: Optional enumerated value that specifies the logo type. 0 = boot logo, 1 = CPU badge logo, 2 = chipset badge logo, 208-223 for silicon vendor and 224-255 = OEM. Default value is 0</a:t>
            </a:r>
          </a:p>
          <a:p>
            <a:endParaRPr lang="en-US" altLang="zh-TW" sz="1200" b="1" dirty="0"/>
          </a:p>
          <a:p>
            <a:r>
              <a:rPr lang="en-US" altLang="zh-TW" sz="1200" b="1" dirty="0"/>
              <a:t>Boards</a:t>
            </a:r>
            <a:r>
              <a:rPr lang="en-US" altLang="zh-TW" sz="1200" dirty="0"/>
              <a:t>: Support SKU ID. See [</a:t>
            </a:r>
            <a:r>
              <a:rPr lang="en-US" altLang="zh-TW" sz="1200" dirty="0" err="1"/>
              <a:t>SkuId</a:t>
            </a:r>
            <a:r>
              <a:rPr lang="en-US" altLang="zh-TW" sz="1200" dirty="0"/>
              <a:t>] in </a:t>
            </a:r>
            <a:r>
              <a:rPr lang="en-US" altLang="zh-TW" sz="1200" dirty="0" err="1"/>
              <a:t>Project.dsc</a:t>
            </a:r>
            <a:r>
              <a:rPr lang="en-US" altLang="zh-TW" sz="1200" dirty="0"/>
              <a:t>.</a:t>
            </a:r>
          </a:p>
          <a:p>
            <a:r>
              <a:rPr lang="en-US" altLang="zh-TW" sz="1200" dirty="0"/>
              <a:t>Example: </a:t>
            </a:r>
          </a:p>
          <a:p>
            <a:r>
              <a:rPr lang="en-US" altLang="zh-TW" sz="1200" dirty="0"/>
              <a:t>  1. Support all </a:t>
            </a:r>
            <a:r>
              <a:rPr lang="en-US" altLang="zh-TW" sz="1200" dirty="0" err="1"/>
              <a:t>SkuIds</a:t>
            </a:r>
            <a:r>
              <a:rPr lang="en-US" altLang="zh-TW" sz="1200" dirty="0"/>
              <a:t>: </a:t>
            </a:r>
          </a:p>
          <a:p>
            <a:r>
              <a:rPr lang="en-US" altLang="zh-TW" sz="1200" dirty="0"/>
              <a:t>    “</a:t>
            </a:r>
            <a:r>
              <a:rPr lang="en-US" altLang="zh-TW" sz="1200" dirty="0">
                <a:solidFill>
                  <a:srgbClr val="FF0000"/>
                </a:solidFill>
              </a:rPr>
              <a:t>Boards = 0</a:t>
            </a:r>
            <a:r>
              <a:rPr lang="en-US" altLang="zh-TW" sz="1200" dirty="0"/>
              <a:t>” or “</a:t>
            </a:r>
            <a:r>
              <a:rPr lang="en-US" altLang="zh-TW" sz="1200" dirty="0">
                <a:solidFill>
                  <a:srgbClr val="FF0000"/>
                </a:solidFill>
              </a:rPr>
              <a:t>Boards = Default</a:t>
            </a:r>
            <a:r>
              <a:rPr lang="en-US" altLang="zh-TW" sz="1200" dirty="0"/>
              <a:t>” </a:t>
            </a:r>
          </a:p>
          <a:p>
            <a:r>
              <a:rPr lang="en-US" altLang="zh-TW" sz="1200" dirty="0"/>
              <a:t>    or “</a:t>
            </a:r>
            <a:r>
              <a:rPr lang="en-US" altLang="zh-TW" sz="1200" dirty="0">
                <a:solidFill>
                  <a:srgbClr val="FF0000"/>
                </a:solidFill>
              </a:rPr>
              <a:t>No Boards identifier</a:t>
            </a:r>
            <a:r>
              <a:rPr lang="en-US" altLang="zh-TW" sz="1200" dirty="0"/>
              <a:t>”</a:t>
            </a:r>
          </a:p>
          <a:p>
            <a:r>
              <a:rPr lang="en-US" altLang="zh-TW" sz="1200" dirty="0"/>
              <a:t>  2. Fill Supported </a:t>
            </a:r>
            <a:r>
              <a:rPr lang="en-US" altLang="zh-TW" sz="1200" dirty="0" err="1"/>
              <a:t>SkuIds</a:t>
            </a:r>
            <a:r>
              <a:rPr lang="en-US" altLang="zh-TW" sz="1200" dirty="0"/>
              <a:t>:</a:t>
            </a:r>
          </a:p>
          <a:p>
            <a:r>
              <a:rPr lang="en-US" altLang="zh-TW" sz="1200" dirty="0"/>
              <a:t>    </a:t>
            </a:r>
            <a:r>
              <a:rPr lang="en-US" altLang="zh-TW" sz="1200" dirty="0">
                <a:solidFill>
                  <a:srgbClr val="FF0000"/>
                </a:solidFill>
              </a:rPr>
              <a:t>Boards = SkuId1 | SkuId2 | … | SkuId6</a:t>
            </a:r>
          </a:p>
          <a:p>
            <a:r>
              <a:rPr lang="en-US" altLang="zh-TW" sz="1200" dirty="0"/>
              <a:t>    Max support: 6 </a:t>
            </a:r>
            <a:r>
              <a:rPr lang="en-US" altLang="zh-TW" sz="1200" dirty="0" err="1"/>
              <a:t>SkuIds</a:t>
            </a:r>
            <a:r>
              <a:rPr lang="en-US" altLang="zh-TW" sz="1200" dirty="0"/>
              <a:t>.</a:t>
            </a:r>
          </a:p>
        </p:txBody>
      </p:sp>
      <p:pic>
        <p:nvPicPr>
          <p:cNvPr id="8" name="圖片 7" descr="一張含有 文字 的圖片&#10;&#10;自動產生的描述">
            <a:extLst>
              <a:ext uri="{FF2B5EF4-FFF2-40B4-BE49-F238E27FC236}">
                <a16:creationId xmlns:a16="http://schemas.microsoft.com/office/drawing/2014/main" id="{65A1C759-971F-1153-5C8F-FFC98D8FDF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84318" y="4221047"/>
            <a:ext cx="2929254" cy="2392510"/>
          </a:xfrm>
          <a:prstGeom prst="rect">
            <a:avLst/>
          </a:prstGeom>
        </p:spPr>
      </p:pic>
    </p:spTree>
    <p:extLst>
      <p:ext uri="{BB962C8B-B14F-4D97-AF65-F5344CB8AC3E}">
        <p14:creationId xmlns:p14="http://schemas.microsoft.com/office/powerpoint/2010/main" val="2995421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5CF7D70-4E3C-419C-A8EA-9842D88CF405}"/>
              </a:ext>
            </a:extLst>
          </p:cNvPr>
          <p:cNvSpPr>
            <a:spLocks noGrp="1"/>
          </p:cNvSpPr>
          <p:nvPr>
            <p:ph type="sldNum" sz="quarter" idx="12"/>
          </p:nvPr>
        </p:nvSpPr>
        <p:spPr/>
        <p:txBody>
          <a:bodyPr/>
          <a:lstStyle/>
          <a:p>
            <a:fld id="{711F1488-76AD-4E7F-AEC8-BF811B7D74A5}" type="slidenum">
              <a:rPr lang="en-US" smtClean="0"/>
              <a:pPr/>
              <a:t>19</a:t>
            </a:fld>
            <a:endParaRPr lang="en-US"/>
          </a:p>
        </p:txBody>
      </p:sp>
      <p:sp>
        <p:nvSpPr>
          <p:cNvPr id="3" name="標題 2">
            <a:extLst>
              <a:ext uri="{FF2B5EF4-FFF2-40B4-BE49-F238E27FC236}">
                <a16:creationId xmlns:a16="http://schemas.microsoft.com/office/drawing/2014/main" id="{8F8A4FC9-4886-4728-8F16-96DA3F161252}"/>
              </a:ext>
            </a:extLst>
          </p:cNvPr>
          <p:cNvSpPr>
            <a:spLocks noGrp="1"/>
          </p:cNvSpPr>
          <p:nvPr>
            <p:ph type="title"/>
          </p:nvPr>
        </p:nvSpPr>
        <p:spPr/>
        <p:txBody>
          <a:bodyPr/>
          <a:lstStyle/>
          <a:p>
            <a:r>
              <a:rPr lang="en-US" altLang="zh-TW" dirty="0"/>
              <a:t>Customization Steps</a:t>
            </a:r>
            <a:endParaRPr lang="zh-TW" altLang="en-US" dirty="0"/>
          </a:p>
        </p:txBody>
      </p:sp>
    </p:spTree>
    <p:extLst>
      <p:ext uri="{BB962C8B-B14F-4D97-AF65-F5344CB8AC3E}">
        <p14:creationId xmlns:p14="http://schemas.microsoft.com/office/powerpoint/2010/main" val="356936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E35C9E-6EFA-F34A-AA53-6A5468D31DD8}"/>
              </a:ext>
            </a:extLst>
          </p:cNvPr>
          <p:cNvSpPr>
            <a:spLocks noGrp="1"/>
          </p:cNvSpPr>
          <p:nvPr>
            <p:ph type="title"/>
          </p:nvPr>
        </p:nvSpPr>
        <p:spPr/>
        <p:txBody>
          <a:bodyPr/>
          <a:lstStyle/>
          <a:p>
            <a:r>
              <a:rPr lang="en-US" altLang="zh-TW" sz="4000" dirty="0"/>
              <a:t>Customization Steps Files</a:t>
            </a:r>
            <a:endParaRPr lang="zh-TW" altLang="en-US" dirty="0"/>
          </a:p>
        </p:txBody>
      </p:sp>
      <p:sp>
        <p:nvSpPr>
          <p:cNvPr id="3" name="內容版面配置區 2">
            <a:extLst>
              <a:ext uri="{FF2B5EF4-FFF2-40B4-BE49-F238E27FC236}">
                <a16:creationId xmlns:a16="http://schemas.microsoft.com/office/drawing/2014/main" id="{BD4E1199-66C2-5D4E-491C-8178D650CAF9}"/>
              </a:ext>
            </a:extLst>
          </p:cNvPr>
          <p:cNvSpPr>
            <a:spLocks noGrp="1"/>
          </p:cNvSpPr>
          <p:nvPr>
            <p:ph idx="1"/>
          </p:nvPr>
        </p:nvSpPr>
        <p:spPr/>
        <p:txBody>
          <a:bodyPr/>
          <a:lstStyle/>
          <a:p>
            <a:r>
              <a:rPr lang="en-US" altLang="zh-TW" dirty="0"/>
              <a:t>There are two methods to set Logo in build time.</a:t>
            </a:r>
          </a:p>
          <a:p>
            <a:pPr marL="914400" lvl="1" indent="-457200">
              <a:lnSpc>
                <a:spcPct val="200000"/>
              </a:lnSpc>
              <a:buFont typeface="+mj-lt"/>
              <a:buAutoNum type="arabicPeriod"/>
            </a:pPr>
            <a:r>
              <a:rPr lang="en-US" altLang="zh-TW" dirty="0" err="1"/>
              <a:t>OemBadgingSupportDxe</a:t>
            </a:r>
            <a:endParaRPr lang="en-US" altLang="zh-TW" dirty="0"/>
          </a:p>
          <a:p>
            <a:pPr lvl="2">
              <a:lnSpc>
                <a:spcPct val="100000"/>
              </a:lnSpc>
            </a:pPr>
            <a:r>
              <a:rPr lang="en-US" altLang="zh-TW" dirty="0"/>
              <a:t>Set </a:t>
            </a:r>
            <a:r>
              <a:rPr lang="en-US" altLang="zh-TW" dirty="0">
                <a:solidFill>
                  <a:srgbClr val="FF0000"/>
                </a:solidFill>
              </a:rPr>
              <a:t>gInsydeTokenSpaceGuid.PcdH2OBdsOemBadgingSupported </a:t>
            </a:r>
            <a:r>
              <a:rPr lang="en-US" altLang="zh-TW" dirty="0"/>
              <a:t>to TRUE in </a:t>
            </a:r>
            <a:r>
              <a:rPr lang="en-US" altLang="zh-TW" dirty="0" err="1"/>
              <a:t>Project.dsc</a:t>
            </a:r>
            <a:endParaRPr lang="en-US" altLang="zh-TW" dirty="0"/>
          </a:p>
          <a:p>
            <a:pPr lvl="2">
              <a:lnSpc>
                <a:spcPct val="100000"/>
              </a:lnSpc>
            </a:pPr>
            <a:r>
              <a:rPr lang="en-US" altLang="zh-TW" dirty="0"/>
              <a:t>Modify </a:t>
            </a:r>
            <a:r>
              <a:rPr lang="en-US" altLang="zh-TW" dirty="0" err="1"/>
              <a:t>OemBadgingSupportDxe</a:t>
            </a:r>
            <a:r>
              <a:rPr lang="en-US" altLang="zh-TW" dirty="0"/>
              <a:t> related file</a:t>
            </a:r>
          </a:p>
          <a:p>
            <a:pPr marL="914400" lvl="1" indent="-457200">
              <a:lnSpc>
                <a:spcPct val="200000"/>
              </a:lnSpc>
              <a:buFont typeface="+mj-lt"/>
              <a:buAutoNum type="arabicPeriod"/>
            </a:pPr>
            <a:r>
              <a:rPr lang="en-US" altLang="zh-TW" dirty="0"/>
              <a:t>Flash Device Map</a:t>
            </a:r>
          </a:p>
          <a:p>
            <a:pPr lvl="2">
              <a:lnSpc>
                <a:spcPct val="100000"/>
              </a:lnSpc>
            </a:pPr>
            <a:r>
              <a:rPr lang="en-US" altLang="zh-TW" dirty="0"/>
              <a:t>Set </a:t>
            </a:r>
            <a:r>
              <a:rPr lang="en-US" altLang="zh-TW" dirty="0">
                <a:solidFill>
                  <a:srgbClr val="FF0000"/>
                </a:solidFill>
              </a:rPr>
              <a:t>gInsydeTokenSpaceGuid.PcdH2OBdsOemBadgingSupported </a:t>
            </a:r>
            <a:r>
              <a:rPr lang="en-US" altLang="zh-TW" dirty="0"/>
              <a:t>to FALSE in </a:t>
            </a:r>
            <a:r>
              <a:rPr lang="en-US" altLang="zh-TW" dirty="0" err="1"/>
              <a:t>Project.dsc</a:t>
            </a:r>
            <a:endParaRPr lang="en-US" altLang="zh-TW" dirty="0"/>
          </a:p>
          <a:p>
            <a:pPr lvl="2">
              <a:lnSpc>
                <a:spcPct val="100000"/>
              </a:lnSpc>
            </a:pPr>
            <a:r>
              <a:rPr lang="en-US" altLang="zh-TW" dirty="0"/>
              <a:t>Modify </a:t>
            </a:r>
            <a:r>
              <a:rPr lang="en-US" altLang="zh-TW" sz="2000" dirty="0">
                <a:solidFill>
                  <a:srgbClr val="000000"/>
                </a:solidFill>
                <a:cs typeface="Tahoma" panose="020B0604030504040204" pitchFamily="34" charset="0"/>
              </a:rPr>
              <a:t>LOGO region in </a:t>
            </a:r>
            <a:r>
              <a:rPr lang="en-US" altLang="zh-TW" sz="2000" dirty="0" err="1">
                <a:solidFill>
                  <a:srgbClr val="000000"/>
                </a:solidFill>
                <a:cs typeface="Tahoma" panose="020B0604030504040204" pitchFamily="34" charset="0"/>
              </a:rPr>
              <a:t>Project.fdf</a:t>
            </a:r>
            <a:endParaRPr lang="en-US" altLang="zh-TW" dirty="0"/>
          </a:p>
        </p:txBody>
      </p:sp>
    </p:spTree>
    <p:extLst>
      <p:ext uri="{BB962C8B-B14F-4D97-AF65-F5344CB8AC3E}">
        <p14:creationId xmlns:p14="http://schemas.microsoft.com/office/powerpoint/2010/main" val="2158259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a:xfrm>
            <a:off x="328612" y="322729"/>
            <a:ext cx="11534775" cy="1075765"/>
          </a:xfrm>
        </p:spPr>
        <p:txBody>
          <a:bodyPr>
            <a:noAutofit/>
          </a:bodyPr>
          <a:lstStyle/>
          <a:p>
            <a:r>
              <a:rPr lang="en-US" altLang="zh-TW" dirty="0"/>
              <a:t>Customization Steps - </a:t>
            </a:r>
            <a:r>
              <a:rPr lang="en-US" altLang="zh-TW" dirty="0" err="1"/>
              <a:t>OemBadgingSupportDxe</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a:xfrm>
            <a:off x="838200" y="1398494"/>
            <a:ext cx="10515600" cy="4804343"/>
          </a:xfrm>
        </p:spPr>
        <p:txBody>
          <a:bodyPr>
            <a:normAutofit/>
          </a:bodyPr>
          <a:lstStyle/>
          <a:p>
            <a:pPr>
              <a:lnSpc>
                <a:spcPct val="100000"/>
              </a:lnSpc>
              <a:defRPr/>
            </a:pPr>
            <a:r>
              <a:rPr lang="en-US" altLang="zh-TW" sz="2400" dirty="0">
                <a:solidFill>
                  <a:srgbClr val="000000"/>
                </a:solidFill>
                <a:cs typeface="Tahoma" panose="020B0604030504040204" pitchFamily="34" charset="0"/>
              </a:rPr>
              <a:t>Step 1: Put your OEM logo at the project folder. </a:t>
            </a:r>
          </a:p>
          <a:p>
            <a:pPr marL="457200" lvl="1" indent="0">
              <a:lnSpc>
                <a:spcPct val="100000"/>
              </a:lnSpc>
              <a:buNone/>
              <a:defRPr/>
            </a:pPr>
            <a:r>
              <a:rPr lang="en-US" altLang="zh-TW" sz="2000" dirty="0">
                <a:solidFill>
                  <a:srgbClr val="00B050"/>
                </a:solidFill>
                <a:cs typeface="Tahoma" panose="020B0604030504040204" pitchFamily="34" charset="0"/>
              </a:rPr>
              <a:t>ex: Board/Intel/$(PROJECT_PKG)/Logo/OemLogo.bmp</a:t>
            </a:r>
          </a:p>
          <a:p>
            <a:pPr>
              <a:lnSpc>
                <a:spcPct val="100000"/>
              </a:lnSpc>
              <a:defRPr/>
            </a:pPr>
            <a:r>
              <a:rPr lang="en-US" altLang="zh-TW" sz="2400" dirty="0">
                <a:solidFill>
                  <a:srgbClr val="000000"/>
                </a:solidFill>
                <a:cs typeface="Tahoma" panose="020B0604030504040204" pitchFamily="34" charset="0"/>
              </a:rPr>
              <a:t>Step 2: Create a description in </a:t>
            </a:r>
            <a:r>
              <a:rPr lang="en-US" altLang="zh-TW" sz="2400" dirty="0" err="1">
                <a:solidFill>
                  <a:srgbClr val="000000"/>
                </a:solidFill>
                <a:cs typeface="Tahoma" panose="020B0604030504040204" pitchFamily="34" charset="0"/>
              </a:rPr>
              <a:t>Project.fdf</a:t>
            </a:r>
            <a:r>
              <a:rPr lang="en-US" altLang="zh-TW" sz="2400" dirty="0">
                <a:solidFill>
                  <a:srgbClr val="000000"/>
                </a:solidFill>
                <a:cs typeface="Tahoma" panose="020B0604030504040204" pitchFamily="34" charset="0"/>
              </a:rPr>
              <a:t>.</a:t>
            </a:r>
          </a:p>
          <a:p>
            <a:pPr marL="457200" lvl="1" indent="0">
              <a:lnSpc>
                <a:spcPct val="100000"/>
              </a:lnSpc>
              <a:buNone/>
              <a:defRPr/>
            </a:pPr>
            <a:r>
              <a:rPr lang="en-US" altLang="zh-TW" sz="2000" dirty="0">
                <a:solidFill>
                  <a:srgbClr val="00B050"/>
                </a:solidFill>
                <a:cs typeface="Tahoma" panose="020B0604030504040204" pitchFamily="34" charset="0"/>
              </a:rPr>
              <a:t>ex:  FILE FREEFORM = </a:t>
            </a:r>
            <a:r>
              <a:rPr lang="en-US" altLang="zh-TW" sz="2000" u="sng" dirty="0">
                <a:solidFill>
                  <a:srgbClr val="00B050"/>
                </a:solidFill>
                <a:cs typeface="Tahoma" panose="020B0604030504040204" pitchFamily="34" charset="0"/>
              </a:rPr>
              <a:t>$(GUID) </a:t>
            </a:r>
            <a:r>
              <a:rPr lang="en-US" altLang="zh-TW" sz="2000" dirty="0">
                <a:solidFill>
                  <a:srgbClr val="00B050"/>
                </a:solidFill>
                <a:cs typeface="Tahoma" panose="020B0604030504040204" pitchFamily="34" charset="0"/>
              </a:rPr>
              <a:t>{</a:t>
            </a:r>
          </a:p>
          <a:p>
            <a:pPr marL="457200" lvl="1" indent="0">
              <a:lnSpc>
                <a:spcPct val="100000"/>
              </a:lnSpc>
              <a:buNone/>
              <a:defRPr/>
            </a:pPr>
            <a:r>
              <a:rPr lang="en-US" altLang="zh-TW" sz="2000" dirty="0">
                <a:solidFill>
                  <a:srgbClr val="00B050"/>
                </a:solidFill>
                <a:cs typeface="Tahoma" panose="020B0604030504040204" pitchFamily="34" charset="0"/>
              </a:rPr>
              <a:t>	SECTION RAW = $(PROJECT_PKG)/Logo/OemLogo.bmp</a:t>
            </a:r>
          </a:p>
          <a:p>
            <a:pPr marL="457200" lvl="1" indent="0">
              <a:lnSpc>
                <a:spcPct val="100000"/>
              </a:lnSpc>
              <a:buNone/>
              <a:defRPr/>
            </a:pPr>
            <a:r>
              <a:rPr lang="en-US" altLang="zh-TW" sz="2000" dirty="0">
                <a:solidFill>
                  <a:srgbClr val="00B050"/>
                </a:solidFill>
                <a:cs typeface="Tahoma" panose="020B0604030504040204" pitchFamily="34" charset="0"/>
              </a:rPr>
              <a:t>}</a:t>
            </a:r>
          </a:p>
          <a:p>
            <a:pPr>
              <a:lnSpc>
                <a:spcPct val="100000"/>
              </a:lnSpc>
              <a:defRPr/>
            </a:pPr>
            <a:r>
              <a:rPr lang="en-US" altLang="zh-TW" sz="2400" dirty="0">
                <a:solidFill>
                  <a:srgbClr val="000000"/>
                </a:solidFill>
                <a:cs typeface="Tahoma" panose="020B0604030504040204" pitchFamily="34" charset="0"/>
              </a:rPr>
              <a:t>Step 3: Copy the </a:t>
            </a:r>
            <a:r>
              <a:rPr lang="en-US" altLang="zh-TW" sz="2400" dirty="0" err="1">
                <a:solidFill>
                  <a:srgbClr val="000000"/>
                </a:solidFill>
                <a:cs typeface="Tahoma" panose="020B0604030504040204" pitchFamily="34" charset="0"/>
              </a:rPr>
              <a:t>OemSvcChangeDefaultLogoImage.c</a:t>
            </a:r>
            <a:r>
              <a:rPr lang="en-US" altLang="zh-TW" sz="2400" dirty="0">
                <a:solidFill>
                  <a:srgbClr val="000000"/>
                </a:solidFill>
                <a:cs typeface="Tahoma" panose="020B0604030504040204" pitchFamily="34" charset="0"/>
              </a:rPr>
              <a:t> from</a:t>
            </a:r>
            <a:r>
              <a:rPr lang="zh-TW" altLang="en-US" sz="2400" dirty="0">
                <a:solidFill>
                  <a:srgbClr val="000000"/>
                </a:solidFill>
                <a:cs typeface="Tahoma" panose="020B0604030504040204" pitchFamily="34" charset="0"/>
              </a:rPr>
              <a:t> </a:t>
            </a:r>
            <a:r>
              <a:rPr lang="en-US" altLang="zh-TW" sz="2400" dirty="0" err="1">
                <a:solidFill>
                  <a:schemeClr val="accent2"/>
                </a:solidFill>
                <a:cs typeface="Tahoma" panose="020B0604030504040204" pitchFamily="34" charset="0"/>
              </a:rPr>
              <a:t>InsydeOemServicesPkg</a:t>
            </a:r>
            <a:r>
              <a:rPr lang="en-US" altLang="zh-TW" sz="2400" dirty="0">
                <a:solidFill>
                  <a:schemeClr val="accent2"/>
                </a:solidFill>
                <a:cs typeface="Tahoma" panose="020B0604030504040204" pitchFamily="34" charset="0"/>
              </a:rPr>
              <a:t> </a:t>
            </a:r>
            <a:r>
              <a:rPr lang="en-US" altLang="zh-TW" sz="2400" dirty="0">
                <a:solidFill>
                  <a:srgbClr val="000000"/>
                </a:solidFill>
                <a:cs typeface="Tahoma" panose="020B0604030504040204" pitchFamily="34" charset="0"/>
              </a:rPr>
              <a:t>to the</a:t>
            </a:r>
            <a:r>
              <a:rPr lang="zh-TW" altLang="en-US" sz="2400" dirty="0">
                <a:solidFill>
                  <a:srgbClr val="000000"/>
                </a:solidFill>
                <a:cs typeface="Tahoma" panose="020B0604030504040204" pitchFamily="34" charset="0"/>
              </a:rPr>
              <a:t> </a:t>
            </a:r>
            <a:r>
              <a:rPr lang="en-US" altLang="zh-TW" sz="2400" dirty="0">
                <a:solidFill>
                  <a:schemeClr val="accent2"/>
                </a:solidFill>
                <a:cs typeface="Tahoma" panose="020B0604030504040204" pitchFamily="34" charset="0"/>
              </a:rPr>
              <a:t>Board/Intel/$(PROJECT_PKG)/Library/</a:t>
            </a:r>
            <a:r>
              <a:rPr lang="en-US" altLang="zh-TW" sz="2400" dirty="0" err="1">
                <a:solidFill>
                  <a:schemeClr val="accent2"/>
                </a:solidFill>
                <a:cs typeface="Tahoma" panose="020B0604030504040204" pitchFamily="34" charset="0"/>
              </a:rPr>
              <a:t>DxeOemSvcKernelLib</a:t>
            </a:r>
            <a:endParaRPr lang="en-US" altLang="zh-TW" sz="2400" dirty="0">
              <a:solidFill>
                <a:schemeClr val="accent2"/>
              </a:solidFill>
              <a:cs typeface="Tahoma" panose="020B0604030504040204" pitchFamily="34" charset="0"/>
            </a:endParaRPr>
          </a:p>
        </p:txBody>
      </p:sp>
    </p:spTree>
    <p:extLst>
      <p:ext uri="{BB962C8B-B14F-4D97-AF65-F5344CB8AC3E}">
        <p14:creationId xmlns:p14="http://schemas.microsoft.com/office/powerpoint/2010/main" val="21523316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a:xfrm>
            <a:off x="314325" y="322729"/>
            <a:ext cx="11563350" cy="1075765"/>
          </a:xfrm>
        </p:spPr>
        <p:txBody>
          <a:bodyPr>
            <a:noAutofit/>
          </a:bodyPr>
          <a:lstStyle/>
          <a:p>
            <a:r>
              <a:rPr lang="en-US" altLang="zh-TW" dirty="0"/>
              <a:t>Customization Steps - </a:t>
            </a:r>
            <a:r>
              <a:rPr lang="en-US" altLang="zh-TW" dirty="0" err="1"/>
              <a:t>OemBadgingSupportDxe</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a:xfrm>
            <a:off x="838200" y="1398494"/>
            <a:ext cx="11020720" cy="4804343"/>
          </a:xfrm>
        </p:spPr>
        <p:txBody>
          <a:bodyPr>
            <a:noAutofit/>
          </a:bodyPr>
          <a:lstStyle/>
          <a:p>
            <a:pPr>
              <a:lnSpc>
                <a:spcPct val="100000"/>
              </a:lnSpc>
              <a:defRPr/>
            </a:pPr>
            <a:r>
              <a:rPr lang="en-US" altLang="zh-TW" sz="2400" dirty="0">
                <a:solidFill>
                  <a:srgbClr val="000000"/>
                </a:solidFill>
                <a:cs typeface="Tahoma" panose="020B0604030504040204" pitchFamily="34" charset="0"/>
              </a:rPr>
              <a:t>Step 4: Add a “</a:t>
            </a:r>
            <a:r>
              <a:rPr lang="en-US" altLang="zh-TW" sz="2400" dirty="0" err="1">
                <a:cs typeface="Tahoma" panose="020B0604030504040204" pitchFamily="34" charset="0"/>
              </a:rPr>
              <a:t>OemSvcChangeDefaultLogoImage.c</a:t>
            </a:r>
            <a:r>
              <a:rPr lang="en-US" altLang="zh-TW" sz="2400" dirty="0">
                <a:solidFill>
                  <a:srgbClr val="000000"/>
                </a:solidFill>
                <a:cs typeface="Tahoma" panose="020B0604030504040204" pitchFamily="34" charset="0"/>
              </a:rPr>
              <a:t>” at </a:t>
            </a:r>
            <a:r>
              <a:rPr lang="en-US" altLang="zh-TW" sz="2400" dirty="0">
                <a:cs typeface="Tahoma" panose="020B0604030504040204" pitchFamily="34" charset="0"/>
              </a:rPr>
              <a:t>[Sources] </a:t>
            </a:r>
            <a:r>
              <a:rPr lang="en-US" altLang="zh-TW" sz="2400" dirty="0">
                <a:solidFill>
                  <a:srgbClr val="000000"/>
                </a:solidFill>
                <a:cs typeface="Tahoma" panose="020B0604030504040204" pitchFamily="34" charset="0"/>
              </a:rPr>
              <a:t>section on</a:t>
            </a:r>
            <a:r>
              <a:rPr lang="zh-TW" altLang="en-US" sz="2400" dirty="0">
                <a:solidFill>
                  <a:srgbClr val="000000"/>
                </a:solidFill>
                <a:cs typeface="Tahoma" panose="020B0604030504040204" pitchFamily="34" charset="0"/>
              </a:rPr>
              <a:t> </a:t>
            </a:r>
            <a:r>
              <a:rPr lang="en-US" altLang="zh-TW" sz="2400" dirty="0">
                <a:solidFill>
                  <a:schemeClr val="accent2"/>
                </a:solidFill>
                <a:cs typeface="Tahoma" panose="020B0604030504040204" pitchFamily="34" charset="0"/>
              </a:rPr>
              <a:t>DxeOemSvcKernelLib.inf</a:t>
            </a:r>
          </a:p>
          <a:p>
            <a:pPr>
              <a:lnSpc>
                <a:spcPct val="100000"/>
              </a:lnSpc>
              <a:defRPr/>
            </a:pPr>
            <a:r>
              <a:rPr lang="en-US" altLang="zh-TW" sz="2400" dirty="0">
                <a:solidFill>
                  <a:srgbClr val="000000"/>
                </a:solidFill>
                <a:cs typeface="Tahoma" panose="020B0604030504040204" pitchFamily="34" charset="0"/>
              </a:rPr>
              <a:t>Step 5: Change </a:t>
            </a:r>
            <a:r>
              <a:rPr lang="en-US" altLang="zh-TW" sz="2400" dirty="0" err="1">
                <a:solidFill>
                  <a:srgbClr val="000000"/>
                </a:solidFill>
                <a:cs typeface="Tahoma" panose="020B0604030504040204" pitchFamily="34" charset="0"/>
              </a:rPr>
              <a:t>LibraryInstance</a:t>
            </a:r>
            <a:r>
              <a:rPr lang="en-US" altLang="zh-TW" sz="2400" dirty="0">
                <a:solidFill>
                  <a:srgbClr val="000000"/>
                </a:solidFill>
                <a:cs typeface="Tahoma" panose="020B0604030504040204" pitchFamily="34" charset="0"/>
              </a:rPr>
              <a:t> description for </a:t>
            </a:r>
            <a:r>
              <a:rPr lang="en-US" altLang="zh-TW" sz="2400" dirty="0" err="1">
                <a:solidFill>
                  <a:srgbClr val="000000"/>
                </a:solidFill>
                <a:cs typeface="Tahoma" panose="020B0604030504040204" pitchFamily="34" charset="0"/>
              </a:rPr>
              <a:t>BadgingSupportLib</a:t>
            </a:r>
            <a:r>
              <a:rPr lang="en-US" altLang="zh-TW" sz="2400" dirty="0">
                <a:solidFill>
                  <a:srgbClr val="000000"/>
                </a:solidFill>
                <a:cs typeface="Tahoma" panose="020B0604030504040204" pitchFamily="34" charset="0"/>
              </a:rPr>
              <a:t>, under </a:t>
            </a:r>
            <a:r>
              <a:rPr lang="en-US" altLang="zh-TW" sz="2400" dirty="0" err="1">
                <a:solidFill>
                  <a:schemeClr val="accent1"/>
                </a:solidFill>
                <a:cs typeface="Tahoma" panose="020B0604030504040204" pitchFamily="34" charset="0"/>
              </a:rPr>
              <a:t>Project.dsc</a:t>
            </a:r>
            <a:r>
              <a:rPr lang="en-US" altLang="zh-TW" sz="2400" dirty="0">
                <a:solidFill>
                  <a:schemeClr val="accent1"/>
                </a:solidFill>
                <a:cs typeface="Tahoma" panose="020B0604030504040204" pitchFamily="34" charset="0"/>
              </a:rPr>
              <a:t> </a:t>
            </a:r>
          </a:p>
          <a:p>
            <a:pPr marL="0" indent="0">
              <a:lnSpc>
                <a:spcPct val="100000"/>
              </a:lnSpc>
              <a:buNone/>
              <a:defRPr/>
            </a:pPr>
            <a:r>
              <a:rPr lang="en-US" altLang="zh-TW" sz="1600" dirty="0">
                <a:solidFill>
                  <a:schemeClr val="accent1"/>
                </a:solidFill>
                <a:cs typeface="Tahoma" panose="020B0604030504040204" pitchFamily="34" charset="0"/>
              </a:rPr>
              <a:t>Example:</a:t>
            </a:r>
          </a:p>
          <a:p>
            <a:pPr marL="0" indent="0">
              <a:lnSpc>
                <a:spcPct val="100000"/>
              </a:lnSpc>
              <a:buNone/>
              <a:defRPr/>
            </a:pPr>
            <a:r>
              <a:rPr lang="en-US" altLang="zh-TW" sz="1600" dirty="0">
                <a:solidFill>
                  <a:schemeClr val="accent1"/>
                </a:solidFill>
                <a:cs typeface="Tahoma" panose="020B0604030504040204" pitchFamily="34" charset="0"/>
              </a:rPr>
              <a:t>[</a:t>
            </a:r>
            <a:r>
              <a:rPr lang="en-US" altLang="zh-TW" sz="1600" dirty="0" err="1">
                <a:solidFill>
                  <a:schemeClr val="accent1"/>
                </a:solidFill>
                <a:cs typeface="Tahoma" panose="020B0604030504040204" pitchFamily="34" charset="0"/>
              </a:rPr>
              <a:t>LibraryClasses.common.DXE_DRIVER</a:t>
            </a:r>
            <a:r>
              <a:rPr lang="en-US" altLang="zh-TW" sz="1600" dirty="0">
                <a:solidFill>
                  <a:schemeClr val="accent1"/>
                </a:solidFill>
                <a:cs typeface="Tahoma" panose="020B0604030504040204" pitchFamily="34" charset="0"/>
              </a:rPr>
              <a:t>]</a:t>
            </a:r>
          </a:p>
          <a:p>
            <a:pPr marL="0" indent="0">
              <a:lnSpc>
                <a:spcPct val="100000"/>
              </a:lnSpc>
              <a:buNone/>
              <a:defRPr/>
            </a:pPr>
            <a:r>
              <a:rPr lang="en-US" altLang="zh-TW" sz="1600" dirty="0">
                <a:solidFill>
                  <a:schemeClr val="accent1"/>
                </a:solidFill>
                <a:cs typeface="Tahoma" panose="020B0604030504040204" pitchFamily="34" charset="0"/>
              </a:rPr>
              <a:t> </a:t>
            </a:r>
            <a:r>
              <a:rPr lang="en-US" altLang="zh-TW" sz="1600" dirty="0">
                <a:solidFill>
                  <a:srgbClr val="FF0000"/>
                </a:solidFill>
                <a:cs typeface="Tahoma" panose="020B0604030504040204" pitchFamily="34" charset="0"/>
              </a:rPr>
              <a:t> !disable </a:t>
            </a:r>
            <a:r>
              <a:rPr lang="en-US" altLang="zh-TW" sz="1600" dirty="0" err="1">
                <a:solidFill>
                  <a:schemeClr val="accent1"/>
                </a:solidFill>
                <a:cs typeface="Tahoma" panose="020B0604030504040204" pitchFamily="34" charset="0"/>
              </a:rPr>
              <a:t>BadgingSupportLib|InsydeModulePkg</a:t>
            </a:r>
            <a:r>
              <a:rPr lang="en-US" altLang="zh-TW" sz="1600" dirty="0">
                <a:solidFill>
                  <a:schemeClr val="accent1"/>
                </a:solidFill>
                <a:cs typeface="Tahoma" panose="020B0604030504040204" pitchFamily="34" charset="0"/>
              </a:rPr>
              <a:t>/Library/</a:t>
            </a:r>
            <a:r>
              <a:rPr lang="en-US" altLang="zh-TW" sz="1600" dirty="0" err="1">
                <a:solidFill>
                  <a:schemeClr val="accent1"/>
                </a:solidFill>
                <a:cs typeface="Tahoma" panose="020B0604030504040204" pitchFamily="34" charset="0"/>
              </a:rPr>
              <a:t>CommonPlatformLib</a:t>
            </a:r>
            <a:r>
              <a:rPr lang="en-US" altLang="zh-TW" sz="1600" dirty="0">
                <a:solidFill>
                  <a:schemeClr val="accent1"/>
                </a:solidFill>
                <a:cs typeface="Tahoma" panose="020B0604030504040204" pitchFamily="34" charset="0"/>
              </a:rPr>
              <a:t>/</a:t>
            </a:r>
            <a:r>
              <a:rPr lang="en-US" altLang="zh-TW" sz="1600" dirty="0" err="1">
                <a:solidFill>
                  <a:schemeClr val="accent1"/>
                </a:solidFill>
                <a:cs typeface="Tahoma" panose="020B0604030504040204" pitchFamily="34" charset="0"/>
              </a:rPr>
              <a:t>BadgingSupportLib</a:t>
            </a:r>
            <a:r>
              <a:rPr lang="en-US" altLang="zh-TW" sz="1600" dirty="0">
                <a:solidFill>
                  <a:schemeClr val="accent1"/>
                </a:solidFill>
                <a:cs typeface="Tahoma" panose="020B0604030504040204" pitchFamily="34" charset="0"/>
              </a:rPr>
              <a:t>/BadgingSupportLib.inf</a:t>
            </a:r>
          </a:p>
          <a:p>
            <a:pPr marL="0" indent="0">
              <a:lnSpc>
                <a:spcPct val="100000"/>
              </a:lnSpc>
              <a:buNone/>
              <a:defRPr/>
            </a:pPr>
            <a:r>
              <a:rPr lang="en-US" altLang="zh-TW" sz="1600" dirty="0">
                <a:solidFill>
                  <a:schemeClr val="accent1"/>
                </a:solidFill>
                <a:cs typeface="Tahoma" panose="020B0604030504040204" pitchFamily="34" charset="0"/>
              </a:rPr>
              <a:t>  </a:t>
            </a:r>
            <a:r>
              <a:rPr lang="en-US" altLang="zh-TW" sz="1600" dirty="0" err="1">
                <a:solidFill>
                  <a:srgbClr val="00B050"/>
                </a:solidFill>
                <a:cs typeface="Tahoma" panose="020B0604030504040204" pitchFamily="34" charset="0"/>
              </a:rPr>
              <a:t>BadgingSupportLib</a:t>
            </a:r>
            <a:r>
              <a:rPr lang="en-US" altLang="zh-TW" sz="1600" dirty="0">
                <a:solidFill>
                  <a:srgbClr val="00B050"/>
                </a:solidFill>
                <a:cs typeface="Tahoma" panose="020B0604030504040204" pitchFamily="34" charset="0"/>
              </a:rPr>
              <a:t> | </a:t>
            </a:r>
            <a:r>
              <a:rPr lang="en-US" altLang="zh-TW" sz="1600" dirty="0" err="1">
                <a:solidFill>
                  <a:srgbClr val="00B050"/>
                </a:solidFill>
                <a:cs typeface="Tahoma" panose="020B0604030504040204" pitchFamily="34" charset="0"/>
              </a:rPr>
              <a:t>InsydeModulePkg</a:t>
            </a:r>
            <a:r>
              <a:rPr lang="en-US" altLang="zh-TW" sz="1600" dirty="0">
                <a:solidFill>
                  <a:srgbClr val="00B050"/>
                </a:solidFill>
                <a:cs typeface="Tahoma" panose="020B0604030504040204" pitchFamily="34" charset="0"/>
              </a:rPr>
              <a:t>/Library/</a:t>
            </a:r>
            <a:r>
              <a:rPr lang="en-US" altLang="zh-TW" sz="1600" dirty="0" err="1">
                <a:solidFill>
                  <a:srgbClr val="00B050"/>
                </a:solidFill>
                <a:cs typeface="Tahoma" panose="020B0604030504040204" pitchFamily="34" charset="0"/>
              </a:rPr>
              <a:t>CommonPlatformLib</a:t>
            </a:r>
            <a:r>
              <a:rPr lang="en-US" altLang="zh-TW" sz="1600" dirty="0">
                <a:solidFill>
                  <a:srgbClr val="00B050"/>
                </a:solidFill>
                <a:cs typeface="Tahoma" panose="020B0604030504040204" pitchFamily="34" charset="0"/>
              </a:rPr>
              <a:t>/</a:t>
            </a:r>
            <a:r>
              <a:rPr lang="en-US" altLang="zh-TW" sz="1600" dirty="0" err="1">
                <a:solidFill>
                  <a:srgbClr val="00B050"/>
                </a:solidFill>
                <a:cs typeface="Tahoma" panose="020B0604030504040204" pitchFamily="34" charset="0"/>
              </a:rPr>
              <a:t>BadgingSupportLib</a:t>
            </a:r>
            <a:r>
              <a:rPr lang="en-US" altLang="zh-TW" sz="1600" dirty="0">
                <a:solidFill>
                  <a:srgbClr val="00B050"/>
                </a:solidFill>
                <a:cs typeface="Tahoma" panose="020B0604030504040204" pitchFamily="34" charset="0"/>
              </a:rPr>
              <a:t>/BadgingSupportLib.inf {</a:t>
            </a:r>
          </a:p>
          <a:p>
            <a:pPr marL="0" indent="0">
              <a:lnSpc>
                <a:spcPct val="100000"/>
              </a:lnSpc>
              <a:buNone/>
              <a:defRPr/>
            </a:pPr>
            <a:r>
              <a:rPr lang="en-US" altLang="zh-TW" sz="1600" dirty="0">
                <a:solidFill>
                  <a:srgbClr val="00B050"/>
                </a:solidFill>
                <a:cs typeface="Tahoma" panose="020B0604030504040204" pitchFamily="34" charset="0"/>
              </a:rPr>
              <a:t>    &lt;</a:t>
            </a:r>
            <a:r>
              <a:rPr lang="en-US" altLang="zh-TW" sz="1600" dirty="0" err="1">
                <a:solidFill>
                  <a:srgbClr val="00B050"/>
                </a:solidFill>
                <a:cs typeface="Tahoma" panose="020B0604030504040204" pitchFamily="34" charset="0"/>
              </a:rPr>
              <a:t>LibraryClasses</a:t>
            </a:r>
            <a:r>
              <a:rPr lang="en-US" altLang="zh-TW" sz="1600" dirty="0">
                <a:solidFill>
                  <a:srgbClr val="00B050"/>
                </a:solidFill>
                <a:cs typeface="Tahoma" panose="020B0604030504040204" pitchFamily="34" charset="0"/>
              </a:rPr>
              <a:t>&gt;</a:t>
            </a:r>
          </a:p>
          <a:p>
            <a:pPr marL="0" indent="0">
              <a:lnSpc>
                <a:spcPct val="100000"/>
              </a:lnSpc>
              <a:buNone/>
              <a:defRPr/>
            </a:pPr>
            <a:r>
              <a:rPr lang="en-US" altLang="zh-TW" sz="1600" dirty="0">
                <a:solidFill>
                  <a:srgbClr val="00B050"/>
                </a:solidFill>
                <a:cs typeface="Tahoma" panose="020B0604030504040204" pitchFamily="34" charset="0"/>
              </a:rPr>
              <a:t>      </a:t>
            </a:r>
            <a:r>
              <a:rPr lang="en-US" altLang="zh-TW" sz="1600" dirty="0" err="1">
                <a:solidFill>
                  <a:srgbClr val="00B050"/>
                </a:solidFill>
                <a:cs typeface="Tahoma" panose="020B0604030504040204" pitchFamily="34" charset="0"/>
              </a:rPr>
              <a:t>DxeOemSvcKernelLibDefault</a:t>
            </a:r>
            <a:r>
              <a:rPr lang="en-US" altLang="zh-TW" sz="1600" dirty="0">
                <a:solidFill>
                  <a:srgbClr val="00B050"/>
                </a:solidFill>
                <a:cs typeface="Tahoma" panose="020B0604030504040204" pitchFamily="34" charset="0"/>
              </a:rPr>
              <a:t> | $(PROJECT_PKG)/Library/</a:t>
            </a:r>
            <a:r>
              <a:rPr lang="en-US" altLang="zh-TW" sz="1600" dirty="0" err="1">
                <a:solidFill>
                  <a:srgbClr val="00B050"/>
                </a:solidFill>
                <a:cs typeface="Tahoma" panose="020B0604030504040204" pitchFamily="34" charset="0"/>
              </a:rPr>
              <a:t>DxeOemSvcKernelLib</a:t>
            </a:r>
            <a:r>
              <a:rPr lang="en-US" altLang="zh-TW" sz="1600" dirty="0">
                <a:solidFill>
                  <a:srgbClr val="00B050"/>
                </a:solidFill>
                <a:cs typeface="Tahoma" panose="020B0604030504040204" pitchFamily="34" charset="0"/>
              </a:rPr>
              <a:t>/DxeOemSvcKernelLib.inf</a:t>
            </a:r>
          </a:p>
          <a:p>
            <a:pPr marL="0" indent="0">
              <a:lnSpc>
                <a:spcPct val="100000"/>
              </a:lnSpc>
              <a:buNone/>
              <a:defRPr/>
            </a:pPr>
            <a:r>
              <a:rPr lang="en-US" altLang="zh-TW" sz="1600" dirty="0">
                <a:solidFill>
                  <a:srgbClr val="00B050"/>
                </a:solidFill>
                <a:cs typeface="Tahoma" panose="020B0604030504040204" pitchFamily="34" charset="0"/>
              </a:rPr>
              <a:t>  }</a:t>
            </a:r>
          </a:p>
        </p:txBody>
      </p:sp>
    </p:spTree>
    <p:extLst>
      <p:ext uri="{BB962C8B-B14F-4D97-AF65-F5344CB8AC3E}">
        <p14:creationId xmlns:p14="http://schemas.microsoft.com/office/powerpoint/2010/main" val="2533405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a:xfrm>
            <a:off x="309562" y="322729"/>
            <a:ext cx="11572875" cy="1075765"/>
          </a:xfrm>
        </p:spPr>
        <p:txBody>
          <a:bodyPr>
            <a:noAutofit/>
          </a:bodyPr>
          <a:lstStyle/>
          <a:p>
            <a:r>
              <a:rPr lang="en-US" altLang="zh-TW" dirty="0"/>
              <a:t>Customization Steps - </a:t>
            </a:r>
            <a:r>
              <a:rPr lang="en-US" altLang="zh-TW" dirty="0" err="1"/>
              <a:t>OemBadgingSupportDxe</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p:txBody>
          <a:bodyPr>
            <a:normAutofit fontScale="92500" lnSpcReduction="10000"/>
          </a:bodyPr>
          <a:lstStyle/>
          <a:p>
            <a:pPr>
              <a:lnSpc>
                <a:spcPct val="100000"/>
              </a:lnSpc>
              <a:defRPr/>
            </a:pPr>
            <a:r>
              <a:rPr lang="en-US" altLang="zh-TW" sz="1800" dirty="0">
                <a:solidFill>
                  <a:srgbClr val="000000"/>
                </a:solidFill>
                <a:cs typeface="Tahoma" panose="020B0604030504040204" pitchFamily="34" charset="0"/>
              </a:rPr>
              <a:t>Step 6: Modify the </a:t>
            </a:r>
            <a:r>
              <a:rPr lang="en-US" altLang="zh-TW" sz="1800" dirty="0" err="1">
                <a:solidFill>
                  <a:srgbClr val="000000"/>
                </a:solidFill>
                <a:cs typeface="Tahoma" panose="020B0604030504040204" pitchFamily="34" charset="0"/>
              </a:rPr>
              <a:t>OemSvcChangeDefaultLogoImage.c</a:t>
            </a:r>
            <a:r>
              <a:rPr lang="en-US" altLang="zh-TW" sz="1800" dirty="0">
                <a:solidFill>
                  <a:srgbClr val="000000"/>
                </a:solidFill>
                <a:cs typeface="Tahoma" panose="020B0604030504040204" pitchFamily="34" charset="0"/>
              </a:rPr>
              <a:t> in $(PROJECT_PKG)</a:t>
            </a:r>
          </a:p>
          <a:p>
            <a:pPr marL="457200" lvl="1" indent="0">
              <a:lnSpc>
                <a:spcPct val="120000"/>
              </a:lnSpc>
              <a:spcBef>
                <a:spcPts val="0"/>
              </a:spcBef>
              <a:buNone/>
              <a:defRPr/>
            </a:pPr>
            <a:r>
              <a:rPr lang="en-US" altLang="zh-TW" sz="1200" dirty="0">
                <a:solidFill>
                  <a:srgbClr val="000000"/>
                </a:solidFill>
                <a:cs typeface="Tahoma" panose="020B0604030504040204" pitchFamily="34" charset="0"/>
              </a:rPr>
              <a:t>ex:        #include &lt;</a:t>
            </a:r>
            <a:r>
              <a:rPr lang="en-US" altLang="zh-TW" sz="1200" dirty="0" err="1">
                <a:solidFill>
                  <a:srgbClr val="000000"/>
                </a:solidFill>
                <a:cs typeface="Tahoma" panose="020B0604030504040204" pitchFamily="34" charset="0"/>
              </a:rPr>
              <a:t>PiDxe.h</a:t>
            </a:r>
            <a:r>
              <a:rPr lang="en-US" altLang="zh-TW" sz="1200" dirty="0">
                <a:solidFill>
                  <a:srgbClr val="000000"/>
                </a:solidFill>
                <a:cs typeface="Tahoma" panose="020B0604030504040204" pitchFamily="34" charset="0"/>
              </a:rPr>
              <a:t>&gt;</a:t>
            </a:r>
          </a:p>
          <a:p>
            <a:pPr marL="914400" lvl="2" indent="0">
              <a:lnSpc>
                <a:spcPct val="120000"/>
              </a:lnSpc>
              <a:spcBef>
                <a:spcPts val="0"/>
              </a:spcBef>
              <a:buNone/>
              <a:defRPr/>
            </a:pPr>
            <a:r>
              <a:rPr lang="en-US" altLang="zh-TW" sz="1200" dirty="0">
                <a:solidFill>
                  <a:srgbClr val="000000"/>
                </a:solidFill>
                <a:cs typeface="Tahoma" panose="020B0604030504040204" pitchFamily="34" charset="0"/>
              </a:rPr>
              <a:t>#include &lt;Library/</a:t>
            </a:r>
            <a:r>
              <a:rPr lang="en-US" altLang="zh-TW" sz="1200" dirty="0" err="1">
                <a:solidFill>
                  <a:srgbClr val="000000"/>
                </a:solidFill>
                <a:cs typeface="Tahoma" panose="020B0604030504040204" pitchFamily="34" charset="0"/>
              </a:rPr>
              <a:t>DxeOemSvcKernelLib.h</a:t>
            </a:r>
            <a:r>
              <a:rPr lang="en-US" altLang="zh-TW" sz="1200" dirty="0">
                <a:solidFill>
                  <a:srgbClr val="000000"/>
                </a:solidFill>
                <a:cs typeface="Tahoma" panose="020B0604030504040204" pitchFamily="34" charset="0"/>
              </a:rPr>
              <a:t>&gt;</a:t>
            </a:r>
          </a:p>
          <a:p>
            <a:pPr marL="914400" lvl="2" indent="0">
              <a:lnSpc>
                <a:spcPct val="120000"/>
              </a:lnSpc>
              <a:spcBef>
                <a:spcPts val="0"/>
              </a:spcBef>
              <a:buNone/>
              <a:defRPr/>
            </a:pPr>
            <a:r>
              <a:rPr lang="en-US" altLang="zh-TW" sz="1200" dirty="0">
                <a:solidFill>
                  <a:srgbClr val="000000"/>
                </a:solidFill>
                <a:cs typeface="Tahoma" panose="020B0604030504040204" pitchFamily="34" charset="0"/>
              </a:rPr>
              <a:t>#include &lt;Library/</a:t>
            </a:r>
            <a:r>
              <a:rPr lang="en-US" altLang="zh-TW" sz="1200" dirty="0" err="1">
                <a:solidFill>
                  <a:srgbClr val="000000"/>
                </a:solidFill>
                <a:cs typeface="Tahoma" panose="020B0604030504040204" pitchFamily="34" charset="0"/>
              </a:rPr>
              <a:t>BaseMemoryLib.h</a:t>
            </a:r>
            <a:r>
              <a:rPr lang="en-US" altLang="zh-TW" sz="1200" dirty="0">
                <a:solidFill>
                  <a:srgbClr val="000000"/>
                </a:solidFill>
                <a:cs typeface="Tahoma" panose="020B0604030504040204" pitchFamily="34" charset="0"/>
              </a:rPr>
              <a:t>&gt;</a:t>
            </a:r>
          </a:p>
          <a:p>
            <a:pPr marL="914400" lvl="2" indent="0">
              <a:lnSpc>
                <a:spcPct val="120000"/>
              </a:lnSpc>
              <a:spcBef>
                <a:spcPts val="0"/>
              </a:spcBef>
              <a:buNone/>
              <a:defRPr/>
            </a:pPr>
            <a:r>
              <a:rPr lang="en-US" altLang="zh-TW" sz="1200" dirty="0">
                <a:solidFill>
                  <a:srgbClr val="000000"/>
                </a:solidFill>
                <a:cs typeface="Tahoma" panose="020B0604030504040204" pitchFamily="34" charset="0"/>
              </a:rPr>
              <a:t>#include &lt;Library/</a:t>
            </a:r>
            <a:r>
              <a:rPr lang="en-US" altLang="zh-TW" sz="1200" dirty="0" err="1">
                <a:solidFill>
                  <a:srgbClr val="000000"/>
                </a:solidFill>
                <a:cs typeface="Tahoma" panose="020B0604030504040204" pitchFamily="34" charset="0"/>
              </a:rPr>
              <a:t>DxeServicesLib.h</a:t>
            </a:r>
            <a:r>
              <a:rPr lang="en-US" altLang="zh-TW" sz="1200" dirty="0">
                <a:solidFill>
                  <a:srgbClr val="000000"/>
                </a:solidFill>
                <a:cs typeface="Tahoma" panose="020B0604030504040204" pitchFamily="34" charset="0"/>
              </a:rPr>
              <a:t>&gt;</a:t>
            </a:r>
          </a:p>
          <a:p>
            <a:pPr marL="914400" lvl="2" indent="0">
              <a:lnSpc>
                <a:spcPct val="120000"/>
              </a:lnSpc>
              <a:spcBef>
                <a:spcPts val="0"/>
              </a:spcBef>
              <a:defRPr/>
            </a:pPr>
            <a:endParaRPr lang="en-US" altLang="zh-TW" sz="1200" dirty="0">
              <a:solidFill>
                <a:srgbClr val="000000"/>
              </a:solidFill>
              <a:cs typeface="Tahoma" panose="020B0604030504040204" pitchFamily="34" charset="0"/>
            </a:endParaRPr>
          </a:p>
          <a:p>
            <a:pPr marL="914400" lvl="2" indent="0">
              <a:lnSpc>
                <a:spcPct val="120000"/>
              </a:lnSpc>
              <a:spcBef>
                <a:spcPts val="0"/>
              </a:spcBef>
              <a:buNone/>
              <a:defRPr/>
            </a:pPr>
            <a:r>
              <a:rPr lang="en-US" altLang="zh-TW" sz="1200" dirty="0">
                <a:solidFill>
                  <a:srgbClr val="000000"/>
                </a:solidFill>
                <a:cs typeface="Tahoma" panose="020B0604030504040204" pitchFamily="34" charset="0"/>
              </a:rPr>
              <a:t>#define </a:t>
            </a:r>
            <a:r>
              <a:rPr lang="en-US" altLang="zh-TW" sz="1200" dirty="0">
                <a:solidFill>
                  <a:srgbClr val="FF0000"/>
                </a:solidFill>
                <a:cs typeface="Tahoma" panose="020B0604030504040204" pitchFamily="34" charset="0"/>
              </a:rPr>
              <a:t>EFI_OEM_LOGO_GUID</a:t>
            </a:r>
            <a:r>
              <a:rPr lang="en-US" altLang="zh-TW" sz="1200" dirty="0">
                <a:solidFill>
                  <a:srgbClr val="000000"/>
                </a:solidFill>
                <a:cs typeface="Tahoma" panose="020B0604030504040204" pitchFamily="34" charset="0"/>
              </a:rPr>
              <a:t>  </a:t>
            </a:r>
            <a:r>
              <a:rPr lang="en-US" altLang="zh-TW" sz="1200" u="sng" dirty="0">
                <a:solidFill>
                  <a:srgbClr val="00B050"/>
                </a:solidFill>
                <a:cs typeface="Tahoma" panose="020B0604030504040204" pitchFamily="34" charset="0"/>
              </a:rPr>
              <a:t>$(GUID)</a:t>
            </a:r>
            <a:endParaRPr lang="en-US" altLang="zh-TW" sz="1200" dirty="0">
              <a:solidFill>
                <a:srgbClr val="00B050"/>
              </a:solidFill>
              <a:cs typeface="Tahoma" panose="020B0604030504040204" pitchFamily="34" charset="0"/>
            </a:endParaRPr>
          </a:p>
          <a:p>
            <a:pPr marL="914400" lvl="2" indent="0">
              <a:lnSpc>
                <a:spcPct val="120000"/>
              </a:lnSpc>
              <a:spcBef>
                <a:spcPts val="0"/>
              </a:spcBef>
              <a:defRPr/>
            </a:pPr>
            <a:endParaRPr lang="en-US" altLang="zh-TW" sz="1200" dirty="0">
              <a:solidFill>
                <a:srgbClr val="000000"/>
              </a:solidFill>
              <a:cs typeface="Tahoma" panose="020B0604030504040204" pitchFamily="34" charset="0"/>
            </a:endParaRPr>
          </a:p>
          <a:p>
            <a:pPr marL="914400" lvl="2" indent="0">
              <a:lnSpc>
                <a:spcPct val="120000"/>
              </a:lnSpc>
              <a:spcBef>
                <a:spcPts val="0"/>
              </a:spcBef>
              <a:buNone/>
              <a:defRPr/>
            </a:pPr>
            <a:r>
              <a:rPr lang="en-US" altLang="zh-TW" sz="1200" dirty="0">
                <a:solidFill>
                  <a:srgbClr val="000000"/>
                </a:solidFill>
                <a:cs typeface="Tahoma" panose="020B0604030504040204" pitchFamily="34" charset="0"/>
              </a:rPr>
              <a:t>EFI_OEM_BADGING_LOGO_DATA </a:t>
            </a:r>
            <a:r>
              <a:rPr lang="en-US" altLang="zh-TW" sz="1200" dirty="0" err="1">
                <a:solidFill>
                  <a:srgbClr val="000000"/>
                </a:solidFill>
                <a:cs typeface="Tahoma" panose="020B0604030504040204" pitchFamily="34" charset="0"/>
              </a:rPr>
              <a:t>mOemBadgingData</a:t>
            </a:r>
            <a:r>
              <a:rPr lang="en-US" altLang="zh-TW" sz="1200" dirty="0">
                <a:solidFill>
                  <a:srgbClr val="000000"/>
                </a:solidFill>
                <a:cs typeface="Tahoma" panose="020B0604030504040204" pitchFamily="34" charset="0"/>
              </a:rPr>
              <a:t>[] = {{</a:t>
            </a:r>
          </a:p>
          <a:p>
            <a:pPr marL="914400" lvl="2" indent="0">
              <a:lnSpc>
                <a:spcPct val="120000"/>
              </a:lnSpc>
              <a:spcBef>
                <a:spcPts val="0"/>
              </a:spcBef>
              <a:buNone/>
              <a:defRPr/>
            </a:pPr>
            <a:r>
              <a:rPr lang="en-US" altLang="zh-TW" sz="1200" dirty="0">
                <a:solidFill>
                  <a:srgbClr val="FF0000"/>
                </a:solidFill>
                <a:cs typeface="Tahoma" panose="020B0604030504040204" pitchFamily="34" charset="0"/>
              </a:rPr>
              <a:t>  EFI_OEM_LOGO_GUID,</a:t>
            </a:r>
          </a:p>
          <a:p>
            <a:pPr marL="914400" lvl="2" indent="0">
              <a:lnSpc>
                <a:spcPct val="120000"/>
              </a:lnSpc>
              <a:spcBef>
                <a:spcPts val="0"/>
              </a:spcBef>
              <a:buNone/>
              <a:defRPr/>
            </a:pPr>
            <a:r>
              <a:rPr lang="en-US" altLang="zh-TW" sz="1200" dirty="0">
                <a:solidFill>
                  <a:srgbClr val="000000"/>
                </a:solidFill>
                <a:cs typeface="Tahoma" panose="020B0604030504040204" pitchFamily="34" charset="0"/>
              </a:rPr>
              <a:t>  </a:t>
            </a:r>
            <a:r>
              <a:rPr lang="en-US" altLang="zh-TW" sz="1200" dirty="0" err="1">
                <a:solidFill>
                  <a:srgbClr val="000000"/>
                </a:solidFill>
                <a:cs typeface="Tahoma" panose="020B0604030504040204" pitchFamily="34" charset="0"/>
              </a:rPr>
              <a:t>EfiBadgingSupportFormatBMP</a:t>
            </a:r>
            <a:r>
              <a:rPr lang="en-US" altLang="zh-TW" sz="1200" dirty="0">
                <a:solidFill>
                  <a:srgbClr val="000000"/>
                </a:solidFill>
                <a:cs typeface="Tahoma" panose="020B0604030504040204" pitchFamily="34" charset="0"/>
              </a:rPr>
              <a:t>,</a:t>
            </a:r>
          </a:p>
          <a:p>
            <a:pPr marL="914400" lvl="2" indent="0">
              <a:lnSpc>
                <a:spcPct val="120000"/>
              </a:lnSpc>
              <a:spcBef>
                <a:spcPts val="0"/>
              </a:spcBef>
              <a:buNone/>
              <a:defRPr/>
            </a:pPr>
            <a:r>
              <a:rPr lang="en-US" altLang="zh-TW" sz="1200" dirty="0">
                <a:solidFill>
                  <a:srgbClr val="000000"/>
                </a:solidFill>
                <a:cs typeface="Tahoma" panose="020B0604030504040204" pitchFamily="34" charset="0"/>
              </a:rPr>
              <a:t>  </a:t>
            </a:r>
            <a:r>
              <a:rPr lang="en-US" altLang="zh-TW" sz="1200" dirty="0" err="1">
                <a:solidFill>
                  <a:srgbClr val="000000"/>
                </a:solidFill>
                <a:cs typeface="Tahoma" panose="020B0604030504040204" pitchFamily="34" charset="0"/>
              </a:rPr>
              <a:t>EfiBadgingSupportDisplayAttributeCustomized</a:t>
            </a:r>
            <a:r>
              <a:rPr lang="en-US" altLang="zh-TW" sz="1200" dirty="0">
                <a:solidFill>
                  <a:srgbClr val="000000"/>
                </a:solidFill>
                <a:cs typeface="Tahoma" panose="020B0604030504040204" pitchFamily="34" charset="0"/>
              </a:rPr>
              <a:t>,</a:t>
            </a:r>
          </a:p>
          <a:p>
            <a:pPr marL="914400" lvl="2" indent="0">
              <a:lnSpc>
                <a:spcPct val="120000"/>
              </a:lnSpc>
              <a:spcBef>
                <a:spcPts val="0"/>
              </a:spcBef>
              <a:buNone/>
              <a:defRPr/>
            </a:pPr>
            <a:r>
              <a:rPr lang="en-US" altLang="zh-TW" sz="1200" dirty="0">
                <a:solidFill>
                  <a:srgbClr val="000000"/>
                </a:solidFill>
                <a:cs typeface="Tahoma" panose="020B0604030504040204" pitchFamily="34" charset="0"/>
              </a:rPr>
              <a:t>  0, 0, NULL,</a:t>
            </a:r>
          </a:p>
          <a:p>
            <a:pPr marL="914400" lvl="2" indent="0">
              <a:lnSpc>
                <a:spcPct val="120000"/>
              </a:lnSpc>
              <a:spcBef>
                <a:spcPts val="0"/>
              </a:spcBef>
              <a:buNone/>
              <a:defRPr/>
            </a:pPr>
            <a:r>
              <a:rPr lang="en-US" altLang="zh-TW" sz="1200" dirty="0">
                <a:solidFill>
                  <a:srgbClr val="000000"/>
                </a:solidFill>
                <a:cs typeface="Tahoma" panose="020B0604030504040204" pitchFamily="34" charset="0"/>
              </a:rPr>
              <a:t>  </a:t>
            </a:r>
            <a:r>
              <a:rPr lang="en-US" altLang="zh-TW" sz="1200" dirty="0" err="1">
                <a:solidFill>
                  <a:srgbClr val="FF0000"/>
                </a:solidFill>
                <a:cs typeface="Tahoma" panose="020B0604030504040204" pitchFamily="34" charset="0"/>
              </a:rPr>
              <a:t>EfiBadgingSupportImageBoot</a:t>
            </a:r>
            <a:r>
              <a:rPr lang="en-US" altLang="zh-TW" sz="1200" dirty="0">
                <a:solidFill>
                  <a:srgbClr val="FF0000"/>
                </a:solidFill>
                <a:cs typeface="Tahoma" panose="020B0604030504040204" pitchFamily="34" charset="0"/>
              </a:rPr>
              <a:t> </a:t>
            </a:r>
            <a:r>
              <a:rPr lang="en-US" altLang="zh-TW" sz="1200" dirty="0">
                <a:solidFill>
                  <a:srgbClr val="000000"/>
                </a:solidFill>
                <a:cs typeface="Tahoma" panose="020B0604030504040204" pitchFamily="34" charset="0"/>
              </a:rPr>
              <a:t>}};</a:t>
            </a:r>
          </a:p>
          <a:p>
            <a:pPr marL="914400" lvl="2" indent="0">
              <a:lnSpc>
                <a:spcPct val="120000"/>
              </a:lnSpc>
              <a:spcBef>
                <a:spcPts val="0"/>
              </a:spcBef>
              <a:defRPr/>
            </a:pPr>
            <a:endParaRPr lang="en-US" altLang="zh-TW" sz="1200" dirty="0">
              <a:solidFill>
                <a:srgbClr val="000000"/>
              </a:solidFill>
              <a:cs typeface="Tahoma" panose="020B0604030504040204" pitchFamily="34" charset="0"/>
            </a:endParaRPr>
          </a:p>
          <a:p>
            <a:pPr marL="914400" lvl="2" indent="0">
              <a:lnSpc>
                <a:spcPct val="120000"/>
              </a:lnSpc>
              <a:spcBef>
                <a:spcPts val="0"/>
              </a:spcBef>
              <a:buNone/>
              <a:defRPr/>
            </a:pPr>
            <a:r>
              <a:rPr lang="en-US" altLang="zh-TW" sz="1200" dirty="0">
                <a:solidFill>
                  <a:srgbClr val="000000"/>
                </a:solidFill>
                <a:cs typeface="Tahoma" panose="020B0604030504040204" pitchFamily="34" charset="0"/>
              </a:rPr>
              <a:t>EFI_STATUS</a:t>
            </a:r>
          </a:p>
          <a:p>
            <a:pPr marL="914400" lvl="2" indent="0">
              <a:lnSpc>
                <a:spcPct val="120000"/>
              </a:lnSpc>
              <a:spcBef>
                <a:spcPts val="0"/>
              </a:spcBef>
              <a:buNone/>
              <a:defRPr/>
            </a:pPr>
            <a:r>
              <a:rPr lang="en-US" altLang="zh-TW" sz="1200" dirty="0" err="1">
                <a:solidFill>
                  <a:srgbClr val="000000"/>
                </a:solidFill>
                <a:cs typeface="Tahoma" panose="020B0604030504040204" pitchFamily="34" charset="0"/>
              </a:rPr>
              <a:t>OemSvcChangeDefaultLogoImage</a:t>
            </a:r>
            <a:r>
              <a:rPr lang="en-US" altLang="zh-TW" sz="1200" dirty="0">
                <a:solidFill>
                  <a:srgbClr val="000000"/>
                </a:solidFill>
                <a:cs typeface="Tahoma" panose="020B0604030504040204" pitchFamily="34" charset="0"/>
              </a:rPr>
              <a:t> ( ... ) {</a:t>
            </a:r>
          </a:p>
          <a:p>
            <a:pPr marL="914400" lvl="2" indent="0">
              <a:lnSpc>
                <a:spcPct val="120000"/>
              </a:lnSpc>
              <a:spcBef>
                <a:spcPts val="0"/>
              </a:spcBef>
              <a:buNone/>
              <a:defRPr/>
            </a:pPr>
            <a:r>
              <a:rPr lang="en-US" altLang="zh-TW" sz="1200" dirty="0">
                <a:solidFill>
                  <a:srgbClr val="000000"/>
                </a:solidFill>
                <a:cs typeface="Tahoma" panose="020B0604030504040204" pitchFamily="34" charset="0"/>
              </a:rPr>
              <a:t>  EFI_STATUS Status;</a:t>
            </a:r>
          </a:p>
          <a:p>
            <a:pPr marL="914400" lvl="2" indent="0">
              <a:lnSpc>
                <a:spcPct val="120000"/>
              </a:lnSpc>
              <a:spcBef>
                <a:spcPts val="0"/>
              </a:spcBef>
              <a:buNone/>
              <a:defRPr/>
            </a:pPr>
            <a:r>
              <a:rPr lang="en-US" altLang="zh-TW" sz="1200" dirty="0">
                <a:solidFill>
                  <a:srgbClr val="000000"/>
                </a:solidFill>
                <a:cs typeface="Tahoma" panose="020B0604030504040204" pitchFamily="34" charset="0"/>
              </a:rPr>
              <a:t>  </a:t>
            </a:r>
          </a:p>
          <a:p>
            <a:pPr marL="914400" lvl="2" indent="0">
              <a:lnSpc>
                <a:spcPct val="120000"/>
              </a:lnSpc>
              <a:spcBef>
                <a:spcPts val="0"/>
              </a:spcBef>
              <a:buNone/>
              <a:defRPr/>
            </a:pPr>
            <a:r>
              <a:rPr lang="en-US" altLang="zh-TW" sz="1200" dirty="0">
                <a:solidFill>
                  <a:srgbClr val="000000"/>
                </a:solidFill>
                <a:cs typeface="Tahoma" panose="020B0604030504040204" pitchFamily="34" charset="0"/>
              </a:rPr>
              <a:t>  </a:t>
            </a:r>
            <a:r>
              <a:rPr lang="en-US" altLang="zh-TW" sz="1200" dirty="0" err="1">
                <a:solidFill>
                  <a:srgbClr val="000000"/>
                </a:solidFill>
                <a:cs typeface="Tahoma" panose="020B0604030504040204" pitchFamily="34" charset="0"/>
              </a:rPr>
              <a:t>CopyMem</a:t>
            </a:r>
            <a:r>
              <a:rPr lang="en-US" altLang="zh-TW" sz="1200" dirty="0">
                <a:solidFill>
                  <a:srgbClr val="000000"/>
                </a:solidFill>
                <a:cs typeface="Tahoma" panose="020B0604030504040204" pitchFamily="34" charset="0"/>
              </a:rPr>
              <a:t> (Logo, &amp;</a:t>
            </a:r>
            <a:r>
              <a:rPr lang="en-US" altLang="zh-TW" sz="1200" dirty="0" err="1">
                <a:solidFill>
                  <a:srgbClr val="000000"/>
                </a:solidFill>
                <a:cs typeface="Tahoma" panose="020B0604030504040204" pitchFamily="34" charset="0"/>
              </a:rPr>
              <a:t>mOemBadgingData</a:t>
            </a:r>
            <a:r>
              <a:rPr lang="en-US" altLang="zh-TW" sz="1200" dirty="0">
                <a:solidFill>
                  <a:srgbClr val="000000"/>
                </a:solidFill>
                <a:cs typeface="Tahoma" panose="020B0604030504040204" pitchFamily="34" charset="0"/>
              </a:rPr>
              <a:t>[0], </a:t>
            </a:r>
            <a:r>
              <a:rPr lang="en-US" altLang="zh-TW" sz="1200" dirty="0" err="1">
                <a:solidFill>
                  <a:srgbClr val="000000"/>
                </a:solidFill>
                <a:cs typeface="Tahoma" panose="020B0604030504040204" pitchFamily="34" charset="0"/>
              </a:rPr>
              <a:t>sizeof</a:t>
            </a:r>
            <a:r>
              <a:rPr lang="en-US" altLang="zh-TW" sz="1200" dirty="0">
                <a:solidFill>
                  <a:srgbClr val="000000"/>
                </a:solidFill>
                <a:cs typeface="Tahoma" panose="020B0604030504040204" pitchFamily="34" charset="0"/>
              </a:rPr>
              <a:t> (EFI_OEM_BADGING_LOGO_DATA));</a:t>
            </a:r>
          </a:p>
          <a:p>
            <a:pPr marL="914400" lvl="2" indent="0">
              <a:lnSpc>
                <a:spcPct val="120000"/>
              </a:lnSpc>
              <a:spcBef>
                <a:spcPts val="0"/>
              </a:spcBef>
              <a:buNone/>
              <a:defRPr/>
            </a:pPr>
            <a:r>
              <a:rPr lang="en-US" altLang="zh-TW" sz="1200" dirty="0">
                <a:solidFill>
                  <a:srgbClr val="000000"/>
                </a:solidFill>
                <a:cs typeface="Tahoma" panose="020B0604030504040204" pitchFamily="34" charset="0"/>
              </a:rPr>
              <a:t>  Status = </a:t>
            </a:r>
            <a:r>
              <a:rPr lang="en-US" altLang="zh-TW" sz="1200" dirty="0" err="1">
                <a:solidFill>
                  <a:srgbClr val="000000"/>
                </a:solidFill>
                <a:cs typeface="Tahoma" panose="020B0604030504040204" pitchFamily="34" charset="0"/>
              </a:rPr>
              <a:t>GetSectionFromAnyFv</a:t>
            </a:r>
            <a:r>
              <a:rPr lang="en-US" altLang="zh-TW" sz="1200" dirty="0">
                <a:solidFill>
                  <a:srgbClr val="000000"/>
                </a:solidFill>
                <a:cs typeface="Tahoma" panose="020B0604030504040204" pitchFamily="34" charset="0"/>
              </a:rPr>
              <a:t> (&amp;Logo-&gt;</a:t>
            </a:r>
            <a:r>
              <a:rPr lang="en-US" altLang="zh-TW" sz="1200" dirty="0" err="1">
                <a:solidFill>
                  <a:srgbClr val="000000"/>
                </a:solidFill>
                <a:cs typeface="Tahoma" panose="020B0604030504040204" pitchFamily="34" charset="0"/>
              </a:rPr>
              <a:t>FileName</a:t>
            </a:r>
            <a:r>
              <a:rPr lang="en-US" altLang="zh-TW" sz="1200" dirty="0">
                <a:solidFill>
                  <a:srgbClr val="000000"/>
                </a:solidFill>
                <a:cs typeface="Tahoma" panose="020B0604030504040204" pitchFamily="34" charset="0"/>
              </a:rPr>
              <a:t>, EFI_SECTION_RAW, 0, </a:t>
            </a:r>
            <a:r>
              <a:rPr lang="en-US" altLang="zh-TW" sz="1200" dirty="0" err="1">
                <a:solidFill>
                  <a:srgbClr val="000000"/>
                </a:solidFill>
                <a:cs typeface="Tahoma" panose="020B0604030504040204" pitchFamily="34" charset="0"/>
              </a:rPr>
              <a:t>ImageData</a:t>
            </a:r>
            <a:r>
              <a:rPr lang="en-US" altLang="zh-TW" sz="1200" dirty="0">
                <a:solidFill>
                  <a:srgbClr val="000000"/>
                </a:solidFill>
                <a:cs typeface="Tahoma" panose="020B0604030504040204" pitchFamily="34" charset="0"/>
              </a:rPr>
              <a:t>, </a:t>
            </a:r>
            <a:r>
              <a:rPr lang="en-US" altLang="zh-TW" sz="1200" dirty="0" err="1">
                <a:solidFill>
                  <a:srgbClr val="000000"/>
                </a:solidFill>
                <a:cs typeface="Tahoma" panose="020B0604030504040204" pitchFamily="34" charset="0"/>
              </a:rPr>
              <a:t>ImageSize</a:t>
            </a:r>
            <a:r>
              <a:rPr lang="en-US" altLang="zh-TW" sz="1200" dirty="0">
                <a:solidFill>
                  <a:srgbClr val="000000"/>
                </a:solidFill>
                <a:cs typeface="Tahoma" panose="020B0604030504040204" pitchFamily="34" charset="0"/>
              </a:rPr>
              <a:t>);</a:t>
            </a:r>
          </a:p>
          <a:p>
            <a:pPr marL="914400" lvl="2" indent="0">
              <a:lnSpc>
                <a:spcPct val="120000"/>
              </a:lnSpc>
              <a:spcBef>
                <a:spcPts val="0"/>
              </a:spcBef>
              <a:buNone/>
              <a:defRPr/>
            </a:pPr>
            <a:r>
              <a:rPr lang="en-US" altLang="zh-TW" sz="1200" dirty="0">
                <a:solidFill>
                  <a:srgbClr val="000000"/>
                </a:solidFill>
                <a:cs typeface="Tahoma" panose="020B0604030504040204" pitchFamily="34" charset="0"/>
              </a:rPr>
              <a:t>  </a:t>
            </a:r>
          </a:p>
          <a:p>
            <a:pPr marL="914400" lvl="2" indent="0">
              <a:lnSpc>
                <a:spcPct val="120000"/>
              </a:lnSpc>
              <a:spcBef>
                <a:spcPts val="0"/>
              </a:spcBef>
              <a:buNone/>
              <a:defRPr/>
            </a:pPr>
            <a:r>
              <a:rPr lang="en-US" altLang="zh-TW" sz="1200" dirty="0">
                <a:solidFill>
                  <a:srgbClr val="000000"/>
                </a:solidFill>
                <a:cs typeface="Tahoma" panose="020B0604030504040204" pitchFamily="34" charset="0"/>
              </a:rPr>
              <a:t>  return Status;</a:t>
            </a:r>
          </a:p>
          <a:p>
            <a:pPr marL="914400" lvl="2" indent="0">
              <a:lnSpc>
                <a:spcPct val="120000"/>
              </a:lnSpc>
              <a:spcBef>
                <a:spcPts val="0"/>
              </a:spcBef>
              <a:buNone/>
              <a:defRPr/>
            </a:pPr>
            <a:r>
              <a:rPr lang="en-US" altLang="zh-TW" sz="1200" dirty="0">
                <a:solidFill>
                  <a:srgbClr val="000000"/>
                </a:solidFill>
                <a:cs typeface="Tahoma" panose="020B0604030504040204" pitchFamily="34" charset="0"/>
              </a:rPr>
              <a:t>}</a:t>
            </a:r>
          </a:p>
        </p:txBody>
      </p:sp>
    </p:spTree>
    <p:extLst>
      <p:ext uri="{BB962C8B-B14F-4D97-AF65-F5344CB8AC3E}">
        <p14:creationId xmlns:p14="http://schemas.microsoft.com/office/powerpoint/2010/main" val="1643428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1B158B-D661-DEA3-FE01-9C1F215FF837}"/>
              </a:ext>
            </a:extLst>
          </p:cNvPr>
          <p:cNvSpPr>
            <a:spLocks noGrp="1"/>
          </p:cNvSpPr>
          <p:nvPr>
            <p:ph type="title"/>
          </p:nvPr>
        </p:nvSpPr>
        <p:spPr/>
        <p:txBody>
          <a:bodyPr>
            <a:normAutofit/>
          </a:bodyPr>
          <a:lstStyle/>
          <a:p>
            <a:r>
              <a:rPr lang="en-US" altLang="zh-TW" sz="4000" dirty="0"/>
              <a:t>Customization Steps - </a:t>
            </a:r>
            <a:r>
              <a:rPr lang="en-US" altLang="zh-TW" dirty="0"/>
              <a:t>Flash Device Map</a:t>
            </a:r>
            <a:endParaRPr lang="zh-TW" altLang="en-US" dirty="0"/>
          </a:p>
        </p:txBody>
      </p:sp>
      <p:sp>
        <p:nvSpPr>
          <p:cNvPr id="3" name="內容版面配置區 2">
            <a:extLst>
              <a:ext uri="{FF2B5EF4-FFF2-40B4-BE49-F238E27FC236}">
                <a16:creationId xmlns:a16="http://schemas.microsoft.com/office/drawing/2014/main" id="{74F3BCBD-270C-9BE7-C48F-84BD0FD9F46A}"/>
              </a:ext>
            </a:extLst>
          </p:cNvPr>
          <p:cNvSpPr>
            <a:spLocks noGrp="1"/>
          </p:cNvSpPr>
          <p:nvPr>
            <p:ph idx="1"/>
          </p:nvPr>
        </p:nvSpPr>
        <p:spPr/>
        <p:txBody>
          <a:bodyPr/>
          <a:lstStyle/>
          <a:p>
            <a:pPr>
              <a:lnSpc>
                <a:spcPct val="100000"/>
              </a:lnSpc>
              <a:defRPr/>
            </a:pPr>
            <a:r>
              <a:rPr lang="en-US" altLang="zh-TW" sz="2400" dirty="0">
                <a:solidFill>
                  <a:srgbClr val="000000"/>
                </a:solidFill>
                <a:cs typeface="Tahoma" panose="020B0604030504040204" pitchFamily="34" charset="0"/>
              </a:rPr>
              <a:t>Step 1: Put your OEM logo in the project folder. </a:t>
            </a:r>
          </a:p>
          <a:p>
            <a:pPr marL="457200" lvl="1" indent="0">
              <a:lnSpc>
                <a:spcPct val="100000"/>
              </a:lnSpc>
              <a:buNone/>
              <a:defRPr/>
            </a:pPr>
            <a:r>
              <a:rPr lang="en-US" altLang="zh-TW" sz="2000" dirty="0">
                <a:solidFill>
                  <a:srgbClr val="00B050"/>
                </a:solidFill>
                <a:cs typeface="Tahoma" panose="020B0604030504040204" pitchFamily="34" charset="0"/>
              </a:rPr>
              <a:t>ex: Board/Intel/$(PROJECT_PKG)/Logo/OemLogo.jpg</a:t>
            </a:r>
          </a:p>
          <a:p>
            <a:pPr>
              <a:lnSpc>
                <a:spcPct val="100000"/>
              </a:lnSpc>
              <a:defRPr/>
            </a:pPr>
            <a:r>
              <a:rPr lang="en-US" altLang="zh-TW" sz="2400" dirty="0">
                <a:solidFill>
                  <a:srgbClr val="000000"/>
                </a:solidFill>
                <a:cs typeface="Tahoma" panose="020B0604030504040204" pitchFamily="34" charset="0"/>
              </a:rPr>
              <a:t>Step 2: Modify LOGO region description in </a:t>
            </a:r>
            <a:r>
              <a:rPr lang="en-US" altLang="zh-TW" sz="2400" dirty="0" err="1">
                <a:solidFill>
                  <a:srgbClr val="000000"/>
                </a:solidFill>
                <a:cs typeface="Tahoma" panose="020B0604030504040204" pitchFamily="34" charset="0"/>
              </a:rPr>
              <a:t>Project.fdf</a:t>
            </a:r>
            <a:r>
              <a:rPr lang="en-US" altLang="zh-TW" sz="2400" dirty="0">
                <a:solidFill>
                  <a:srgbClr val="000000"/>
                </a:solidFill>
                <a:cs typeface="Tahoma" panose="020B0604030504040204" pitchFamily="34" charset="0"/>
              </a:rPr>
              <a:t>.</a:t>
            </a:r>
          </a:p>
          <a:p>
            <a:pPr marL="457200" lvl="1" indent="0">
              <a:buNone/>
            </a:pPr>
            <a:r>
              <a:rPr lang="en-US" altLang="zh-TW" sz="1600" dirty="0"/>
              <a:t>!if </a:t>
            </a:r>
            <a:r>
              <a:rPr lang="en-US" altLang="zh-TW" sz="1600" dirty="0">
                <a:solidFill>
                  <a:srgbClr val="FF0000"/>
                </a:solidFill>
              </a:rPr>
              <a:t>gInsydeTokenSpaceGuid.PcdH2OBdsOemBadgingSupported == FALSE</a:t>
            </a:r>
          </a:p>
          <a:p>
            <a:pPr marL="457200" lvl="1" indent="0">
              <a:buNone/>
            </a:pPr>
            <a:r>
              <a:rPr lang="en-US" altLang="zh-TW" sz="1600" dirty="0"/>
              <a:t>$(FLASH_REGION_INSYDE_BOOT_LOGO_OFFSET)|$(FLASH_REGION_INSYDE_BOOT_LOGO_SIZE)</a:t>
            </a:r>
          </a:p>
          <a:p>
            <a:pPr marL="457200" lvl="1" indent="0">
              <a:buNone/>
            </a:pPr>
            <a:r>
              <a:rPr lang="en-US" altLang="zh-TW" sz="1600" dirty="0"/>
              <a:t>Alignment = 4096</a:t>
            </a:r>
          </a:p>
          <a:p>
            <a:pPr marL="457200" lvl="1" indent="0">
              <a:buNone/>
            </a:pPr>
            <a:r>
              <a:rPr lang="en-US" altLang="zh-TW" sz="1600" dirty="0"/>
              <a:t>Resize = Fixed</a:t>
            </a:r>
          </a:p>
          <a:p>
            <a:pPr marL="457200" lvl="1" indent="0">
              <a:buNone/>
            </a:pPr>
            <a:r>
              <a:rPr lang="en-US" altLang="zh-TW" sz="1600" dirty="0" err="1"/>
              <a:t>RegionType</a:t>
            </a:r>
            <a:r>
              <a:rPr lang="en-US" altLang="zh-TW" sz="1600" dirty="0"/>
              <a:t> = gH2OFlashMapRegionLogoGuid | </a:t>
            </a:r>
            <a:r>
              <a:rPr lang="en-US" altLang="zh-TW" sz="1600" dirty="0">
                <a:solidFill>
                  <a:srgbClr val="0070C0"/>
                </a:solidFill>
              </a:rPr>
              <a:t>Logo (0, 19%, 2, 0)</a:t>
            </a:r>
          </a:p>
          <a:p>
            <a:pPr marL="457200" lvl="1" indent="0">
              <a:buNone/>
            </a:pPr>
            <a:r>
              <a:rPr lang="en-US" altLang="zh-TW" sz="1600" dirty="0"/>
              <a:t>Boards = 0</a:t>
            </a:r>
          </a:p>
          <a:p>
            <a:pPr marL="457200" lvl="1" indent="0">
              <a:buNone/>
            </a:pPr>
            <a:r>
              <a:rPr lang="en-US" altLang="zh-TW" sz="1600" dirty="0"/>
              <a:t>FILE = </a:t>
            </a:r>
            <a:r>
              <a:rPr lang="en-US" altLang="zh-TW" sz="1600" dirty="0">
                <a:solidFill>
                  <a:srgbClr val="00B050"/>
                </a:solidFill>
                <a:cs typeface="Tahoma" panose="020B0604030504040204" pitchFamily="34" charset="0"/>
              </a:rPr>
              <a:t>$(PROJECT_PKG)/Logo/OemLogo.jpg</a:t>
            </a:r>
          </a:p>
          <a:p>
            <a:pPr marL="457200" lvl="1" indent="0">
              <a:buNone/>
            </a:pPr>
            <a:r>
              <a:rPr lang="en-US" altLang="zh-TW" sz="1600" dirty="0"/>
              <a:t>!endif</a:t>
            </a:r>
            <a:endParaRPr lang="en-US" altLang="zh-TW" sz="1600" dirty="0">
              <a:solidFill>
                <a:srgbClr val="000000"/>
              </a:solidFill>
              <a:cs typeface="Tahoma" panose="020B0604030504040204" pitchFamily="34" charset="0"/>
            </a:endParaRPr>
          </a:p>
          <a:p>
            <a:pPr>
              <a:lnSpc>
                <a:spcPct val="100000"/>
              </a:lnSpc>
              <a:defRPr/>
            </a:pPr>
            <a:r>
              <a:rPr lang="en-US" altLang="zh-TW" sz="2400" dirty="0">
                <a:solidFill>
                  <a:srgbClr val="000000"/>
                </a:solidFill>
                <a:cs typeface="Tahoma" panose="020B0604030504040204" pitchFamily="34" charset="0"/>
              </a:rPr>
              <a:t>Step 3: If needed, adjust the size of logo region and flash layout in </a:t>
            </a:r>
            <a:r>
              <a:rPr lang="en-US" altLang="zh-TW" sz="2400" dirty="0" err="1">
                <a:solidFill>
                  <a:srgbClr val="000000"/>
                </a:solidFill>
                <a:cs typeface="Tahoma" panose="020B0604030504040204" pitchFamily="34" charset="0"/>
              </a:rPr>
              <a:t>FlashRegionDefines.fdf</a:t>
            </a:r>
            <a:r>
              <a:rPr lang="en-US" altLang="zh-TW" sz="2400" dirty="0">
                <a:solidFill>
                  <a:srgbClr val="000000"/>
                </a:solidFill>
                <a:cs typeface="Tahoma" panose="020B0604030504040204" pitchFamily="34" charset="0"/>
              </a:rPr>
              <a:t>.</a:t>
            </a:r>
          </a:p>
          <a:p>
            <a:pPr>
              <a:lnSpc>
                <a:spcPct val="100000"/>
              </a:lnSpc>
              <a:defRPr/>
            </a:pPr>
            <a:endParaRPr lang="en-US" altLang="zh-TW" sz="2400" dirty="0">
              <a:solidFill>
                <a:srgbClr val="000000"/>
              </a:solidFill>
              <a:cs typeface="Tahoma" panose="020B0604030504040204" pitchFamily="34" charset="0"/>
            </a:endParaRPr>
          </a:p>
          <a:p>
            <a:pPr marL="457200" lvl="1" indent="0">
              <a:buNone/>
            </a:pPr>
            <a:endParaRPr lang="zh-TW" altLang="en-US" sz="1500" dirty="0"/>
          </a:p>
          <a:p>
            <a:endParaRPr lang="zh-TW" altLang="en-US" dirty="0"/>
          </a:p>
        </p:txBody>
      </p:sp>
    </p:spTree>
    <p:extLst>
      <p:ext uri="{BB962C8B-B14F-4D97-AF65-F5344CB8AC3E}">
        <p14:creationId xmlns:p14="http://schemas.microsoft.com/office/powerpoint/2010/main" val="25738944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25</a:t>
            </a:fld>
            <a:endParaRPr lang="en-US" dirty="0"/>
          </a:p>
        </p:txBody>
      </p:sp>
    </p:spTree>
    <p:extLst>
      <p:ext uri="{BB962C8B-B14F-4D97-AF65-F5344CB8AC3E}">
        <p14:creationId xmlns:p14="http://schemas.microsoft.com/office/powerpoint/2010/main" val="1695893368"/>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9171</TotalTime>
  <Words>2156</Words>
  <Application>Microsoft Office PowerPoint</Application>
  <PresentationFormat>寬螢幕</PresentationFormat>
  <Paragraphs>283</Paragraphs>
  <Slides>25</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25</vt:i4>
      </vt:variant>
    </vt:vector>
  </HeadingPairs>
  <TitlesOfParts>
    <vt:vector size="29" baseType="lpstr">
      <vt:lpstr>Arial</vt:lpstr>
      <vt:lpstr>Calibri</vt:lpstr>
      <vt:lpstr>Segoe UI</vt:lpstr>
      <vt:lpstr>2018 Theme</vt:lpstr>
      <vt:lpstr>Logo</vt:lpstr>
      <vt:lpstr>Copyright 2022 Insyde Software Corp., All Rights Reserved.</vt:lpstr>
      <vt:lpstr>Agenda</vt:lpstr>
      <vt:lpstr>Goals &amp; Target Audience</vt:lpstr>
      <vt:lpstr>Goals &amp; Target Audience</vt:lpstr>
      <vt:lpstr>Overview</vt:lpstr>
      <vt:lpstr>Overview</vt:lpstr>
      <vt:lpstr>Related Files</vt:lpstr>
      <vt:lpstr>Related Files - OemBadgingSupportDxe</vt:lpstr>
      <vt:lpstr>OemBadgingSupportDxe</vt:lpstr>
      <vt:lpstr>OemBadgingSupportDxe</vt:lpstr>
      <vt:lpstr>BadgingSupportLib</vt:lpstr>
      <vt:lpstr>BadgingSupportLib</vt:lpstr>
      <vt:lpstr>BadgingSupportLib</vt:lpstr>
      <vt:lpstr>OemSvcUpdateOemBadgingLogoData</vt:lpstr>
      <vt:lpstr>OemSvcChangeDefaultLogoImage</vt:lpstr>
      <vt:lpstr>Related Files – Flash Device Map</vt:lpstr>
      <vt:lpstr>Project.fdf</vt:lpstr>
      <vt:lpstr>Customization Steps</vt:lpstr>
      <vt:lpstr>Customization Steps Files</vt:lpstr>
      <vt:lpstr>Customization Steps - OemBadgingSupportDxe</vt:lpstr>
      <vt:lpstr>Customization Steps - OemBadgingSupportDxe</vt:lpstr>
      <vt:lpstr>Customization Steps - OemBadgingSupportDxe</vt:lpstr>
      <vt:lpstr>Customization Steps - Flash Device Map</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思賢 李</cp:lastModifiedBy>
  <cp:revision>188</cp:revision>
  <dcterms:created xsi:type="dcterms:W3CDTF">2018-02-02T23:50:52Z</dcterms:created>
  <dcterms:modified xsi:type="dcterms:W3CDTF">2022-07-22T07:18:11Z</dcterms:modified>
</cp:coreProperties>
</file>