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19"/>
  </p:notesMasterIdLst>
  <p:sldIdLst>
    <p:sldId id="351" r:id="rId2"/>
    <p:sldId id="364" r:id="rId3"/>
    <p:sldId id="365" r:id="rId4"/>
    <p:sldId id="366" r:id="rId5"/>
    <p:sldId id="367" r:id="rId6"/>
    <p:sldId id="368" r:id="rId7"/>
    <p:sldId id="436" r:id="rId8"/>
    <p:sldId id="451" r:id="rId9"/>
    <p:sldId id="452" r:id="rId10"/>
    <p:sldId id="459" r:id="rId11"/>
    <p:sldId id="453" r:id="rId12"/>
    <p:sldId id="454" r:id="rId13"/>
    <p:sldId id="455" r:id="rId14"/>
    <p:sldId id="456" r:id="rId15"/>
    <p:sldId id="457" r:id="rId16"/>
    <p:sldId id="458" r:id="rId17"/>
    <p:sldId id="46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3" d="100"/>
          <a:sy n="73" d="100"/>
        </p:scale>
        <p:origin x="7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3/8/2021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How to Create New Project</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872195"/>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8240">
              <a:lnSpc>
                <a:spcPct val="90000"/>
              </a:lnSpc>
              <a:spcBef>
                <a:spcPts val="1001"/>
              </a:spcBef>
              <a:buClr>
                <a:srgbClr val="FFFFFF"/>
              </a:buClr>
              <a:buFont typeface="Arial"/>
              <a:buChar char="•"/>
            </a:pPr>
            <a:r>
              <a:rPr lang="en-US" altLang="zh-TW" dirty="0"/>
              <a:t>Goals &amp; Target Audience</a:t>
            </a:r>
          </a:p>
          <a:p>
            <a:pPr marL="228600" indent="-228240">
              <a:lnSpc>
                <a:spcPct val="90000"/>
              </a:lnSpc>
              <a:spcBef>
                <a:spcPts val="1001"/>
              </a:spcBef>
              <a:buClr>
                <a:srgbClr val="FFFFFF"/>
              </a:buClr>
              <a:buFont typeface="Arial"/>
              <a:buChar char="•"/>
            </a:pPr>
            <a:r>
              <a:rPr lang="en-US" altLang="zh-TW" dirty="0"/>
              <a:t>Create New Project</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190340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Goals &amp; Target Audience</a:t>
            </a:r>
          </a:p>
        </p:txBody>
      </p:sp>
    </p:spTree>
    <p:extLst>
      <p:ext uri="{BB962C8B-B14F-4D97-AF65-F5344CB8AC3E}">
        <p14:creationId xmlns:p14="http://schemas.microsoft.com/office/powerpoint/2010/main" val="2192802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Goals &amp; Target Audience</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marL="228600" indent="-228240">
              <a:lnSpc>
                <a:spcPct val="90000"/>
              </a:lnSpc>
              <a:spcBef>
                <a:spcPts val="1001"/>
              </a:spcBef>
              <a:buClr>
                <a:srgbClr val="3F3F3F"/>
              </a:buClr>
              <a:buFont typeface="Arial"/>
              <a:buChar char="•"/>
            </a:pPr>
            <a:r>
              <a:rPr lang="en-US" altLang="zh-TW" sz="2800" b="1" strike="noStrike" spc="-1" dirty="0">
                <a:solidFill>
                  <a:srgbClr val="3F3F3F"/>
                </a:solidFill>
                <a:latin typeface="Segoe UI"/>
              </a:rPr>
              <a:t>Target Audience:</a:t>
            </a:r>
            <a:endParaRPr lang="en-US" altLang="zh-TW" sz="2800" b="0" strike="noStrike" spc="-1" dirty="0">
              <a:solidFill>
                <a:srgbClr val="3F3F3F"/>
              </a:solidFill>
              <a:latin typeface="Segoe UI"/>
            </a:endParaRPr>
          </a:p>
          <a:p>
            <a:pPr marL="685800" lvl="1" indent="-228240">
              <a:lnSpc>
                <a:spcPct val="90000"/>
              </a:lnSpc>
              <a:spcBef>
                <a:spcPts val="499"/>
              </a:spcBef>
              <a:buClr>
                <a:srgbClr val="3F3F3F"/>
              </a:buClr>
              <a:buFont typeface="Arial"/>
              <a:buChar char="•"/>
            </a:pPr>
            <a:r>
              <a:rPr lang="en-US" altLang="zh-TW" sz="2400" b="0" strike="noStrike" spc="-1" dirty="0">
                <a:solidFill>
                  <a:srgbClr val="3F3F3F"/>
                </a:solidFill>
                <a:latin typeface="Segoe UI"/>
              </a:rPr>
              <a:t>BIOS developers who use InsydeH2O 5.4 (EDK II) to create their firmware products.</a:t>
            </a:r>
          </a:p>
          <a:p>
            <a:pPr>
              <a:lnSpc>
                <a:spcPct val="90000"/>
              </a:lnSpc>
              <a:spcBef>
                <a:spcPts val="1001"/>
              </a:spcBef>
            </a:pPr>
            <a:endParaRPr lang="en-US" altLang="zh-TW" sz="2400" b="0" strike="noStrike" spc="-1" dirty="0">
              <a:solidFill>
                <a:srgbClr val="3F3F3F"/>
              </a:solidFill>
              <a:latin typeface="Segoe UI"/>
            </a:endParaRPr>
          </a:p>
          <a:p>
            <a:pPr marL="228600" indent="-228240">
              <a:lnSpc>
                <a:spcPct val="90000"/>
              </a:lnSpc>
              <a:spcBef>
                <a:spcPts val="1001"/>
              </a:spcBef>
              <a:buClr>
                <a:srgbClr val="3F3F3F"/>
              </a:buClr>
              <a:buFont typeface="Arial"/>
              <a:buChar char="•"/>
            </a:pPr>
            <a:r>
              <a:rPr lang="en-US" altLang="zh-TW" sz="2800" b="1" strike="noStrike" spc="-1" dirty="0">
                <a:solidFill>
                  <a:srgbClr val="3F3F3F"/>
                </a:solidFill>
                <a:latin typeface="Segoe UI"/>
              </a:rPr>
              <a:t>Goals:</a:t>
            </a:r>
            <a:endParaRPr lang="en-US" altLang="zh-TW" sz="2800" b="0" strike="noStrike" spc="-1" dirty="0">
              <a:solidFill>
                <a:srgbClr val="3F3F3F"/>
              </a:solidFill>
              <a:latin typeface="Segoe UI"/>
            </a:endParaRPr>
          </a:p>
          <a:p>
            <a:pPr marL="685800" lvl="1" indent="-228240">
              <a:lnSpc>
                <a:spcPct val="90000"/>
              </a:lnSpc>
              <a:spcBef>
                <a:spcPts val="499"/>
              </a:spcBef>
              <a:buClr>
                <a:srgbClr val="3F3F3F"/>
              </a:buClr>
              <a:buFont typeface="Arial"/>
              <a:buChar char="•"/>
            </a:pPr>
            <a:r>
              <a:rPr lang="en-US" altLang="zh-TW" sz="2400" b="0" strike="noStrike" spc="-1" dirty="0">
                <a:solidFill>
                  <a:srgbClr val="3F3F3F"/>
                </a:solidFill>
                <a:latin typeface="Segoe UI"/>
              </a:rPr>
              <a:t>Know how to create a new project</a:t>
            </a:r>
          </a:p>
          <a:p>
            <a:pPr>
              <a:lnSpc>
                <a:spcPct val="90000"/>
              </a:lnSpc>
              <a:spcBef>
                <a:spcPts val="1001"/>
              </a:spcBef>
            </a:pPr>
            <a:endParaRPr lang="en-US" altLang="zh-TW" sz="2400" b="0" strike="noStrike" spc="-1" dirty="0">
              <a:solidFill>
                <a:srgbClr val="3F3F3F"/>
              </a:solidFill>
              <a:latin typeface="Segoe UI"/>
            </a:endParaRPr>
          </a:p>
          <a:p>
            <a:pPr marL="228600" indent="-228240">
              <a:lnSpc>
                <a:spcPct val="90000"/>
              </a:lnSpc>
              <a:spcBef>
                <a:spcPts val="1001"/>
              </a:spcBef>
              <a:buClr>
                <a:srgbClr val="3F3F3F"/>
              </a:buClr>
              <a:buFont typeface="Arial"/>
              <a:buChar char="•"/>
            </a:pPr>
            <a:r>
              <a:rPr lang="en-US" altLang="zh-TW" sz="2800" b="1" strike="noStrike" spc="-1" dirty="0">
                <a:solidFill>
                  <a:srgbClr val="3F3F3F"/>
                </a:solidFill>
                <a:latin typeface="Segoe UI"/>
              </a:rPr>
              <a:t>Requirements:</a:t>
            </a:r>
            <a:endParaRPr lang="en-US" altLang="zh-TW" sz="2800" b="0" strike="noStrike" spc="-1" dirty="0">
              <a:solidFill>
                <a:srgbClr val="3F3F3F"/>
              </a:solidFill>
              <a:latin typeface="Segoe UI"/>
            </a:endParaRPr>
          </a:p>
          <a:p>
            <a:pPr marL="685800" lvl="1" indent="-228240">
              <a:lnSpc>
                <a:spcPct val="90000"/>
              </a:lnSpc>
              <a:spcBef>
                <a:spcPts val="499"/>
              </a:spcBef>
              <a:buClr>
                <a:srgbClr val="3F3F3F"/>
              </a:buClr>
              <a:buFont typeface="Arial"/>
              <a:buChar char="•"/>
            </a:pPr>
            <a:r>
              <a:rPr lang="en-US" altLang="zh-TW" sz="2400" b="0" strike="noStrike" spc="-1" dirty="0">
                <a:solidFill>
                  <a:srgbClr val="3F3F3F"/>
                </a:solidFill>
                <a:latin typeface="Segoe UI"/>
              </a:rPr>
              <a:t>InsydeH2O 5.4 source code</a:t>
            </a:r>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dirty="0"/>
              <a:t>Create New Project</a:t>
            </a:r>
          </a:p>
        </p:txBody>
      </p:sp>
    </p:spTree>
    <p:extLst>
      <p:ext uri="{BB962C8B-B14F-4D97-AF65-F5344CB8AC3E}">
        <p14:creationId xmlns:p14="http://schemas.microsoft.com/office/powerpoint/2010/main" val="355602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Create New Project</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8240">
              <a:lnSpc>
                <a:spcPct val="90000"/>
              </a:lnSpc>
              <a:spcBef>
                <a:spcPts val="1001"/>
              </a:spcBef>
              <a:buClr>
                <a:srgbClr val="3F3F3F"/>
              </a:buClr>
              <a:buFont typeface="Arial"/>
              <a:buChar char="•"/>
            </a:pPr>
            <a:r>
              <a:rPr lang="en-US" altLang="zh-TW" sz="2400" b="1" strike="noStrike" spc="-1" dirty="0">
                <a:solidFill>
                  <a:srgbClr val="3F3F3F"/>
                </a:solidFill>
              </a:rPr>
              <a:t>Create a new package for your project in $(WORKSPACE)/Board/Intel</a:t>
            </a:r>
            <a:endParaRPr lang="en-US" altLang="zh-TW" sz="2400" b="0" strike="noStrike" spc="-1" dirty="0">
              <a:solidFill>
                <a:srgbClr val="3F3F3F"/>
              </a:solidFill>
            </a:endParaRPr>
          </a:p>
          <a:p>
            <a:pPr marL="0" indent="0">
              <a:lnSpc>
                <a:spcPct val="90000"/>
              </a:lnSpc>
              <a:spcBef>
                <a:spcPts val="1001"/>
              </a:spcBef>
              <a:buNone/>
            </a:pPr>
            <a:r>
              <a:rPr lang="en-US" altLang="zh-TW" sz="2400" b="0" strike="noStrike" spc="-1" dirty="0">
                <a:solidFill>
                  <a:srgbClr val="3F3F3F"/>
                </a:solidFill>
              </a:rPr>
              <a:t>   </a:t>
            </a:r>
            <a:r>
              <a:rPr lang="en-US" altLang="zh-TW" sz="2400" b="1" strike="noStrike" spc="-1" dirty="0">
                <a:solidFill>
                  <a:srgbClr val="3F3F3F"/>
                </a:solidFill>
              </a:rPr>
              <a:t>(Ex: </a:t>
            </a:r>
            <a:r>
              <a:rPr lang="en-US" altLang="zh-TW" sz="2400" b="1" strike="noStrike" spc="-1" dirty="0" err="1">
                <a:solidFill>
                  <a:srgbClr val="3F3F3F"/>
                </a:solidFill>
              </a:rPr>
              <a:t>SamplePkg</a:t>
            </a:r>
            <a:r>
              <a:rPr lang="en-US" altLang="zh-TW" sz="2400" b="1" strike="noStrike" spc="-1" dirty="0">
                <a:solidFill>
                  <a:srgbClr val="3F3F3F"/>
                </a:solidFill>
              </a:rPr>
              <a:t>).</a:t>
            </a:r>
            <a:endParaRPr lang="en-US" altLang="zh-TW" sz="2400" b="0" strike="noStrike" spc="-1" dirty="0">
              <a:solidFill>
                <a:srgbClr val="3F3F3F"/>
              </a:solidFill>
            </a:endParaRPr>
          </a:p>
          <a:p>
            <a:pPr marL="228600" indent="-228240">
              <a:lnSpc>
                <a:spcPct val="90000"/>
              </a:lnSpc>
              <a:spcBef>
                <a:spcPts val="1001"/>
              </a:spcBef>
              <a:buClr>
                <a:srgbClr val="3F3F3F"/>
              </a:buClr>
              <a:buFont typeface="Arial"/>
              <a:buChar char="•"/>
            </a:pPr>
            <a:r>
              <a:rPr lang="en-US" altLang="zh-TW" sz="2400" b="1" strike="noStrike" spc="-1" dirty="0">
                <a:solidFill>
                  <a:srgbClr val="3F3F3F"/>
                </a:solidFill>
              </a:rPr>
              <a:t>Copy all folders/files from CRB board package (Ex: </a:t>
            </a:r>
            <a:r>
              <a:rPr lang="en-US" altLang="zh-TW" sz="2400" b="1" strike="noStrike" spc="-1" dirty="0" err="1">
                <a:solidFill>
                  <a:srgbClr val="3F3F3F"/>
                </a:solidFill>
              </a:rPr>
              <a:t>EagleStreamMultiBoardPkg</a:t>
            </a:r>
            <a:r>
              <a:rPr lang="en-US" altLang="zh-TW" sz="2400" b="1" strike="noStrike" spc="-1" dirty="0">
                <a:solidFill>
                  <a:srgbClr val="3F3F3F"/>
                </a:solidFill>
              </a:rPr>
              <a:t>) to your package.</a:t>
            </a:r>
            <a:endParaRPr lang="en-US" altLang="zh-TW" sz="2400" b="0" strike="noStrike" spc="-1" dirty="0">
              <a:solidFill>
                <a:srgbClr val="3F3F3F"/>
              </a:solidFill>
            </a:endParaRPr>
          </a:p>
        </p:txBody>
      </p:sp>
      <p:pic>
        <p:nvPicPr>
          <p:cNvPr id="6" name="圖片 5">
            <a:extLst>
              <a:ext uri="{FF2B5EF4-FFF2-40B4-BE49-F238E27FC236}">
                <a16:creationId xmlns:a16="http://schemas.microsoft.com/office/drawing/2014/main" id="{0C0B948C-35EA-49F0-8FF1-6D5D766110EF}"/>
              </a:ext>
            </a:extLst>
          </p:cNvPr>
          <p:cNvPicPr>
            <a:picLocks noChangeAspect="1"/>
          </p:cNvPicPr>
          <p:nvPr/>
        </p:nvPicPr>
        <p:blipFill>
          <a:blip r:embed="rId2"/>
          <a:stretch>
            <a:fillRect/>
          </a:stretch>
        </p:blipFill>
        <p:spPr>
          <a:xfrm>
            <a:off x="2798717" y="3177859"/>
            <a:ext cx="6594566" cy="3259091"/>
          </a:xfrm>
          <a:prstGeom prst="rect">
            <a:avLst/>
          </a:prstGeom>
        </p:spPr>
      </p:pic>
    </p:spTree>
    <p:extLst>
      <p:ext uri="{BB962C8B-B14F-4D97-AF65-F5344CB8AC3E}">
        <p14:creationId xmlns:p14="http://schemas.microsoft.com/office/powerpoint/2010/main" val="3695652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377A91-A018-4E97-97B0-95B7459AA2E9}"/>
              </a:ext>
            </a:extLst>
          </p:cNvPr>
          <p:cNvSpPr>
            <a:spLocks noGrp="1"/>
          </p:cNvSpPr>
          <p:nvPr>
            <p:ph type="title"/>
          </p:nvPr>
        </p:nvSpPr>
        <p:spPr/>
        <p:txBody>
          <a:bodyPr/>
          <a:lstStyle/>
          <a:p>
            <a:r>
              <a:rPr lang="en-US" altLang="zh-TW" dirty="0"/>
              <a:t>Project Package Files</a:t>
            </a:r>
            <a:endParaRPr lang="zh-TW" altLang="en-US" dirty="0"/>
          </a:p>
        </p:txBody>
      </p:sp>
      <p:graphicFrame>
        <p:nvGraphicFramePr>
          <p:cNvPr id="6" name="Table 2">
            <a:extLst>
              <a:ext uri="{FF2B5EF4-FFF2-40B4-BE49-F238E27FC236}">
                <a16:creationId xmlns:a16="http://schemas.microsoft.com/office/drawing/2014/main" id="{0286C8AC-3A6D-404F-9081-47B73C045D3C}"/>
              </a:ext>
            </a:extLst>
          </p:cNvPr>
          <p:cNvGraphicFramePr/>
          <p:nvPr/>
        </p:nvGraphicFramePr>
        <p:xfrm>
          <a:off x="1099440" y="1365797"/>
          <a:ext cx="9992880" cy="4824720"/>
        </p:xfrm>
        <a:graphic>
          <a:graphicData uri="http://schemas.openxmlformats.org/drawingml/2006/table">
            <a:tbl>
              <a:tblPr/>
              <a:tblGrid>
                <a:gridCol w="2088360">
                  <a:extLst>
                    <a:ext uri="{9D8B030D-6E8A-4147-A177-3AD203B41FA5}">
                      <a16:colId xmlns:a16="http://schemas.microsoft.com/office/drawing/2014/main" val="20000"/>
                    </a:ext>
                  </a:extLst>
                </a:gridCol>
                <a:gridCol w="7904520">
                  <a:extLst>
                    <a:ext uri="{9D8B030D-6E8A-4147-A177-3AD203B41FA5}">
                      <a16:colId xmlns:a16="http://schemas.microsoft.com/office/drawing/2014/main" val="20001"/>
                    </a:ext>
                  </a:extLst>
                </a:gridCol>
              </a:tblGrid>
              <a:tr h="396720">
                <a:tc>
                  <a:txBody>
                    <a:bodyPr/>
                    <a:lstStyle/>
                    <a:p>
                      <a:pPr algn="ctr">
                        <a:lnSpc>
                          <a:spcPct val="100000"/>
                        </a:lnSpc>
                      </a:pPr>
                      <a:r>
                        <a:rPr lang="en-US" sz="1800" b="0" strike="noStrike" spc="-1">
                          <a:solidFill>
                            <a:srgbClr val="3F3F3F"/>
                          </a:solidFill>
                          <a:latin typeface="+mn-lt"/>
                        </a:rPr>
                        <a:t>File Name</a:t>
                      </a:r>
                      <a:endParaRPr lang="en-US" sz="18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tc>
                  <a:txBody>
                    <a:bodyPr/>
                    <a:lstStyle/>
                    <a:p>
                      <a:pPr algn="ctr">
                        <a:lnSpc>
                          <a:spcPct val="100000"/>
                        </a:lnSpc>
                      </a:pPr>
                      <a:r>
                        <a:rPr lang="en-US" sz="1800" b="0" strike="noStrike" spc="-1" dirty="0">
                          <a:solidFill>
                            <a:srgbClr val="3F3F3F"/>
                          </a:solidFill>
                          <a:latin typeface="+mn-lt"/>
                        </a:rPr>
                        <a:t>Description</a:t>
                      </a:r>
                      <a:endParaRPr lang="en-US" sz="1800" b="0" strike="noStrike" spc="-1" dirty="0">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10000"/>
                  </a:ext>
                </a:extLst>
              </a:tr>
              <a:tr h="361800">
                <a:tc>
                  <a:txBody>
                    <a:bodyPr/>
                    <a:lstStyle/>
                    <a:p>
                      <a:pPr>
                        <a:lnSpc>
                          <a:spcPct val="100000"/>
                        </a:lnSpc>
                      </a:pPr>
                      <a:r>
                        <a:rPr lang="en-US" sz="1600" b="0" strike="noStrike" spc="-1">
                          <a:solidFill>
                            <a:srgbClr val="3F3F3F"/>
                          </a:solidFill>
                          <a:latin typeface="+mn-lt"/>
                        </a:rPr>
                        <a:t>Makefile</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tc>
                  <a:txBody>
                    <a:bodyPr/>
                    <a:lstStyle/>
                    <a:p>
                      <a:pPr>
                        <a:lnSpc>
                          <a:spcPct val="100000"/>
                        </a:lnSpc>
                      </a:pPr>
                      <a:r>
                        <a:rPr lang="en-US" sz="1600" b="0" strike="noStrike" spc="-1" dirty="0">
                          <a:solidFill>
                            <a:srgbClr val="3F3F3F"/>
                          </a:solidFill>
                          <a:latin typeface="+mn-lt"/>
                        </a:rPr>
                        <a:t>Provides all standard build targets for the Project and any custom build targets.</a:t>
                      </a:r>
                      <a:endParaRPr lang="en-US" sz="1600" b="0" strike="noStrike" spc="-1" dirty="0">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10001"/>
                  </a:ext>
                </a:extLst>
              </a:tr>
              <a:tr h="631800">
                <a:tc>
                  <a:txBody>
                    <a:bodyPr/>
                    <a:lstStyle/>
                    <a:p>
                      <a:pPr>
                        <a:lnSpc>
                          <a:spcPct val="100000"/>
                        </a:lnSpc>
                      </a:pPr>
                      <a:r>
                        <a:rPr lang="en-US" sz="1600" b="0" strike="noStrike" spc="-1">
                          <a:solidFill>
                            <a:srgbClr val="3F3F3F"/>
                          </a:solidFill>
                          <a:latin typeface="+mn-lt"/>
                        </a:rPr>
                        <a:t>Project.dsc</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tc>
                  <a:txBody>
                    <a:bodyPr/>
                    <a:lstStyle/>
                    <a:p>
                      <a:pPr>
                        <a:lnSpc>
                          <a:spcPct val="100000"/>
                        </a:lnSpc>
                      </a:pPr>
                      <a:r>
                        <a:rPr lang="en-US" sz="1600" b="0" strike="noStrike" spc="-1" dirty="0">
                          <a:solidFill>
                            <a:srgbClr val="3F3F3F"/>
                          </a:solidFill>
                          <a:latin typeface="+mn-lt"/>
                        </a:rPr>
                        <a:t>Project description file, which lists all Modules to be built, all Library Class mappings and all non-default PCD settings.</a:t>
                      </a:r>
                      <a:endParaRPr lang="en-US" sz="1600" b="0" strike="noStrike" spc="-1" dirty="0">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10002"/>
                  </a:ext>
                </a:extLst>
              </a:tr>
              <a:tr h="361800">
                <a:tc>
                  <a:txBody>
                    <a:bodyPr/>
                    <a:lstStyle/>
                    <a:p>
                      <a:pPr>
                        <a:lnSpc>
                          <a:spcPct val="100000"/>
                        </a:lnSpc>
                      </a:pPr>
                      <a:r>
                        <a:rPr lang="en-US" sz="1600" b="0" strike="noStrike" spc="-1">
                          <a:solidFill>
                            <a:srgbClr val="3F3F3F"/>
                          </a:solidFill>
                          <a:latin typeface="+mn-lt"/>
                        </a:rPr>
                        <a:t>Project.env</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tc>
                  <a:txBody>
                    <a:bodyPr/>
                    <a:lstStyle/>
                    <a:p>
                      <a:pPr>
                        <a:lnSpc>
                          <a:spcPct val="100000"/>
                        </a:lnSpc>
                      </a:pPr>
                      <a:r>
                        <a:rPr lang="en-US" sz="1600" b="0" strike="noStrike" spc="-1">
                          <a:solidFill>
                            <a:srgbClr val="3F3F3F"/>
                          </a:solidFill>
                          <a:latin typeface="+mn-lt"/>
                        </a:rPr>
                        <a:t>Symbol definitions shared between Project.dsc and Project.fdf.</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10003"/>
                  </a:ext>
                </a:extLst>
              </a:tr>
              <a:tr h="631800">
                <a:tc>
                  <a:txBody>
                    <a:bodyPr/>
                    <a:lstStyle/>
                    <a:p>
                      <a:pPr>
                        <a:lnSpc>
                          <a:spcPct val="100000"/>
                        </a:lnSpc>
                      </a:pPr>
                      <a:r>
                        <a:rPr lang="en-US" sz="1600" b="0" strike="noStrike" spc="-1">
                          <a:solidFill>
                            <a:srgbClr val="3F3F3F"/>
                          </a:solidFill>
                          <a:latin typeface="+mn-lt"/>
                        </a:rPr>
                        <a:t>Project.fdf</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tc>
                  <a:txBody>
                    <a:bodyPr/>
                    <a:lstStyle/>
                    <a:p>
                      <a:pPr>
                        <a:lnSpc>
                          <a:spcPct val="100000"/>
                        </a:lnSpc>
                      </a:pPr>
                      <a:r>
                        <a:rPr lang="en-US" sz="1600" b="0" strike="noStrike" spc="-1">
                          <a:solidFill>
                            <a:srgbClr val="3F3F3F"/>
                          </a:solidFill>
                          <a:latin typeface="+mn-lt"/>
                        </a:rPr>
                        <a:t>Project flash definition file, which describes how firmware files are put together, combined in firmware volumes and packaged as capsules.</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10004"/>
                  </a:ext>
                </a:extLst>
              </a:tr>
              <a:tr h="631800">
                <a:tc>
                  <a:txBody>
                    <a:bodyPr/>
                    <a:lstStyle/>
                    <a:p>
                      <a:pPr>
                        <a:lnSpc>
                          <a:spcPct val="100000"/>
                        </a:lnSpc>
                      </a:pPr>
                      <a:r>
                        <a:rPr lang="en-US" sz="1600" b="0" strike="noStrike" spc="-1">
                          <a:solidFill>
                            <a:srgbClr val="3F3F3F"/>
                          </a:solidFill>
                          <a:latin typeface="+mn-lt"/>
                        </a:rPr>
                        <a:t>Project.uni</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tc>
                  <a:txBody>
                    <a:bodyPr/>
                    <a:lstStyle/>
                    <a:p>
                      <a:pPr>
                        <a:lnSpc>
                          <a:spcPct val="100000"/>
                        </a:lnSpc>
                      </a:pPr>
                      <a:r>
                        <a:rPr lang="en-US" sz="1600" b="0" strike="noStrike" spc="-1">
                          <a:solidFill>
                            <a:srgbClr val="3F3F3F"/>
                          </a:solidFill>
                          <a:latin typeface="+mn-lt"/>
                        </a:rPr>
                        <a:t>Project-wide strings definition. Strings defined here will override strings defined in individual Modules.</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10005"/>
                  </a:ext>
                </a:extLst>
              </a:tr>
              <a:tr h="361800">
                <a:tc>
                  <a:txBody>
                    <a:bodyPr/>
                    <a:lstStyle/>
                    <a:p>
                      <a:pPr>
                        <a:lnSpc>
                          <a:spcPct val="100000"/>
                        </a:lnSpc>
                      </a:pPr>
                      <a:r>
                        <a:rPr lang="en-US" sz="1600" b="0" strike="noStrike" spc="-1">
                          <a:solidFill>
                            <a:srgbClr val="3F3F3F"/>
                          </a:solidFill>
                          <a:latin typeface="+mn-lt"/>
                        </a:rPr>
                        <a:t>ProjectBuild.bat</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tc>
                  <a:txBody>
                    <a:bodyPr/>
                    <a:lstStyle/>
                    <a:p>
                      <a:pPr>
                        <a:lnSpc>
                          <a:spcPct val="100000"/>
                        </a:lnSpc>
                      </a:pPr>
                      <a:r>
                        <a:rPr lang="en-US" sz="1600" b="0" strike="noStrike" spc="-1">
                          <a:solidFill>
                            <a:srgbClr val="3F3F3F"/>
                          </a:solidFill>
                          <a:latin typeface="+mn-lt"/>
                        </a:rPr>
                        <a:t>Batch file that sets up the build environment for the command line.</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10006"/>
                  </a:ext>
                </a:extLst>
              </a:tr>
              <a:tr h="361800">
                <a:tc>
                  <a:txBody>
                    <a:bodyPr/>
                    <a:lstStyle/>
                    <a:p>
                      <a:pPr>
                        <a:lnSpc>
                          <a:spcPct val="100000"/>
                        </a:lnSpc>
                      </a:pPr>
                      <a:r>
                        <a:rPr lang="en-US" sz="1600" b="0" strike="noStrike" spc="-1">
                          <a:solidFill>
                            <a:srgbClr val="3F3F3F"/>
                          </a:solidFill>
                          <a:latin typeface="+mn-lt"/>
                        </a:rPr>
                        <a:t>ProjectPostBuild.bat</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tc>
                  <a:txBody>
                    <a:bodyPr/>
                    <a:lstStyle/>
                    <a:p>
                      <a:pPr>
                        <a:lnSpc>
                          <a:spcPct val="100000"/>
                        </a:lnSpc>
                      </a:pPr>
                      <a:r>
                        <a:rPr lang="en-US" sz="1600" b="0" strike="noStrike" spc="-1">
                          <a:solidFill>
                            <a:srgbClr val="3F3F3F"/>
                          </a:solidFill>
                          <a:latin typeface="+mn-lt"/>
                        </a:rPr>
                        <a:t>Batch file invoked after the standard build process has completed.</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10007"/>
                  </a:ext>
                </a:extLst>
              </a:tr>
              <a:tr h="361800">
                <a:tc>
                  <a:txBody>
                    <a:bodyPr/>
                    <a:lstStyle/>
                    <a:p>
                      <a:pPr>
                        <a:lnSpc>
                          <a:spcPct val="100000"/>
                        </a:lnSpc>
                      </a:pPr>
                      <a:r>
                        <a:rPr lang="en-US" sz="1600" b="0" strike="noStrike" spc="-1">
                          <a:solidFill>
                            <a:srgbClr val="3F3F3F"/>
                          </a:solidFill>
                          <a:latin typeface="+mn-lt"/>
                        </a:rPr>
                        <a:t>ProjectPreBuild.bat</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tc>
                  <a:txBody>
                    <a:bodyPr/>
                    <a:lstStyle/>
                    <a:p>
                      <a:pPr>
                        <a:lnSpc>
                          <a:spcPct val="100000"/>
                        </a:lnSpc>
                      </a:pPr>
                      <a:r>
                        <a:rPr lang="en-US" sz="1600" b="0" strike="noStrike" spc="-1">
                          <a:solidFill>
                            <a:srgbClr val="3F3F3F"/>
                          </a:solidFill>
                          <a:latin typeface="+mn-lt"/>
                        </a:rPr>
                        <a:t>Batch file invoked before the standard build process has started.</a:t>
                      </a:r>
                      <a:endParaRPr lang="en-US" sz="1600" b="0" strike="noStrike" spc="-1">
                        <a:latin typeface="+mn-lt"/>
                      </a:endParaRPr>
                    </a:p>
                  </a:txBody>
                  <a:tcPr marL="92160" marR="92160">
                    <a:lnL w="12240">
                      <a:solidFill>
                        <a:srgbClr val="478A2B"/>
                      </a:solidFill>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10008"/>
                  </a:ext>
                </a:extLst>
              </a:tr>
              <a:tr h="361800">
                <a:tc>
                  <a:txBody>
                    <a:bodyPr/>
                    <a:lstStyle/>
                    <a:p>
                      <a:pPr>
                        <a:lnSpc>
                          <a:spcPct val="100000"/>
                        </a:lnSpc>
                      </a:pPr>
                      <a:r>
                        <a:rPr lang="en-US" sz="1600" b="0" strike="noStrike" spc="-1" dirty="0">
                          <a:solidFill>
                            <a:srgbClr val="3F3F3F"/>
                          </a:solidFill>
                          <a:latin typeface="+mn-lt"/>
                        </a:rPr>
                        <a:t>ProjectSetup.bat</a:t>
                      </a:r>
                      <a:endParaRPr lang="en-US" sz="1600" b="0" strike="noStrike" spc="-1" dirty="0">
                        <a:latin typeface="+mn-lt"/>
                      </a:endParaRPr>
                    </a:p>
                  </a:txBody>
                  <a:tcPr marL="92160" marR="92160">
                    <a:lnL w="12240">
                      <a:solidFill>
                        <a:srgbClr val="478A2B"/>
                      </a:solidFill>
                    </a:lnL>
                    <a:lnR w="12240">
                      <a:solidFill>
                        <a:srgbClr val="478A2B"/>
                      </a:solidFill>
                    </a:lnR>
                    <a:lnT w="12240">
                      <a:solidFill>
                        <a:srgbClr val="478A2B"/>
                      </a:solidFill>
                    </a:lnT>
                    <a:lnB w="12240" cap="flat" cmpd="sng" algn="ctr">
                      <a:solidFill>
                        <a:srgbClr val="478A2B"/>
                      </a:solidFill>
                      <a:prstDash val="solid"/>
                      <a:round/>
                      <a:headEnd type="none" w="med" len="med"/>
                      <a:tailEnd type="none" w="med" len="med"/>
                    </a:lnB>
                    <a:solidFill>
                      <a:srgbClr val="E8EDE7"/>
                    </a:solidFill>
                  </a:tcPr>
                </a:tc>
                <a:tc>
                  <a:txBody>
                    <a:bodyPr/>
                    <a:lstStyle/>
                    <a:p>
                      <a:pPr>
                        <a:lnSpc>
                          <a:spcPct val="100000"/>
                        </a:lnSpc>
                      </a:pPr>
                      <a:r>
                        <a:rPr lang="en-US" sz="1600" b="0" strike="noStrike" spc="-1" dirty="0">
                          <a:solidFill>
                            <a:srgbClr val="3F3F3F"/>
                          </a:solidFill>
                          <a:latin typeface="+mn-lt"/>
                        </a:rPr>
                        <a:t>Batch file that sets up the build environment.</a:t>
                      </a:r>
                      <a:endParaRPr lang="en-US" sz="1600" b="0" strike="noStrike" spc="-1" dirty="0">
                        <a:latin typeface="+mn-lt"/>
                      </a:endParaRPr>
                    </a:p>
                  </a:txBody>
                  <a:tcPr marL="92160" marR="92160">
                    <a:lnL w="12240">
                      <a:solidFill>
                        <a:srgbClr val="478A2B"/>
                      </a:solidFill>
                    </a:lnL>
                    <a:lnR w="12240">
                      <a:solidFill>
                        <a:srgbClr val="478A2B"/>
                      </a:solidFill>
                    </a:lnR>
                    <a:lnT w="12240">
                      <a:solidFill>
                        <a:srgbClr val="478A2B"/>
                      </a:solidFill>
                    </a:lnT>
                    <a:lnB w="12240" cap="flat" cmpd="sng" algn="ctr">
                      <a:solidFill>
                        <a:srgbClr val="478A2B"/>
                      </a:solidFill>
                      <a:prstDash val="solid"/>
                      <a:round/>
                      <a:headEnd type="none" w="med" len="med"/>
                      <a:tailEnd type="none" w="med" len="med"/>
                    </a:lnB>
                    <a:solidFill>
                      <a:srgbClr val="E8EDE7"/>
                    </a:solidFill>
                  </a:tcPr>
                </a:tc>
                <a:extLst>
                  <a:ext uri="{0D108BD9-81ED-4DB2-BD59-A6C34878D82A}">
                    <a16:rowId xmlns:a16="http://schemas.microsoft.com/office/drawing/2014/main" val="10009"/>
                  </a:ext>
                </a:extLst>
              </a:tr>
              <a:tr h="361800">
                <a:tc>
                  <a:txBody>
                    <a:bodyPr/>
                    <a:lstStyle/>
                    <a:p>
                      <a:pPr>
                        <a:lnSpc>
                          <a:spcPct val="100000"/>
                        </a:lnSpc>
                      </a:pPr>
                      <a:r>
                        <a:rPr lang="en-US" sz="1600" b="0" strike="noStrike" spc="-1" dirty="0">
                          <a:latin typeface="+mn-lt"/>
                        </a:rPr>
                        <a:t>BuildFsp.cmd</a:t>
                      </a:r>
                    </a:p>
                  </a:txBody>
                  <a:tcPr marL="92160" marR="92160">
                    <a:lnL w="12240">
                      <a:solidFill>
                        <a:srgbClr val="478A2B"/>
                      </a:solidFill>
                    </a:lnL>
                    <a:lnR w="12240" cap="flat" cmpd="sng" algn="ctr">
                      <a:solidFill>
                        <a:srgbClr val="478A2B"/>
                      </a:solidFill>
                      <a:prstDash val="solid"/>
                      <a:round/>
                      <a:headEnd type="none" w="med" len="med"/>
                      <a:tailEnd type="none" w="med" len="med"/>
                    </a:lnR>
                    <a:lnT w="12240">
                      <a:solidFill>
                        <a:srgbClr val="478A2B"/>
                      </a:solidFill>
                    </a:lnT>
                    <a:lnB w="12240">
                      <a:solidFill>
                        <a:srgbClr val="478A2B"/>
                      </a:solidFill>
                    </a:lnB>
                    <a:solidFill>
                      <a:srgbClr val="E8EDE7"/>
                    </a:solidFill>
                  </a:tcPr>
                </a:tc>
                <a:tc>
                  <a:txBody>
                    <a:bodyPr/>
                    <a:lstStyle/>
                    <a:p>
                      <a:pPr>
                        <a:lnSpc>
                          <a:spcPct val="100000"/>
                        </a:lnSpc>
                      </a:pPr>
                      <a:r>
                        <a:rPr lang="en-US" sz="1600" b="0" strike="noStrike" spc="-1" dirty="0">
                          <a:latin typeface="+mn-lt"/>
                        </a:rPr>
                        <a:t>Batch file for building and generating FSP Binary</a:t>
                      </a:r>
                    </a:p>
                  </a:txBody>
                  <a:tcPr marL="92160" marR="92160">
                    <a:lnL w="12240" cap="flat" cmpd="sng" algn="ctr">
                      <a:solidFill>
                        <a:srgbClr val="478A2B"/>
                      </a:solidFill>
                      <a:prstDash val="solid"/>
                      <a:round/>
                      <a:headEnd type="none" w="med" len="med"/>
                      <a:tailEnd type="none" w="med" len="med"/>
                    </a:lnL>
                    <a:lnR w="12240">
                      <a:solidFill>
                        <a:srgbClr val="478A2B"/>
                      </a:solidFill>
                    </a:lnR>
                    <a:lnT w="12240">
                      <a:solidFill>
                        <a:srgbClr val="478A2B"/>
                      </a:solidFill>
                    </a:lnT>
                    <a:lnB w="12240">
                      <a:solidFill>
                        <a:srgbClr val="478A2B"/>
                      </a:solidFill>
                    </a:lnB>
                    <a:solidFill>
                      <a:srgbClr val="E8EDE7"/>
                    </a:solidFill>
                  </a:tcPr>
                </a:tc>
                <a:extLst>
                  <a:ext uri="{0D108BD9-81ED-4DB2-BD59-A6C34878D82A}">
                    <a16:rowId xmlns:a16="http://schemas.microsoft.com/office/drawing/2014/main" val="3032366373"/>
                  </a:ext>
                </a:extLst>
              </a:tr>
            </a:tbl>
          </a:graphicData>
        </a:graphic>
      </p:graphicFrame>
    </p:spTree>
    <p:extLst>
      <p:ext uri="{BB962C8B-B14F-4D97-AF65-F5344CB8AC3E}">
        <p14:creationId xmlns:p14="http://schemas.microsoft.com/office/powerpoint/2010/main" val="4277192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247D4C-5E80-48D0-8BC5-24EE5351DA4D}"/>
              </a:ext>
            </a:extLst>
          </p:cNvPr>
          <p:cNvSpPr>
            <a:spLocks noGrp="1"/>
          </p:cNvSpPr>
          <p:nvPr>
            <p:ph type="title"/>
          </p:nvPr>
        </p:nvSpPr>
        <p:spPr/>
        <p:txBody>
          <a:bodyPr/>
          <a:lstStyle/>
          <a:p>
            <a:r>
              <a:rPr lang="en-US" altLang="zh-TW" dirty="0"/>
              <a:t>Generate The Binary</a:t>
            </a:r>
            <a:endParaRPr lang="zh-TW" altLang="en-US" dirty="0"/>
          </a:p>
        </p:txBody>
      </p:sp>
      <p:sp>
        <p:nvSpPr>
          <p:cNvPr id="3" name="內容版面配置區 2">
            <a:extLst>
              <a:ext uri="{FF2B5EF4-FFF2-40B4-BE49-F238E27FC236}">
                <a16:creationId xmlns:a16="http://schemas.microsoft.com/office/drawing/2014/main" id="{6AA11E2D-BE72-4754-B63D-2539A084248C}"/>
              </a:ext>
            </a:extLst>
          </p:cNvPr>
          <p:cNvSpPr>
            <a:spLocks noGrp="1"/>
          </p:cNvSpPr>
          <p:nvPr>
            <p:ph idx="1"/>
          </p:nvPr>
        </p:nvSpPr>
        <p:spPr/>
        <p:txBody>
          <a:bodyPr/>
          <a:lstStyle/>
          <a:p>
            <a:pPr marL="228600" indent="-228240">
              <a:lnSpc>
                <a:spcPct val="90000"/>
              </a:lnSpc>
              <a:spcBef>
                <a:spcPts val="1001"/>
              </a:spcBef>
              <a:buClr>
                <a:srgbClr val="3F3F3F"/>
              </a:buClr>
              <a:buFont typeface="Arial"/>
              <a:buChar char="•"/>
            </a:pPr>
            <a:r>
              <a:rPr lang="en-US" altLang="zh-TW" sz="2800" b="0" strike="noStrike" spc="-1" dirty="0" err="1">
                <a:solidFill>
                  <a:srgbClr val="3F3F3F"/>
                </a:solidFill>
              </a:rPr>
              <a:t>Dould</a:t>
            </a:r>
            <a:r>
              <a:rPr lang="en-US" altLang="zh-TW" sz="2800" b="0" strike="noStrike" spc="-1" dirty="0">
                <a:solidFill>
                  <a:srgbClr val="3F3F3F"/>
                </a:solidFill>
              </a:rPr>
              <a:t> Click</a:t>
            </a:r>
            <a:r>
              <a:rPr lang="en-US" altLang="zh-TW" sz="2800" b="1" strike="noStrike" spc="-1" dirty="0">
                <a:solidFill>
                  <a:srgbClr val="3F3F3F"/>
                </a:solidFill>
              </a:rPr>
              <a:t> ProjectBuild.bat</a:t>
            </a:r>
            <a:endParaRPr lang="en-US" altLang="zh-TW" sz="2800" b="0" strike="noStrike" spc="-1" dirty="0">
              <a:solidFill>
                <a:srgbClr val="3F3F3F"/>
              </a:solidFill>
            </a:endParaRPr>
          </a:p>
          <a:p>
            <a:pPr marL="685800" lvl="1" indent="-228240">
              <a:lnSpc>
                <a:spcPct val="90000"/>
              </a:lnSpc>
              <a:spcBef>
                <a:spcPts val="499"/>
              </a:spcBef>
              <a:buClr>
                <a:srgbClr val="3F3F3F"/>
              </a:buClr>
              <a:buFont typeface="Arial"/>
              <a:buChar char="•"/>
            </a:pPr>
            <a:r>
              <a:rPr lang="en-US" altLang="zh-TW" sz="2400" b="0" strike="noStrike" spc="-1" dirty="0">
                <a:solidFill>
                  <a:srgbClr val="3F3F3F"/>
                </a:solidFill>
              </a:rPr>
              <a:t>X64: </a:t>
            </a:r>
            <a:r>
              <a:rPr lang="en-US" altLang="zh-TW" b="0" strike="noStrike" spc="-1" dirty="0">
                <a:solidFill>
                  <a:srgbClr val="3F3F3F"/>
                </a:solidFill>
              </a:rPr>
              <a:t>Run “</a:t>
            </a:r>
            <a:r>
              <a:rPr lang="en-US" altLang="zh-TW" b="1" strike="noStrike" spc="-1" dirty="0" err="1">
                <a:solidFill>
                  <a:srgbClr val="FF0000"/>
                </a:solidFill>
              </a:rPr>
              <a:t>nmake</a:t>
            </a:r>
            <a:r>
              <a:rPr lang="en-US" altLang="zh-TW" b="1" strike="noStrike" spc="-1" dirty="0">
                <a:solidFill>
                  <a:srgbClr val="FF0000"/>
                </a:solidFill>
              </a:rPr>
              <a:t> uefi64</a:t>
            </a:r>
            <a:r>
              <a:rPr lang="en-US" altLang="zh-TW" b="0" strike="noStrike" spc="-1" dirty="0">
                <a:solidFill>
                  <a:srgbClr val="3F3F3F"/>
                </a:solidFill>
              </a:rPr>
              <a:t>” or “</a:t>
            </a:r>
            <a:r>
              <a:rPr lang="en-US" altLang="zh-TW" b="1" strike="noStrike" spc="-1" dirty="0" err="1">
                <a:solidFill>
                  <a:srgbClr val="FF0000"/>
                </a:solidFill>
              </a:rPr>
              <a:t>nmake</a:t>
            </a:r>
            <a:r>
              <a:rPr lang="en-US" altLang="zh-TW" b="1" strike="noStrike" spc="-1" dirty="0">
                <a:solidFill>
                  <a:srgbClr val="FF0000"/>
                </a:solidFill>
              </a:rPr>
              <a:t> </a:t>
            </a:r>
            <a:r>
              <a:rPr lang="en-US" altLang="zh-TW" b="1" strike="noStrike" spc="-1" dirty="0" err="1">
                <a:solidFill>
                  <a:srgbClr val="FF0000"/>
                </a:solidFill>
              </a:rPr>
              <a:t>efidebug</a:t>
            </a:r>
            <a:r>
              <a:rPr lang="en-US" altLang="zh-TW" b="0" strike="noStrike" spc="-1" dirty="0">
                <a:solidFill>
                  <a:srgbClr val="3F3F3F"/>
                </a:solidFill>
              </a:rPr>
              <a:t>”</a:t>
            </a:r>
          </a:p>
          <a:p>
            <a:endParaRPr lang="en-US" altLang="zh-TW" sz="2400" b="0" strike="noStrike" spc="-1" dirty="0">
              <a:solidFill>
                <a:srgbClr val="3F3F3F"/>
              </a:solidFill>
            </a:endParaRPr>
          </a:p>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If building successfully, it will generate the binary in  </a:t>
            </a:r>
            <a:r>
              <a:rPr lang="en-US" altLang="zh-TW" sz="2000" b="0" strike="noStrike" spc="-1" dirty="0">
                <a:solidFill>
                  <a:srgbClr val="3F3F3F"/>
                </a:solidFill>
              </a:rPr>
              <a:t>$(WORKSPACE)/Build/$(PROJECT_PKG)/$(BUILD_TARGET)_$(TOOL_CHAIN)/FV/</a:t>
            </a:r>
            <a:r>
              <a:rPr lang="en-US" altLang="zh-TW" sz="2000" b="0" strike="noStrike" spc="-1" dirty="0" err="1">
                <a:solidFill>
                  <a:srgbClr val="3F3F3F"/>
                </a:solidFill>
              </a:rPr>
              <a:t>EGLSTRM.fd</a:t>
            </a:r>
            <a:endParaRPr lang="en-US" altLang="zh-TW" sz="2000" b="0" strike="noStrike" spc="-1" dirty="0">
              <a:solidFill>
                <a:srgbClr val="3F3F3F"/>
              </a:solidFill>
            </a:endParaRPr>
          </a:p>
          <a:p>
            <a:pPr marL="229320" indent="0">
              <a:lnSpc>
                <a:spcPct val="100000"/>
              </a:lnSpc>
              <a:spcBef>
                <a:spcPts val="499"/>
              </a:spcBef>
              <a:buNone/>
            </a:pPr>
            <a:r>
              <a:rPr lang="en-US" altLang="zh-TW" sz="2000" b="1" strike="noStrike" spc="-1" dirty="0">
                <a:solidFill>
                  <a:srgbClr val="3F3F3F"/>
                </a:solidFill>
              </a:rPr>
              <a:t>    Build/</a:t>
            </a:r>
            <a:r>
              <a:rPr lang="en-US" altLang="zh-TW" sz="2000" b="1" spc="-1" dirty="0" err="1">
                <a:solidFill>
                  <a:srgbClr val="3F3F3F"/>
                </a:solidFill>
              </a:rPr>
              <a:t>EagleStream</a:t>
            </a:r>
            <a:r>
              <a:rPr lang="en-US" altLang="zh-TW" sz="2000" b="1" strike="noStrike" spc="-1" dirty="0" err="1">
                <a:solidFill>
                  <a:srgbClr val="3F3F3F"/>
                </a:solidFill>
              </a:rPr>
              <a:t>MultiBoardPkg</a:t>
            </a:r>
            <a:r>
              <a:rPr lang="en-US" altLang="zh-TW" sz="2000" b="1" strike="noStrike" spc="-1" dirty="0">
                <a:solidFill>
                  <a:srgbClr val="3F3F3F"/>
                </a:solidFill>
              </a:rPr>
              <a:t>/RELEASE_VS2015x86/FV/</a:t>
            </a:r>
            <a:r>
              <a:rPr lang="en-US" altLang="zh-TW" sz="2000" b="1" strike="noStrike" spc="-1" dirty="0" err="1">
                <a:solidFill>
                  <a:srgbClr val="3F3F3F"/>
                </a:solidFill>
              </a:rPr>
              <a:t>EGLSTRM.fd</a:t>
            </a:r>
            <a:endParaRPr lang="en-US" altLang="zh-TW" sz="2000" b="0" strike="noStrike" spc="-1" dirty="0">
              <a:solidFill>
                <a:srgbClr val="3F3F3F"/>
              </a:solidFill>
            </a:endParaRPr>
          </a:p>
          <a:p>
            <a:pPr indent="0">
              <a:lnSpc>
                <a:spcPct val="90000"/>
              </a:lnSpc>
              <a:spcBef>
                <a:spcPts val="499"/>
              </a:spcBef>
              <a:buNone/>
            </a:pPr>
            <a:r>
              <a:rPr lang="en-US" altLang="zh-TW" sz="2000" b="1" strike="noStrike" spc="-1" dirty="0">
                <a:solidFill>
                  <a:srgbClr val="3F3F3F"/>
                </a:solidFill>
              </a:rPr>
              <a:t>    Build/</a:t>
            </a:r>
            <a:r>
              <a:rPr lang="en-US" altLang="zh-TW" sz="2000" b="1" spc="-1" dirty="0" err="1">
                <a:solidFill>
                  <a:srgbClr val="3F3F3F"/>
                </a:solidFill>
              </a:rPr>
              <a:t>EagleStream</a:t>
            </a:r>
            <a:r>
              <a:rPr lang="en-US" altLang="zh-TW" sz="2000" b="1" strike="noStrike" spc="-1" dirty="0" err="1">
                <a:solidFill>
                  <a:srgbClr val="3F3F3F"/>
                </a:solidFill>
              </a:rPr>
              <a:t>MultiBoardPkg</a:t>
            </a:r>
            <a:r>
              <a:rPr lang="en-US" altLang="zh-TW" sz="2000" b="1" strike="noStrike" spc="-1" dirty="0">
                <a:solidFill>
                  <a:srgbClr val="3F3F3F"/>
                </a:solidFill>
              </a:rPr>
              <a:t>/DEBUG_VS2015x86/FV/</a:t>
            </a:r>
            <a:r>
              <a:rPr lang="en-US" altLang="zh-TW" sz="2000" b="1" strike="noStrike" spc="-1" dirty="0" err="1">
                <a:solidFill>
                  <a:srgbClr val="3F3F3F"/>
                </a:solidFill>
              </a:rPr>
              <a:t>EGLSTRM.fd</a:t>
            </a:r>
            <a:endParaRPr lang="en-US" altLang="zh-TW" sz="2000" b="0" strike="noStrike" spc="-1" dirty="0">
              <a:solidFill>
                <a:srgbClr val="3F3F3F"/>
              </a:solidFill>
            </a:endParaRPr>
          </a:p>
          <a:p>
            <a:endParaRPr lang="zh-TW" altLang="en-US" dirty="0"/>
          </a:p>
        </p:txBody>
      </p:sp>
    </p:spTree>
    <p:extLst>
      <p:ext uri="{BB962C8B-B14F-4D97-AF65-F5344CB8AC3E}">
        <p14:creationId xmlns:p14="http://schemas.microsoft.com/office/powerpoint/2010/main" val="1090019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247D4C-5E80-48D0-8BC5-24EE5351DA4D}"/>
              </a:ext>
            </a:extLst>
          </p:cNvPr>
          <p:cNvSpPr>
            <a:spLocks noGrp="1"/>
          </p:cNvSpPr>
          <p:nvPr>
            <p:ph type="title"/>
          </p:nvPr>
        </p:nvSpPr>
        <p:spPr/>
        <p:txBody>
          <a:bodyPr>
            <a:normAutofit/>
          </a:bodyPr>
          <a:lstStyle/>
          <a:p>
            <a:r>
              <a:rPr lang="en-US" altLang="zh-TW" dirty="0"/>
              <a:t>Generate The Binary</a:t>
            </a:r>
            <a:br>
              <a:rPr lang="en-US" altLang="zh-TW" dirty="0"/>
            </a:br>
            <a:r>
              <a:rPr lang="en-US" altLang="zh-TW" sz="2000" dirty="0"/>
              <a:t>FSP</a:t>
            </a:r>
            <a:endParaRPr lang="zh-TW" altLang="en-US" sz="2000" dirty="0"/>
          </a:p>
        </p:txBody>
      </p:sp>
      <p:sp>
        <p:nvSpPr>
          <p:cNvPr id="3" name="內容版面配置區 2">
            <a:extLst>
              <a:ext uri="{FF2B5EF4-FFF2-40B4-BE49-F238E27FC236}">
                <a16:creationId xmlns:a16="http://schemas.microsoft.com/office/drawing/2014/main" id="{6AA11E2D-BE72-4754-B63D-2539A084248C}"/>
              </a:ext>
            </a:extLst>
          </p:cNvPr>
          <p:cNvSpPr>
            <a:spLocks noGrp="1"/>
          </p:cNvSpPr>
          <p:nvPr>
            <p:ph idx="1"/>
          </p:nvPr>
        </p:nvSpPr>
        <p:spPr/>
        <p:txBody>
          <a:bodyPr/>
          <a:lstStyle/>
          <a:p>
            <a:pPr marL="228600" indent="-228240">
              <a:lnSpc>
                <a:spcPct val="90000"/>
              </a:lnSpc>
              <a:spcBef>
                <a:spcPts val="1001"/>
              </a:spcBef>
              <a:buClr>
                <a:srgbClr val="3F3F3F"/>
              </a:buClr>
              <a:buFont typeface="Arial"/>
              <a:buChar char="•"/>
            </a:pPr>
            <a:r>
              <a:rPr lang="en-US" altLang="zh-TW" sz="2800" b="0" strike="noStrike" spc="-1" dirty="0" err="1">
                <a:solidFill>
                  <a:srgbClr val="3F3F3F"/>
                </a:solidFill>
              </a:rPr>
              <a:t>Dould</a:t>
            </a:r>
            <a:r>
              <a:rPr lang="en-US" altLang="zh-TW" sz="2800" b="0" strike="noStrike" spc="-1" dirty="0">
                <a:solidFill>
                  <a:srgbClr val="3F3F3F"/>
                </a:solidFill>
              </a:rPr>
              <a:t> Click</a:t>
            </a:r>
            <a:r>
              <a:rPr lang="en-US" altLang="zh-TW" sz="2800" b="1" strike="noStrike" spc="-1" dirty="0">
                <a:solidFill>
                  <a:srgbClr val="3F3F3F"/>
                </a:solidFill>
              </a:rPr>
              <a:t> ProjectBuild.bat</a:t>
            </a:r>
            <a:endParaRPr lang="en-US" altLang="zh-TW" sz="2000" b="0" strike="noStrike" spc="-1" dirty="0">
              <a:solidFill>
                <a:srgbClr val="3F3F3F"/>
              </a:solidFill>
            </a:endParaRPr>
          </a:p>
          <a:p>
            <a:pPr marL="685800" lvl="1" indent="-228240">
              <a:lnSpc>
                <a:spcPct val="90000"/>
              </a:lnSpc>
              <a:spcBef>
                <a:spcPts val="499"/>
              </a:spcBef>
              <a:buClr>
                <a:srgbClr val="3F3F3F"/>
              </a:buClr>
              <a:buFont typeface="Arial"/>
              <a:buChar char="•"/>
            </a:pPr>
            <a:r>
              <a:rPr lang="en-US" altLang="zh-TW" spc="-1" dirty="0">
                <a:solidFill>
                  <a:srgbClr val="3F3F3F"/>
                </a:solidFill>
              </a:rPr>
              <a:t>X64 (FSP): </a:t>
            </a:r>
          </a:p>
          <a:p>
            <a:pPr marL="1371960" lvl="2" indent="-457200">
              <a:spcBef>
                <a:spcPts val="499"/>
              </a:spcBef>
              <a:buClr>
                <a:srgbClr val="3F3F3F"/>
              </a:buClr>
              <a:buFont typeface="+mj-lt"/>
              <a:buAutoNum type="arabicPeriod"/>
            </a:pPr>
            <a:r>
              <a:rPr lang="en-US" altLang="zh-TW" b="0" strike="noStrike" spc="-1" dirty="0">
                <a:solidFill>
                  <a:srgbClr val="3F3F3F"/>
                </a:solidFill>
              </a:rPr>
              <a:t>Run “</a:t>
            </a:r>
            <a:r>
              <a:rPr lang="en-US" altLang="zh-TW" b="1" strike="noStrike" spc="-1" dirty="0">
                <a:solidFill>
                  <a:srgbClr val="FF0000"/>
                </a:solidFill>
              </a:rPr>
              <a:t>BuildFsp.cmd /r</a:t>
            </a:r>
            <a:r>
              <a:rPr lang="en-US" altLang="zh-TW" b="0" strike="noStrike" spc="-1" dirty="0">
                <a:solidFill>
                  <a:srgbClr val="3F3F3F"/>
                </a:solidFill>
              </a:rPr>
              <a:t>” or “</a:t>
            </a:r>
            <a:r>
              <a:rPr lang="en-US" altLang="zh-TW" b="1" spc="-1" dirty="0">
                <a:solidFill>
                  <a:srgbClr val="FF0000"/>
                </a:solidFill>
              </a:rPr>
              <a:t>BuildFsp.cmd /d</a:t>
            </a:r>
            <a:r>
              <a:rPr lang="en-US" altLang="zh-TW" b="0" strike="noStrike" spc="-1" dirty="0">
                <a:solidFill>
                  <a:srgbClr val="3F3F3F"/>
                </a:solidFill>
              </a:rPr>
              <a:t>”</a:t>
            </a:r>
          </a:p>
          <a:p>
            <a:pPr marL="1371960" lvl="2" indent="-457200">
              <a:spcBef>
                <a:spcPts val="499"/>
              </a:spcBef>
              <a:buClr>
                <a:srgbClr val="3F3F3F"/>
              </a:buClr>
              <a:buFont typeface="+mj-lt"/>
              <a:buAutoNum type="arabicPeriod"/>
            </a:pPr>
            <a:r>
              <a:rPr lang="en-US" altLang="zh-TW" spc="-1" dirty="0">
                <a:solidFill>
                  <a:srgbClr val="3F3F3F"/>
                </a:solidFill>
              </a:rPr>
              <a:t>Run “</a:t>
            </a:r>
            <a:r>
              <a:rPr lang="en-US" altLang="zh-TW" b="1" spc="-1" dirty="0" err="1">
                <a:solidFill>
                  <a:srgbClr val="FF0000"/>
                </a:solidFill>
              </a:rPr>
              <a:t>nmake</a:t>
            </a:r>
            <a:r>
              <a:rPr lang="en-US" altLang="zh-TW" b="1" spc="-1" dirty="0">
                <a:solidFill>
                  <a:srgbClr val="FF0000"/>
                </a:solidFill>
              </a:rPr>
              <a:t> uefi64fsp</a:t>
            </a:r>
            <a:r>
              <a:rPr lang="en-US" altLang="zh-TW" spc="-1" dirty="0">
                <a:solidFill>
                  <a:srgbClr val="3F3F3F"/>
                </a:solidFill>
              </a:rPr>
              <a:t>” or “</a:t>
            </a:r>
            <a:r>
              <a:rPr lang="en-US" altLang="zh-TW" b="1" spc="-1" dirty="0" err="1">
                <a:solidFill>
                  <a:srgbClr val="FF0000"/>
                </a:solidFill>
              </a:rPr>
              <a:t>nmake</a:t>
            </a:r>
            <a:r>
              <a:rPr lang="en-US" altLang="zh-TW" b="1" spc="-1" dirty="0">
                <a:solidFill>
                  <a:srgbClr val="FF0000"/>
                </a:solidFill>
              </a:rPr>
              <a:t> </a:t>
            </a:r>
            <a:r>
              <a:rPr lang="en-US" altLang="zh-TW" b="1" spc="-1" dirty="0" err="1">
                <a:solidFill>
                  <a:srgbClr val="FF0000"/>
                </a:solidFill>
              </a:rPr>
              <a:t>efidebugfsp</a:t>
            </a:r>
            <a:r>
              <a:rPr lang="en-US" altLang="zh-TW" spc="-1" dirty="0">
                <a:solidFill>
                  <a:srgbClr val="3F3F3F"/>
                </a:solidFill>
              </a:rPr>
              <a:t>”</a:t>
            </a:r>
            <a:endParaRPr lang="en-US" altLang="zh-TW" b="0" strike="noStrike" spc="-1" dirty="0">
              <a:solidFill>
                <a:srgbClr val="3F3F3F"/>
              </a:solidFill>
            </a:endParaRPr>
          </a:p>
          <a:p>
            <a:endParaRPr lang="en-US" altLang="zh-TW" sz="2400" b="0" strike="noStrike" spc="-1" dirty="0">
              <a:solidFill>
                <a:srgbClr val="3F3F3F"/>
              </a:solidFill>
            </a:endParaRPr>
          </a:p>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If building successfully, it will generate the binary in  </a:t>
            </a:r>
            <a:r>
              <a:rPr lang="en-US" altLang="zh-TW" sz="2000" b="0" strike="noStrike" spc="-1" dirty="0">
                <a:solidFill>
                  <a:srgbClr val="3F3F3F"/>
                </a:solidFill>
              </a:rPr>
              <a:t>$(WORKSPACE)/Build/$(PROJECT_PKG)/$(BUILD_TARGET)_$(TOOL_CHAIN)/FV/</a:t>
            </a:r>
            <a:r>
              <a:rPr lang="en-US" altLang="zh-TW" sz="2000" b="0" strike="noStrike" spc="-1" dirty="0" err="1">
                <a:solidFill>
                  <a:srgbClr val="3F3F3F"/>
                </a:solidFill>
              </a:rPr>
              <a:t>EGLSTRM.fd</a:t>
            </a:r>
            <a:endParaRPr lang="en-US" altLang="zh-TW" sz="2000" b="0" strike="noStrike" spc="-1" dirty="0">
              <a:solidFill>
                <a:srgbClr val="3F3F3F"/>
              </a:solidFill>
            </a:endParaRPr>
          </a:p>
          <a:p>
            <a:pPr marL="229320" indent="0">
              <a:lnSpc>
                <a:spcPct val="100000"/>
              </a:lnSpc>
              <a:spcBef>
                <a:spcPts val="499"/>
              </a:spcBef>
              <a:buNone/>
            </a:pPr>
            <a:r>
              <a:rPr lang="en-US" altLang="zh-TW" sz="2000" b="1" strike="noStrike" spc="-1" dirty="0">
                <a:solidFill>
                  <a:srgbClr val="3F3F3F"/>
                </a:solidFill>
              </a:rPr>
              <a:t>    Build/</a:t>
            </a:r>
            <a:r>
              <a:rPr lang="en-US" altLang="zh-TW" sz="2000" b="1" spc="-1" dirty="0" err="1">
                <a:solidFill>
                  <a:srgbClr val="3F3F3F"/>
                </a:solidFill>
              </a:rPr>
              <a:t>EagleStream</a:t>
            </a:r>
            <a:r>
              <a:rPr lang="en-US" altLang="zh-TW" sz="2000" b="1" strike="noStrike" spc="-1" dirty="0" err="1">
                <a:solidFill>
                  <a:srgbClr val="3F3F3F"/>
                </a:solidFill>
              </a:rPr>
              <a:t>MultiBoardPkg</a:t>
            </a:r>
            <a:r>
              <a:rPr lang="en-US" altLang="zh-TW" sz="2000" b="1" strike="noStrike" spc="-1" dirty="0">
                <a:solidFill>
                  <a:srgbClr val="3F3F3F"/>
                </a:solidFill>
              </a:rPr>
              <a:t>/RELEASE_VS2015x86/FV/</a:t>
            </a:r>
            <a:r>
              <a:rPr lang="en-US" altLang="zh-TW" sz="2000" b="1" strike="noStrike" spc="-1" dirty="0" err="1">
                <a:solidFill>
                  <a:srgbClr val="3F3F3F"/>
                </a:solidFill>
              </a:rPr>
              <a:t>EGLSTRM.fd</a:t>
            </a:r>
            <a:endParaRPr lang="en-US" altLang="zh-TW" sz="2000" b="0" strike="noStrike" spc="-1" dirty="0">
              <a:solidFill>
                <a:srgbClr val="3F3F3F"/>
              </a:solidFill>
            </a:endParaRPr>
          </a:p>
          <a:p>
            <a:pPr indent="0">
              <a:lnSpc>
                <a:spcPct val="90000"/>
              </a:lnSpc>
              <a:spcBef>
                <a:spcPts val="499"/>
              </a:spcBef>
              <a:buNone/>
            </a:pPr>
            <a:r>
              <a:rPr lang="en-US" altLang="zh-TW" sz="2000" b="1" strike="noStrike" spc="-1" dirty="0">
                <a:solidFill>
                  <a:srgbClr val="3F3F3F"/>
                </a:solidFill>
              </a:rPr>
              <a:t>    Build/</a:t>
            </a:r>
            <a:r>
              <a:rPr lang="en-US" altLang="zh-TW" sz="2000" b="1" spc="-1" dirty="0" err="1">
                <a:solidFill>
                  <a:srgbClr val="3F3F3F"/>
                </a:solidFill>
              </a:rPr>
              <a:t>EagleStream</a:t>
            </a:r>
            <a:r>
              <a:rPr lang="en-US" altLang="zh-TW" sz="2000" b="1" strike="noStrike" spc="-1" dirty="0" err="1">
                <a:solidFill>
                  <a:srgbClr val="3F3F3F"/>
                </a:solidFill>
              </a:rPr>
              <a:t>MultiBoardPkg</a:t>
            </a:r>
            <a:r>
              <a:rPr lang="en-US" altLang="zh-TW" sz="2000" b="1" strike="noStrike" spc="-1" dirty="0">
                <a:solidFill>
                  <a:srgbClr val="3F3F3F"/>
                </a:solidFill>
              </a:rPr>
              <a:t>/DEBUG_VS2015x86/FV/</a:t>
            </a:r>
            <a:r>
              <a:rPr lang="en-US" altLang="zh-TW" sz="2000" b="1" strike="noStrike" spc="-1" dirty="0" err="1">
                <a:solidFill>
                  <a:srgbClr val="3F3F3F"/>
                </a:solidFill>
              </a:rPr>
              <a:t>EGLSTRM.fd</a:t>
            </a:r>
            <a:endParaRPr lang="en-US" altLang="zh-TW" sz="2000" b="0" strike="noStrike" spc="-1" dirty="0">
              <a:solidFill>
                <a:srgbClr val="3F3F3F"/>
              </a:solidFill>
            </a:endParaRPr>
          </a:p>
          <a:p>
            <a:endParaRPr lang="zh-TW" altLang="en-US" dirty="0"/>
          </a:p>
        </p:txBody>
      </p:sp>
    </p:spTree>
    <p:extLst>
      <p:ext uri="{BB962C8B-B14F-4D97-AF65-F5344CB8AC3E}">
        <p14:creationId xmlns:p14="http://schemas.microsoft.com/office/powerpoint/2010/main" val="3756105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678988-6CEF-451E-B90A-7901D810FB89}"/>
              </a:ext>
            </a:extLst>
          </p:cNvPr>
          <p:cNvSpPr>
            <a:spLocks noGrp="1"/>
          </p:cNvSpPr>
          <p:nvPr>
            <p:ph type="title"/>
          </p:nvPr>
        </p:nvSpPr>
        <p:spPr/>
        <p:txBody>
          <a:bodyPr>
            <a:normAutofit fontScale="90000"/>
          </a:bodyPr>
          <a:lstStyle/>
          <a:p>
            <a:r>
              <a:rPr lang="en-US" altLang="zh-TW" dirty="0"/>
              <a:t>Customize Actions Before or After Creation of the BIOS Binary</a:t>
            </a:r>
            <a:endParaRPr lang="zh-TW" altLang="en-US" dirty="0"/>
          </a:p>
        </p:txBody>
      </p:sp>
      <p:sp>
        <p:nvSpPr>
          <p:cNvPr id="3" name="內容版面配置區 2">
            <a:extLst>
              <a:ext uri="{FF2B5EF4-FFF2-40B4-BE49-F238E27FC236}">
                <a16:creationId xmlns:a16="http://schemas.microsoft.com/office/drawing/2014/main" id="{C13CCD2B-EB75-43B4-9BCB-06C9B1D5FB3D}"/>
              </a:ext>
            </a:extLst>
          </p:cNvPr>
          <p:cNvSpPr>
            <a:spLocks noGrp="1"/>
          </p:cNvSpPr>
          <p:nvPr>
            <p:ph idx="1"/>
          </p:nvPr>
        </p:nvSpPr>
        <p:spPr/>
        <p:txBody>
          <a:bodyPr>
            <a:normAutofit fontScale="92500" lnSpcReduction="20000"/>
          </a:bodyPr>
          <a:lstStyle/>
          <a:p>
            <a:pPr marL="228600" indent="-227520">
              <a:lnSpc>
                <a:spcPct val="100000"/>
              </a:lnSpc>
              <a:spcBef>
                <a:spcPts val="1001"/>
              </a:spcBef>
              <a:buClr>
                <a:srgbClr val="FF0000"/>
              </a:buClr>
              <a:buFont typeface="Arial"/>
              <a:buChar char="•"/>
            </a:pPr>
            <a:r>
              <a:rPr lang="en-US" altLang="zh-TW" sz="2800" b="1" strike="noStrike" spc="-1" dirty="0">
                <a:solidFill>
                  <a:srgbClr val="FF0000"/>
                </a:solidFill>
              </a:rPr>
              <a:t>KernelPreBuild.bat</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rPr>
              <a:t>Called by ProjectPreBuild.bat</a:t>
            </a:r>
          </a:p>
          <a:p>
            <a:pPr marL="228600" indent="-227520">
              <a:lnSpc>
                <a:spcPct val="100000"/>
              </a:lnSpc>
              <a:spcBef>
                <a:spcPts val="1001"/>
              </a:spcBef>
              <a:buClr>
                <a:srgbClr val="3F3F3F"/>
              </a:buClr>
              <a:buFont typeface="Arial"/>
              <a:buChar char="•"/>
            </a:pPr>
            <a:r>
              <a:rPr lang="en-US" altLang="zh-TW" sz="2800" b="1" strike="noStrike" spc="-1" dirty="0">
                <a:solidFill>
                  <a:srgbClr val="FF0000"/>
                </a:solidFill>
              </a:rPr>
              <a:t>ChipsetPreBuild.bat</a:t>
            </a:r>
            <a:endParaRPr lang="en-US" altLang="zh-TW" sz="2800" b="0" strike="noStrike" spc="-1" dirty="0">
              <a:solidFill>
                <a:srgbClr val="FF0000"/>
              </a:solidFill>
            </a:endParaRPr>
          </a:p>
          <a:p>
            <a:pPr marL="685800" lvl="1" indent="-227520">
              <a:lnSpc>
                <a:spcPct val="100000"/>
              </a:lnSpc>
              <a:spcBef>
                <a:spcPts val="499"/>
              </a:spcBef>
              <a:buClr>
                <a:srgbClr val="3F3F3F"/>
              </a:buClr>
              <a:buFont typeface="Arial"/>
              <a:buChar char="•"/>
            </a:pPr>
            <a:r>
              <a:rPr lang="en-US" altLang="zh-TW" sz="1800" b="0" strike="noStrike" spc="-1" dirty="0">
                <a:solidFill>
                  <a:srgbClr val="3F3F3F"/>
                </a:solidFill>
              </a:rPr>
              <a:t>Commands after calling KernelPreBuild.bat</a:t>
            </a:r>
          </a:p>
          <a:p>
            <a:pPr marL="228600" indent="-227520">
              <a:lnSpc>
                <a:spcPct val="100000"/>
              </a:lnSpc>
              <a:spcBef>
                <a:spcPts val="1001"/>
              </a:spcBef>
              <a:buClr>
                <a:srgbClr val="FF0000"/>
              </a:buClr>
              <a:buFont typeface="Arial"/>
              <a:buChar char="•"/>
            </a:pPr>
            <a:r>
              <a:rPr lang="en-US" altLang="zh-TW" sz="2800" b="1" strike="noStrike" spc="-1" dirty="0">
                <a:solidFill>
                  <a:srgbClr val="FF0000"/>
                </a:solidFill>
              </a:rPr>
              <a:t>ProjectPreBuild.bat</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rPr>
              <a:t>Commands after finishing ChipsetPreBuild.bat</a:t>
            </a:r>
          </a:p>
          <a:p>
            <a:pPr>
              <a:lnSpc>
                <a:spcPct val="100000"/>
              </a:lnSpc>
              <a:spcBef>
                <a:spcPts val="1001"/>
              </a:spcBef>
            </a:pPr>
            <a:endParaRPr lang="en-US" altLang="zh-TW" sz="2000" b="0" strike="noStrike" spc="-1" dirty="0">
              <a:solidFill>
                <a:srgbClr val="3F3F3F"/>
              </a:solidFill>
            </a:endParaRPr>
          </a:p>
          <a:p>
            <a:pPr marL="228600" indent="-227520">
              <a:lnSpc>
                <a:spcPct val="100000"/>
              </a:lnSpc>
              <a:spcBef>
                <a:spcPts val="1001"/>
              </a:spcBef>
              <a:buClr>
                <a:srgbClr val="FF0000"/>
              </a:buClr>
              <a:buFont typeface="Arial"/>
              <a:buChar char="•"/>
            </a:pPr>
            <a:r>
              <a:rPr lang="en-US" altLang="zh-TW" sz="2800" b="1" strike="noStrike" spc="-1" dirty="0">
                <a:solidFill>
                  <a:srgbClr val="FF0000"/>
                </a:solidFill>
              </a:rPr>
              <a:t>KernelPostBuild.bat</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rPr>
              <a:t>Called by ProjectPostBuild.bat</a:t>
            </a:r>
          </a:p>
          <a:p>
            <a:pPr marL="228600" indent="-227520">
              <a:lnSpc>
                <a:spcPct val="100000"/>
              </a:lnSpc>
              <a:spcBef>
                <a:spcPts val="1001"/>
              </a:spcBef>
              <a:buClr>
                <a:srgbClr val="3F3F3F"/>
              </a:buClr>
              <a:buFont typeface="Arial"/>
              <a:buChar char="•"/>
            </a:pPr>
            <a:r>
              <a:rPr lang="en-US" altLang="zh-TW" sz="2800" b="1" strike="noStrike" spc="-1" dirty="0">
                <a:solidFill>
                  <a:srgbClr val="FF0000"/>
                </a:solidFill>
              </a:rPr>
              <a:t>ChipsetPostBuild.bat</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1800" b="0" strike="noStrike" spc="-1" dirty="0">
                <a:solidFill>
                  <a:srgbClr val="3F3F3F"/>
                </a:solidFill>
              </a:rPr>
              <a:t>Commands after calling KernelPostBuild.bat</a:t>
            </a:r>
          </a:p>
          <a:p>
            <a:pPr marL="228600" indent="-227520">
              <a:lnSpc>
                <a:spcPct val="100000"/>
              </a:lnSpc>
              <a:spcBef>
                <a:spcPts val="1001"/>
              </a:spcBef>
              <a:buClr>
                <a:srgbClr val="FF0000"/>
              </a:buClr>
              <a:buFont typeface="Arial"/>
              <a:buChar char="•"/>
            </a:pPr>
            <a:r>
              <a:rPr lang="en-US" altLang="zh-TW" sz="2800" b="1" strike="noStrike" spc="-1" dirty="0">
                <a:solidFill>
                  <a:srgbClr val="FF0000"/>
                </a:solidFill>
              </a:rPr>
              <a:t>ProjectPostBuild.bat</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rPr>
              <a:t>Commands after finishing ChipsetPreBuild.bat</a:t>
            </a:r>
          </a:p>
        </p:txBody>
      </p:sp>
    </p:spTree>
    <p:extLst>
      <p:ext uri="{BB962C8B-B14F-4D97-AF65-F5344CB8AC3E}">
        <p14:creationId xmlns:p14="http://schemas.microsoft.com/office/powerpoint/2010/main" val="3287966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A13464-8CAF-41F7-951C-F43873F4C6D3}"/>
              </a:ext>
            </a:extLst>
          </p:cNvPr>
          <p:cNvSpPr>
            <a:spLocks noGrp="1"/>
          </p:cNvSpPr>
          <p:nvPr>
            <p:ph type="title"/>
          </p:nvPr>
        </p:nvSpPr>
        <p:spPr/>
        <p:txBody>
          <a:bodyPr/>
          <a:lstStyle/>
          <a:p>
            <a:r>
              <a:rPr lang="en-US" altLang="zh-TW" dirty="0"/>
              <a:t>Customize </a:t>
            </a:r>
            <a:r>
              <a:rPr lang="en-US" altLang="zh-TW" dirty="0" err="1"/>
              <a:t>Project.dsc</a:t>
            </a:r>
            <a:endParaRPr lang="zh-TW" altLang="en-US" dirty="0"/>
          </a:p>
        </p:txBody>
      </p:sp>
      <p:sp>
        <p:nvSpPr>
          <p:cNvPr id="3" name="內容版面配置區 2">
            <a:extLst>
              <a:ext uri="{FF2B5EF4-FFF2-40B4-BE49-F238E27FC236}">
                <a16:creationId xmlns:a16="http://schemas.microsoft.com/office/drawing/2014/main" id="{42F65073-1B1E-4027-87BF-38FC8D999395}"/>
              </a:ext>
            </a:extLst>
          </p:cNvPr>
          <p:cNvSpPr>
            <a:spLocks noGrp="1"/>
          </p:cNvSpPr>
          <p:nvPr>
            <p:ph idx="1"/>
          </p:nvPr>
        </p:nvSpPr>
        <p:spPr/>
        <p:txBody>
          <a:bodyPr/>
          <a:lstStyle/>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Define the OEM/ODM Project Name</a:t>
            </a:r>
          </a:p>
          <a:p>
            <a:pPr marL="228600" indent="-228240">
              <a:lnSpc>
                <a:spcPct val="100000"/>
              </a:lnSpc>
              <a:spcBef>
                <a:spcPts val="1001"/>
              </a:spcBef>
              <a:buClr>
                <a:srgbClr val="3F3F3F"/>
              </a:buClr>
              <a:buFont typeface="Arial"/>
              <a:buChar char="•"/>
            </a:pPr>
            <a:r>
              <a:rPr lang="en-US" altLang="zh-TW" sz="2800" b="0" strike="noStrike" spc="-1" dirty="0">
                <a:solidFill>
                  <a:srgbClr val="3F3F3F"/>
                </a:solidFill>
              </a:rPr>
              <a:t>Add/Modify/Remove the specific module/driver/Package</a:t>
            </a:r>
          </a:p>
          <a:p>
            <a:pPr marL="228600" indent="-228240">
              <a:lnSpc>
                <a:spcPct val="100000"/>
              </a:lnSpc>
              <a:spcBef>
                <a:spcPts val="1001"/>
              </a:spcBef>
              <a:buClr>
                <a:srgbClr val="3F3F3F"/>
              </a:buClr>
              <a:buFont typeface="Arial"/>
              <a:buChar char="•"/>
            </a:pPr>
            <a:r>
              <a:rPr lang="en-US" altLang="zh-TW" sz="2800" b="0" strike="noStrike" spc="-1" dirty="0">
                <a:solidFill>
                  <a:srgbClr val="3F3F3F"/>
                </a:solidFill>
              </a:rPr>
              <a:t>Change Library Class/library instance mapping</a:t>
            </a:r>
          </a:p>
          <a:p>
            <a:pPr marL="228600" indent="-228240">
              <a:lnSpc>
                <a:spcPct val="100000"/>
              </a:lnSpc>
              <a:spcBef>
                <a:spcPts val="1001"/>
              </a:spcBef>
              <a:buClr>
                <a:srgbClr val="3F3F3F"/>
              </a:buClr>
              <a:buFont typeface="Arial"/>
              <a:buChar char="•"/>
            </a:pPr>
            <a:r>
              <a:rPr lang="en-US" altLang="zh-TW" sz="2800" b="0" strike="noStrike" spc="-1" dirty="0">
                <a:solidFill>
                  <a:srgbClr val="3F3F3F"/>
                </a:solidFill>
              </a:rPr>
              <a:t>Customize PCD values</a:t>
            </a:r>
          </a:p>
          <a:p>
            <a:endParaRPr lang="zh-TW" altLang="en-US" dirty="0"/>
          </a:p>
        </p:txBody>
      </p:sp>
    </p:spTree>
    <p:extLst>
      <p:ext uri="{BB962C8B-B14F-4D97-AF65-F5344CB8AC3E}">
        <p14:creationId xmlns:p14="http://schemas.microsoft.com/office/powerpoint/2010/main" val="2034244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7D02C9-2573-4125-9288-A07C3C6A0994}"/>
              </a:ext>
            </a:extLst>
          </p:cNvPr>
          <p:cNvSpPr>
            <a:spLocks noGrp="1"/>
          </p:cNvSpPr>
          <p:nvPr>
            <p:ph type="title"/>
          </p:nvPr>
        </p:nvSpPr>
        <p:spPr/>
        <p:txBody>
          <a:bodyPr/>
          <a:lstStyle/>
          <a:p>
            <a:r>
              <a:rPr lang="en-US" altLang="zh-TW" dirty="0"/>
              <a:t>Customize </a:t>
            </a:r>
            <a:r>
              <a:rPr lang="en-US" altLang="zh-TW" dirty="0" err="1"/>
              <a:t>Project.fdf</a:t>
            </a:r>
            <a:endParaRPr lang="zh-TW" altLang="en-US" dirty="0"/>
          </a:p>
        </p:txBody>
      </p:sp>
      <p:sp>
        <p:nvSpPr>
          <p:cNvPr id="3" name="內容版面配置區 2">
            <a:extLst>
              <a:ext uri="{FF2B5EF4-FFF2-40B4-BE49-F238E27FC236}">
                <a16:creationId xmlns:a16="http://schemas.microsoft.com/office/drawing/2014/main" id="{74820E43-92A3-4FA6-87B6-BD856071FF23}"/>
              </a:ext>
            </a:extLst>
          </p:cNvPr>
          <p:cNvSpPr>
            <a:spLocks noGrp="1"/>
          </p:cNvSpPr>
          <p:nvPr>
            <p:ph idx="1"/>
          </p:nvPr>
        </p:nvSpPr>
        <p:spPr/>
        <p:txBody>
          <a:bodyPr/>
          <a:lstStyle/>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Define FD/FV/Regions for Project</a:t>
            </a:r>
          </a:p>
          <a:p>
            <a:pPr marL="685800" lvl="1" indent="-228240">
              <a:lnSpc>
                <a:spcPct val="90000"/>
              </a:lnSpc>
              <a:spcBef>
                <a:spcPts val="499"/>
              </a:spcBef>
              <a:buClr>
                <a:srgbClr val="3F3F3F"/>
              </a:buClr>
              <a:buFont typeface="Arial"/>
              <a:buChar char="•"/>
            </a:pPr>
            <a:r>
              <a:rPr lang="en-US" altLang="zh-TW" sz="2400" b="0" strike="noStrike" spc="-1" dirty="0">
                <a:solidFill>
                  <a:srgbClr val="3F3F3F"/>
                </a:solidFill>
              </a:rPr>
              <a:t>Name, Size, Base Address, …</a:t>
            </a:r>
          </a:p>
          <a:p>
            <a:pPr marL="228600" indent="-228240">
              <a:lnSpc>
                <a:spcPct val="100000"/>
              </a:lnSpc>
              <a:spcBef>
                <a:spcPts val="1001"/>
              </a:spcBef>
              <a:buClr>
                <a:srgbClr val="3F3F3F"/>
              </a:buClr>
              <a:buFont typeface="Arial"/>
              <a:buChar char="•"/>
            </a:pPr>
            <a:r>
              <a:rPr lang="en-US" altLang="zh-TW" sz="2800" b="0" strike="noStrike" spc="-1" dirty="0">
                <a:solidFill>
                  <a:srgbClr val="3F3F3F"/>
                </a:solidFill>
              </a:rPr>
              <a:t>Add/Remove Module</a:t>
            </a:r>
          </a:p>
        </p:txBody>
      </p:sp>
    </p:spTree>
    <p:extLst>
      <p:ext uri="{BB962C8B-B14F-4D97-AF65-F5344CB8AC3E}">
        <p14:creationId xmlns:p14="http://schemas.microsoft.com/office/powerpoint/2010/main" val="782046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7115B1-5627-4A8D-A35E-70A550973EB1}"/>
              </a:ext>
            </a:extLst>
          </p:cNvPr>
          <p:cNvSpPr>
            <a:spLocks noGrp="1"/>
          </p:cNvSpPr>
          <p:nvPr>
            <p:ph type="title"/>
          </p:nvPr>
        </p:nvSpPr>
        <p:spPr/>
        <p:txBody>
          <a:bodyPr/>
          <a:lstStyle/>
          <a:p>
            <a:r>
              <a:rPr lang="en-US" altLang="zh-TW" dirty="0"/>
              <a:t>Customize </a:t>
            </a:r>
            <a:r>
              <a:rPr lang="en-US" altLang="zh-TW" dirty="0" err="1"/>
              <a:t>Project.env</a:t>
            </a:r>
            <a:endParaRPr lang="zh-TW" altLang="en-US" dirty="0"/>
          </a:p>
        </p:txBody>
      </p:sp>
      <p:sp>
        <p:nvSpPr>
          <p:cNvPr id="3" name="內容版面配置區 2">
            <a:extLst>
              <a:ext uri="{FF2B5EF4-FFF2-40B4-BE49-F238E27FC236}">
                <a16:creationId xmlns:a16="http://schemas.microsoft.com/office/drawing/2014/main" id="{A6FFF51F-E20A-4974-8D1B-A2DD527125EE}"/>
              </a:ext>
            </a:extLst>
          </p:cNvPr>
          <p:cNvSpPr>
            <a:spLocks noGrp="1"/>
          </p:cNvSpPr>
          <p:nvPr>
            <p:ph idx="1"/>
          </p:nvPr>
        </p:nvSpPr>
        <p:spPr/>
        <p:txBody>
          <a:bodyPr/>
          <a:lstStyle/>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Turn on/off the build switches</a:t>
            </a:r>
          </a:p>
        </p:txBody>
      </p:sp>
    </p:spTree>
    <p:extLst>
      <p:ext uri="{BB962C8B-B14F-4D97-AF65-F5344CB8AC3E}">
        <p14:creationId xmlns:p14="http://schemas.microsoft.com/office/powerpoint/2010/main" val="216988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7115B1-5627-4A8D-A35E-70A550973EB1}"/>
              </a:ext>
            </a:extLst>
          </p:cNvPr>
          <p:cNvSpPr>
            <a:spLocks noGrp="1"/>
          </p:cNvSpPr>
          <p:nvPr>
            <p:ph type="title"/>
          </p:nvPr>
        </p:nvSpPr>
        <p:spPr/>
        <p:txBody>
          <a:bodyPr/>
          <a:lstStyle/>
          <a:p>
            <a:r>
              <a:rPr lang="en-US" altLang="zh-TW" dirty="0"/>
              <a:t>Customize </a:t>
            </a:r>
            <a:r>
              <a:rPr lang="en-US" altLang="zh-TW" dirty="0" err="1"/>
              <a:t>Project.uni</a:t>
            </a:r>
            <a:endParaRPr lang="zh-TW" altLang="en-US" dirty="0"/>
          </a:p>
        </p:txBody>
      </p:sp>
      <p:sp>
        <p:nvSpPr>
          <p:cNvPr id="3" name="內容版面配置區 2">
            <a:extLst>
              <a:ext uri="{FF2B5EF4-FFF2-40B4-BE49-F238E27FC236}">
                <a16:creationId xmlns:a16="http://schemas.microsoft.com/office/drawing/2014/main" id="{A6FFF51F-E20A-4974-8D1B-A2DD527125EE}"/>
              </a:ext>
            </a:extLst>
          </p:cNvPr>
          <p:cNvSpPr>
            <a:spLocks noGrp="1"/>
          </p:cNvSpPr>
          <p:nvPr>
            <p:ph idx="1"/>
          </p:nvPr>
        </p:nvSpPr>
        <p:spPr/>
        <p:txBody>
          <a:bodyPr/>
          <a:lstStyle/>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Higher priority string definition</a:t>
            </a:r>
          </a:p>
          <a:p>
            <a:pPr marL="360" indent="0">
              <a:lnSpc>
                <a:spcPct val="91000"/>
              </a:lnSpc>
              <a:spcBef>
                <a:spcPts val="1001"/>
              </a:spcBef>
              <a:buClr>
                <a:srgbClr val="3F3F3F"/>
              </a:buClr>
              <a:buNone/>
            </a:pPr>
            <a:endParaRPr lang="en-US" altLang="zh-TW" sz="2000" b="1" strike="noStrike" spc="-1" dirty="0">
              <a:solidFill>
                <a:srgbClr val="3F3F3F"/>
              </a:solidFill>
              <a:ea typeface="新細明體"/>
            </a:endParaRPr>
          </a:p>
          <a:p>
            <a:pPr marL="360" indent="0">
              <a:lnSpc>
                <a:spcPct val="91000"/>
              </a:lnSpc>
              <a:spcBef>
                <a:spcPts val="1001"/>
              </a:spcBef>
              <a:buClr>
                <a:srgbClr val="3F3F3F"/>
              </a:buClr>
              <a:buNone/>
            </a:pPr>
            <a:r>
              <a:rPr lang="en-US" altLang="zh-TW" sz="2000" b="1" strike="noStrike" spc="-1" dirty="0">
                <a:solidFill>
                  <a:srgbClr val="3F3F3F"/>
                </a:solidFill>
                <a:ea typeface="新細明體"/>
              </a:rPr>
              <a:t>#string STR_MISC_BIOS_VERSION       	             #language </a:t>
            </a:r>
            <a:r>
              <a:rPr lang="en-US" altLang="zh-TW" sz="2000" b="1" strike="noStrike" spc="-1" dirty="0" err="1">
                <a:solidFill>
                  <a:srgbClr val="3F3F3F"/>
                </a:solidFill>
                <a:ea typeface="新細明體"/>
              </a:rPr>
              <a:t>en</a:t>
            </a:r>
            <a:r>
              <a:rPr lang="en-US" altLang="zh-TW" sz="2000" b="1" strike="noStrike" spc="-1" dirty="0">
                <a:solidFill>
                  <a:srgbClr val="3F3F3F"/>
                </a:solidFill>
                <a:ea typeface="新細明體"/>
              </a:rPr>
              <a:t>-US  “</a:t>
            </a:r>
            <a:r>
              <a:rPr lang="en-US" altLang="zh-TW" sz="2000" b="1" strike="noStrike" spc="-1" dirty="0" err="1">
                <a:solidFill>
                  <a:srgbClr val="FF0000"/>
                </a:solidFill>
                <a:ea typeface="新細明體"/>
              </a:rPr>
              <a:t>BIOS.Version</a:t>
            </a:r>
            <a:r>
              <a:rPr lang="en-US" altLang="zh-TW" sz="2000" b="1" strike="noStrike" spc="-1" dirty="0">
                <a:solidFill>
                  <a:srgbClr val="3F3F3F"/>
                </a:solidFill>
                <a:ea typeface="新細明體"/>
              </a:rPr>
              <a:t>“</a:t>
            </a:r>
            <a:endParaRPr lang="en-US" altLang="zh-TW" sz="2000" spc="-1" dirty="0">
              <a:solidFill>
                <a:srgbClr val="3F3F3F"/>
              </a:solidFill>
            </a:endParaRPr>
          </a:p>
          <a:p>
            <a:pPr marL="360" indent="0">
              <a:lnSpc>
                <a:spcPct val="91000"/>
              </a:lnSpc>
              <a:spcBef>
                <a:spcPts val="1001"/>
              </a:spcBef>
              <a:buClr>
                <a:srgbClr val="3F3F3F"/>
              </a:buClr>
              <a:buNone/>
            </a:pPr>
            <a:r>
              <a:rPr lang="en-US" altLang="zh-TW" sz="2000" b="1" strike="noStrike" spc="-1" dirty="0">
                <a:solidFill>
                  <a:srgbClr val="3F3F3F"/>
                </a:solidFill>
                <a:ea typeface="新細明體"/>
              </a:rPr>
              <a:t>#string STR_MISC_SYSTEM_PRODUCT_NAME  #language </a:t>
            </a:r>
            <a:r>
              <a:rPr lang="en-US" altLang="zh-TW" sz="2000" b="1" strike="noStrike" spc="-1" dirty="0" err="1">
                <a:solidFill>
                  <a:srgbClr val="3F3F3F"/>
                </a:solidFill>
                <a:ea typeface="新細明體"/>
              </a:rPr>
              <a:t>en</a:t>
            </a:r>
            <a:r>
              <a:rPr lang="en-US" altLang="zh-TW" sz="2000" b="1" strike="noStrike" spc="-1" dirty="0">
                <a:solidFill>
                  <a:srgbClr val="3F3F3F"/>
                </a:solidFill>
                <a:ea typeface="新細明體"/>
              </a:rPr>
              <a:t>-US  “</a:t>
            </a:r>
            <a:r>
              <a:rPr lang="en-US" altLang="zh-TW" sz="2000" b="1" strike="noStrike" spc="-1" dirty="0" err="1">
                <a:solidFill>
                  <a:srgbClr val="FF0000"/>
                </a:solidFill>
                <a:ea typeface="新細明體"/>
              </a:rPr>
              <a:t>Product_Name</a:t>
            </a:r>
            <a:r>
              <a:rPr lang="en-US" altLang="zh-TW" sz="2000" b="1" strike="noStrike" spc="-1" dirty="0">
                <a:solidFill>
                  <a:srgbClr val="3F3F3F"/>
                </a:solidFill>
                <a:ea typeface="新細明體"/>
              </a:rPr>
              <a:t>“</a:t>
            </a:r>
            <a:endParaRPr lang="en-US" altLang="zh-TW" sz="2000" spc="-1" dirty="0">
              <a:solidFill>
                <a:srgbClr val="3F3F3F"/>
              </a:solidFill>
            </a:endParaRPr>
          </a:p>
          <a:p>
            <a:pPr marL="360" indent="0">
              <a:lnSpc>
                <a:spcPct val="91000"/>
              </a:lnSpc>
              <a:spcBef>
                <a:spcPts val="1001"/>
              </a:spcBef>
              <a:buClr>
                <a:srgbClr val="3F3F3F"/>
              </a:buClr>
              <a:buNone/>
            </a:pPr>
            <a:r>
              <a:rPr lang="en-US" altLang="zh-TW" sz="2000" b="1" strike="noStrike" spc="-1" dirty="0">
                <a:solidFill>
                  <a:srgbClr val="3F3F3F"/>
                </a:solidFill>
                <a:ea typeface="新細明體"/>
              </a:rPr>
              <a:t>#string STR_MISC_BIOS_RELEASE_DATE	#language </a:t>
            </a:r>
            <a:r>
              <a:rPr lang="en-US" altLang="zh-TW" sz="2000" b="1" strike="noStrike" spc="-1" dirty="0" err="1">
                <a:solidFill>
                  <a:srgbClr val="3F3F3F"/>
                </a:solidFill>
                <a:ea typeface="新細明體"/>
              </a:rPr>
              <a:t>en</a:t>
            </a:r>
            <a:r>
              <a:rPr lang="en-US" altLang="zh-TW" sz="2000" b="1" strike="noStrike" spc="-1" dirty="0">
                <a:solidFill>
                  <a:srgbClr val="3F3F3F"/>
                </a:solidFill>
                <a:ea typeface="新細明體"/>
              </a:rPr>
              <a:t>-US  “</a:t>
            </a:r>
            <a:r>
              <a:rPr lang="en-US" altLang="zh-TW" sz="2000" b="1" strike="noStrike" spc="-1" dirty="0">
                <a:solidFill>
                  <a:srgbClr val="FF0000"/>
                </a:solidFill>
                <a:ea typeface="新細明體"/>
              </a:rPr>
              <a:t>MM/DD/YYYY</a:t>
            </a:r>
            <a:r>
              <a:rPr lang="en-US" altLang="zh-TW" sz="2000" b="1" strike="noStrike" spc="-1" dirty="0">
                <a:solidFill>
                  <a:srgbClr val="3F3F3F"/>
                </a:solidFill>
                <a:ea typeface="新細明體"/>
              </a:rPr>
              <a:t>“</a:t>
            </a:r>
            <a:endParaRPr lang="en-US" altLang="zh-TW" sz="2000" spc="-1" dirty="0">
              <a:solidFill>
                <a:srgbClr val="3F3F3F"/>
              </a:solidFill>
            </a:endParaRPr>
          </a:p>
          <a:p>
            <a:pPr marL="360" indent="0">
              <a:lnSpc>
                <a:spcPct val="91000"/>
              </a:lnSpc>
              <a:spcBef>
                <a:spcPts val="1001"/>
              </a:spcBef>
              <a:buClr>
                <a:srgbClr val="3F3F3F"/>
              </a:buClr>
              <a:buNone/>
            </a:pPr>
            <a:r>
              <a:rPr lang="en-US" altLang="zh-TW" sz="2000" b="1" strike="noStrike" spc="-1" dirty="0">
                <a:solidFill>
                  <a:srgbClr val="3F3F3F"/>
                </a:solidFill>
                <a:ea typeface="新細明體"/>
              </a:rPr>
              <a:t>#string STR_ESRT_FIRMWARE_GUID		#language </a:t>
            </a:r>
            <a:r>
              <a:rPr lang="en-US" altLang="zh-TW" sz="2000" b="1" strike="noStrike" spc="-1" dirty="0" err="1">
                <a:solidFill>
                  <a:srgbClr val="3F3F3F"/>
                </a:solidFill>
                <a:ea typeface="新細明體"/>
              </a:rPr>
              <a:t>en</a:t>
            </a:r>
            <a:r>
              <a:rPr lang="en-US" altLang="zh-TW" sz="2000" b="1" strike="noStrike" spc="-1" dirty="0">
                <a:solidFill>
                  <a:srgbClr val="3F3F3F"/>
                </a:solidFill>
                <a:ea typeface="新細明體"/>
              </a:rPr>
              <a:t>-US  "</a:t>
            </a:r>
            <a:r>
              <a:rPr lang="en-US" altLang="zh-TW" sz="2000" b="1" strike="noStrike" spc="-1" dirty="0">
                <a:solidFill>
                  <a:srgbClr val="FF0000"/>
                </a:solidFill>
                <a:ea typeface="新細明體"/>
              </a:rPr>
              <a:t>FFD4675E-FF47-46D9-AC24-8B331F937737</a:t>
            </a:r>
            <a:r>
              <a:rPr lang="en-US" altLang="zh-TW" sz="2000" b="1" strike="noStrike" spc="-1" dirty="0">
                <a:solidFill>
                  <a:srgbClr val="3F3F3F"/>
                </a:solidFill>
                <a:ea typeface="新細明體"/>
              </a:rPr>
              <a:t>"</a:t>
            </a:r>
            <a:endParaRPr lang="en-US" altLang="zh-TW" sz="2000" b="0" strike="noStrike" spc="-1" dirty="0">
              <a:solidFill>
                <a:srgbClr val="3F3F3F"/>
              </a:solidFill>
            </a:endParaRPr>
          </a:p>
          <a:p>
            <a:pPr>
              <a:lnSpc>
                <a:spcPct val="90000"/>
              </a:lnSpc>
              <a:spcBef>
                <a:spcPts val="1001"/>
              </a:spcBef>
            </a:pPr>
            <a:endParaRPr lang="en-US" altLang="zh-TW" sz="2000" b="0" strike="noStrike" spc="-1" dirty="0">
              <a:solidFill>
                <a:srgbClr val="3F3F3F"/>
              </a:solidFill>
            </a:endParaRPr>
          </a:p>
          <a:p>
            <a:pPr>
              <a:lnSpc>
                <a:spcPct val="100000"/>
              </a:lnSpc>
              <a:spcBef>
                <a:spcPts val="1001"/>
              </a:spcBef>
            </a:pPr>
            <a:endParaRPr lang="en-US" altLang="zh-TW" sz="2000" b="0" strike="noStrike" spc="-1" dirty="0">
              <a:solidFill>
                <a:srgbClr val="3F3F3F"/>
              </a:solidFill>
            </a:endParaRPr>
          </a:p>
        </p:txBody>
      </p:sp>
    </p:spTree>
    <p:extLst>
      <p:ext uri="{BB962C8B-B14F-4D97-AF65-F5344CB8AC3E}">
        <p14:creationId xmlns:p14="http://schemas.microsoft.com/office/powerpoint/2010/main" val="3179921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759FA7-CD8E-45CC-A409-09C854E1B557}"/>
              </a:ext>
            </a:extLst>
          </p:cNvPr>
          <p:cNvSpPr>
            <a:spLocks noGrp="1"/>
          </p:cNvSpPr>
          <p:nvPr>
            <p:ph type="title"/>
          </p:nvPr>
        </p:nvSpPr>
        <p:spPr/>
        <p:txBody>
          <a:bodyPr/>
          <a:lstStyle/>
          <a:p>
            <a:r>
              <a:rPr lang="en-US" altLang="zh-TW" dirty="0"/>
              <a:t>Other </a:t>
            </a:r>
            <a:r>
              <a:rPr lang="en-US" altLang="zh-TW" dirty="0" err="1"/>
              <a:t>Customications</a:t>
            </a:r>
            <a:endParaRPr lang="zh-TW" altLang="en-US" dirty="0"/>
          </a:p>
        </p:txBody>
      </p:sp>
      <p:sp>
        <p:nvSpPr>
          <p:cNvPr id="3" name="內容版面配置區 2">
            <a:extLst>
              <a:ext uri="{FF2B5EF4-FFF2-40B4-BE49-F238E27FC236}">
                <a16:creationId xmlns:a16="http://schemas.microsoft.com/office/drawing/2014/main" id="{88AC2C4F-9FCE-4F02-A769-90CCB1631FDD}"/>
              </a:ext>
            </a:extLst>
          </p:cNvPr>
          <p:cNvSpPr>
            <a:spLocks noGrp="1"/>
          </p:cNvSpPr>
          <p:nvPr>
            <p:ph idx="1"/>
          </p:nvPr>
        </p:nvSpPr>
        <p:spPr/>
        <p:txBody>
          <a:bodyPr/>
          <a:lstStyle/>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Add/Modify/Remove the UEFI driver or Option ROM</a:t>
            </a:r>
          </a:p>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Program GPIO setting</a:t>
            </a:r>
          </a:p>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LOGO Replacement</a:t>
            </a:r>
          </a:p>
          <a:p>
            <a:pPr marL="228600" indent="-228240">
              <a:lnSpc>
                <a:spcPct val="90000"/>
              </a:lnSpc>
              <a:spcBef>
                <a:spcPts val="1001"/>
              </a:spcBef>
              <a:buClr>
                <a:srgbClr val="3F3F3F"/>
              </a:buClr>
              <a:buFont typeface="Arial"/>
              <a:buChar char="•"/>
            </a:pPr>
            <a:r>
              <a:rPr lang="en-US" altLang="zh-TW" sz="2800" b="0" strike="noStrike" spc="-1" dirty="0">
                <a:solidFill>
                  <a:srgbClr val="3F3F3F"/>
                </a:solidFill>
              </a:rPr>
              <a:t>…</a:t>
            </a:r>
          </a:p>
        </p:txBody>
      </p:sp>
    </p:spTree>
    <p:extLst>
      <p:ext uri="{BB962C8B-B14F-4D97-AF65-F5344CB8AC3E}">
        <p14:creationId xmlns:p14="http://schemas.microsoft.com/office/powerpoint/2010/main" val="3976119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17</a:t>
            </a:fld>
            <a:endParaRPr lang="en-US" dirty="0"/>
          </a:p>
        </p:txBody>
      </p:sp>
    </p:spTree>
    <p:extLst>
      <p:ext uri="{BB962C8B-B14F-4D97-AF65-F5344CB8AC3E}">
        <p14:creationId xmlns:p14="http://schemas.microsoft.com/office/powerpoint/2010/main" val="1507716443"/>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7146</TotalTime>
  <Words>998</Words>
  <Application>Microsoft Office PowerPoint</Application>
  <PresentationFormat>寬螢幕</PresentationFormat>
  <Paragraphs>112</Paragraphs>
  <Slides>17</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17</vt:i4>
      </vt:variant>
    </vt:vector>
  </HeadingPairs>
  <TitlesOfParts>
    <vt:vector size="21" baseType="lpstr">
      <vt:lpstr>Arial</vt:lpstr>
      <vt:lpstr>Calibri</vt:lpstr>
      <vt:lpstr>Segoe UI</vt:lpstr>
      <vt:lpstr>2018 Theme</vt:lpstr>
      <vt:lpstr>How to Create New Project</vt:lpstr>
      <vt:lpstr>Copyright 2021 Insyde Software Corp., All Rights Reserved.</vt:lpstr>
      <vt:lpstr>Agenda</vt:lpstr>
      <vt:lpstr>Goals &amp; Target Audience</vt:lpstr>
      <vt:lpstr>Goals &amp; Target Audience</vt:lpstr>
      <vt:lpstr>Create New Project</vt:lpstr>
      <vt:lpstr>Create New Project</vt:lpstr>
      <vt:lpstr>Project Package Files</vt:lpstr>
      <vt:lpstr>Generate The Binary</vt:lpstr>
      <vt:lpstr>Generate The Binary FSP</vt:lpstr>
      <vt:lpstr>Customize Actions Before or After Creation of the BIOS Binary</vt:lpstr>
      <vt:lpstr>Customize Project.dsc</vt:lpstr>
      <vt:lpstr>Customize Project.fdf</vt:lpstr>
      <vt:lpstr>Customize Project.env</vt:lpstr>
      <vt:lpstr>Customize Project.uni</vt:lpstr>
      <vt:lpstr>Other Customications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 Schulz</cp:lastModifiedBy>
  <cp:revision>107</cp:revision>
  <dcterms:created xsi:type="dcterms:W3CDTF">2018-02-02T23:50:52Z</dcterms:created>
  <dcterms:modified xsi:type="dcterms:W3CDTF">2021-03-08T12:49:32Z</dcterms:modified>
</cp:coreProperties>
</file>