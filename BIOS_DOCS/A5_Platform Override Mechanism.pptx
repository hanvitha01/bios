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1"/>
  </p:sldMasterIdLst>
  <p:notesMasterIdLst>
    <p:notesMasterId r:id="rId28"/>
  </p:notesMasterIdLst>
  <p:sldIdLst>
    <p:sldId id="351" r:id="rId2"/>
    <p:sldId id="364" r:id="rId3"/>
    <p:sldId id="365" r:id="rId4"/>
    <p:sldId id="366" r:id="rId5"/>
    <p:sldId id="367" r:id="rId6"/>
    <p:sldId id="368" r:id="rId7"/>
    <p:sldId id="356" r:id="rId8"/>
    <p:sldId id="395" r:id="rId9"/>
    <p:sldId id="396" r:id="rId10"/>
    <p:sldId id="397" r:id="rId11"/>
    <p:sldId id="398" r:id="rId12"/>
    <p:sldId id="399" r:id="rId13"/>
    <p:sldId id="400" r:id="rId14"/>
    <p:sldId id="401" r:id="rId15"/>
    <p:sldId id="402" r:id="rId16"/>
    <p:sldId id="352" r:id="rId17"/>
    <p:sldId id="361" r:id="rId18"/>
    <p:sldId id="403" r:id="rId19"/>
    <p:sldId id="373" r:id="rId20"/>
    <p:sldId id="404" r:id="rId21"/>
    <p:sldId id="405" r:id="rId22"/>
    <p:sldId id="407" r:id="rId23"/>
    <p:sldId id="408" r:id="rId24"/>
    <p:sldId id="374" r:id="rId25"/>
    <p:sldId id="376" r:id="rId26"/>
    <p:sldId id="40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3428"/>
    <a:srgbClr val="5A9541"/>
    <a:srgbClr val="86C3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64" d="100"/>
          <a:sy n="64" d="100"/>
        </p:scale>
        <p:origin x="77" y="11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030F8A-27F9-4A22-9386-DE7826FB9ADE}" type="datetimeFigureOut">
              <a:rPr lang="en-US" smtClean="0"/>
              <a:t>3/10/2021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3976C4-ACCA-4C47-8066-C01E23D4E079}" type="slidenum">
              <a:rPr lang="en-US" smtClean="0"/>
              <a:t>‹#›</a:t>
            </a:fld>
            <a:endParaRPr lang="en-US"/>
          </a:p>
        </p:txBody>
      </p:sp>
    </p:spTree>
    <p:extLst>
      <p:ext uri="{BB962C8B-B14F-4D97-AF65-F5344CB8AC3E}">
        <p14:creationId xmlns:p14="http://schemas.microsoft.com/office/powerpoint/2010/main" val="1574263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2379194"/>
            <a:ext cx="10515600" cy="2082460"/>
          </a:xfrm>
        </p:spPr>
        <p:txBody>
          <a:bodyPr anchor="ctr">
            <a:normAutofit/>
          </a:bodyPr>
          <a:lstStyle>
            <a:lvl1pPr>
              <a:defRPr sz="4800" b="1">
                <a:solidFill>
                  <a:schemeClr val="tx2"/>
                </a:solidFill>
                <a:latin typeface="Segoe UI" panose="020B0502040204020203" pitchFamily="34" charset="0"/>
                <a:cs typeface="Segoe UI" panose="020B0502040204020203" pitchFamily="34" charset="0"/>
              </a:defRPr>
            </a:lvl1pPr>
          </a:lstStyle>
          <a:p>
            <a:r>
              <a:rPr lang="en-US" dirty="0"/>
              <a:t>Click to edit Master title styles</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bg2">
                    <a:lumMod val="25000"/>
                  </a:schemeClr>
                </a:solidFill>
                <a:latin typeface="Segoe UI" panose="020B0502040204020203" pitchFamily="34" charset="0"/>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6154" y="885419"/>
            <a:ext cx="6252191" cy="1493775"/>
          </a:xfrm>
          <a:prstGeom prst="rect">
            <a:avLst/>
          </a:prstGeom>
          <a:effectLst/>
        </p:spPr>
      </p:pic>
      <p:sp>
        <p:nvSpPr>
          <p:cNvPr id="9"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8"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2021 Insyde Software</a:t>
            </a:r>
          </a:p>
        </p:txBody>
      </p:sp>
      <p:sp>
        <p:nvSpPr>
          <p:cNvPr id="10" name="TextBox 5">
            <a:extLst>
              <a:ext uri="{FF2B5EF4-FFF2-40B4-BE49-F238E27FC236}">
                <a16:creationId xmlns:a16="http://schemas.microsoft.com/office/drawing/2014/main" id="{44817E1B-876F-4D4F-8930-64BF51EB4504}"/>
              </a:ext>
            </a:extLst>
          </p:cNvPr>
          <p:cNvSpPr txBox="1"/>
          <p:nvPr userDrawn="1"/>
        </p:nvSpPr>
        <p:spPr>
          <a:xfrm>
            <a:off x="4190000"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968502309"/>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240465"/>
            <a:ext cx="10515600" cy="1075765"/>
          </a:xfrm>
        </p:spPr>
        <p:txBody>
          <a:bodyPr>
            <a:normAutofit/>
          </a:bodyPr>
          <a:lstStyle>
            <a:lvl1pPr>
              <a:defRPr sz="4000" b="1">
                <a:solidFill>
                  <a:schemeClr val="tx2"/>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838200" y="1398494"/>
            <a:ext cx="10515600" cy="47784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6212"/>
            <a:ext cx="2109995" cy="504120"/>
          </a:xfrm>
          <a:prstGeom prst="rect">
            <a:avLst/>
          </a:prstGeom>
        </p:spPr>
      </p:pic>
      <p:sp>
        <p:nvSpPr>
          <p:cNvPr id="10" name="Footer Placeholder 4"/>
          <p:cNvSpPr txBox="1">
            <a:spLocks/>
          </p:cNvSpPr>
          <p:nvPr/>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2021 Insyde Software</a:t>
            </a:r>
          </a:p>
        </p:txBody>
      </p:sp>
      <p:sp>
        <p:nvSpPr>
          <p:cNvPr id="11"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3" name="Slide Number Placeholder 5"/>
          <p:cNvSpPr txBox="1">
            <a:spLocks/>
          </p:cNvSpPr>
          <p:nvPr userDrawn="1"/>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2" name="TextBox 5">
            <a:extLst>
              <a:ext uri="{FF2B5EF4-FFF2-40B4-BE49-F238E27FC236}">
                <a16:creationId xmlns:a16="http://schemas.microsoft.com/office/drawing/2014/main" id="{89A48A54-F9FF-4A6E-9BA0-B9BAC4D860C8}"/>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8168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66C9AA6B-96A7-4B75-B879-8BFF120400CB}"/>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2455203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Agenda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9"/>
          <p:cNvSpPr>
            <a:spLocks noGrp="1"/>
          </p:cNvSpPr>
          <p:nvPr>
            <p:ph type="title" hasCustomPrompt="1"/>
          </p:nvPr>
        </p:nvSpPr>
        <p:spPr>
          <a:xfrm>
            <a:off x="842682" y="230396"/>
            <a:ext cx="8841908" cy="1095506"/>
          </a:xfrm>
        </p:spPr>
        <p:txBody>
          <a:bodyPr>
            <a:normAutofit/>
          </a:bodyPr>
          <a:lstStyle>
            <a:lvl1pPr>
              <a:defRPr sz="4400" b="1" baseline="0">
                <a:solidFill>
                  <a:schemeClr val="bg1"/>
                </a:solidFill>
                <a:latin typeface="Segoe UI" panose="020B0502040204020203" pitchFamily="34" charset="0"/>
                <a:cs typeface="Segoe UI" panose="020B0502040204020203" pitchFamily="34" charset="0"/>
              </a:defRPr>
            </a:lvl1pPr>
          </a:lstStyle>
          <a:p>
            <a:r>
              <a:rPr lang="en-US" dirty="0"/>
              <a:t>Click to add agenda title</a:t>
            </a:r>
          </a:p>
        </p:txBody>
      </p:sp>
      <p:sp>
        <p:nvSpPr>
          <p:cNvPr id="11" name="Content Placeholder 2"/>
          <p:cNvSpPr>
            <a:spLocks noGrp="1"/>
          </p:cNvSpPr>
          <p:nvPr>
            <p:ph idx="1" hasCustomPrompt="1"/>
          </p:nvPr>
        </p:nvSpPr>
        <p:spPr>
          <a:xfrm>
            <a:off x="842682" y="1428751"/>
            <a:ext cx="11042376" cy="4793473"/>
          </a:xfrm>
        </p:spPr>
        <p:txBody>
          <a:bodyPr/>
          <a:lstStyle>
            <a:lvl1pPr>
              <a:defRPr b="0">
                <a:solidFill>
                  <a:schemeClr val="bg1"/>
                </a:solidFill>
              </a:defRPr>
            </a:lvl1pPr>
            <a:lvl2pPr>
              <a:spcBef>
                <a:spcPts val="450"/>
              </a:spcBef>
              <a:defRPr b="0">
                <a:solidFill>
                  <a:schemeClr val="bg1"/>
                </a:solidFill>
              </a:defRPr>
            </a:lvl2pPr>
            <a:lvl3pPr>
              <a:spcBef>
                <a:spcPts val="450"/>
              </a:spcBef>
              <a:defRPr>
                <a:solidFill>
                  <a:schemeClr val="bg1"/>
                </a:solidFill>
              </a:defRPr>
            </a:lvl3pPr>
            <a:lvl4pPr>
              <a:spcBef>
                <a:spcPts val="450"/>
              </a:spcBef>
              <a:defRPr>
                <a:solidFill>
                  <a:schemeClr val="bg1"/>
                </a:solidFill>
              </a:defRPr>
            </a:lvl4pPr>
            <a:lvl5pPr>
              <a:spcBef>
                <a:spcPts val="450"/>
              </a:spcBef>
              <a:defRPr>
                <a:solidFill>
                  <a:schemeClr val="bg1"/>
                </a:solidFill>
              </a:defRPr>
            </a:lvl5pPr>
          </a:lstStyle>
          <a:p>
            <a:pPr lvl="0"/>
            <a:r>
              <a:rPr lang="en-US" dirty="0"/>
              <a:t>Click to add agenda items</a:t>
            </a:r>
          </a:p>
          <a:p>
            <a:pPr lvl="1"/>
            <a:r>
              <a:rPr lang="en-US" dirty="0"/>
              <a:t>Second level</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2" name="Slide Number Placeholder 5"/>
          <p:cNvSpPr>
            <a:spLocks noGrp="1"/>
          </p:cNvSpPr>
          <p:nvPr>
            <p:ph type="sldNum" sz="quarter" idx="12"/>
          </p:nvPr>
        </p:nvSpPr>
        <p:spPr>
          <a:xfrm>
            <a:off x="7773225" y="6468775"/>
            <a:ext cx="4417951" cy="365125"/>
          </a:xfrm>
        </p:spPr>
        <p:txBody>
          <a:bodyPr/>
          <a:lstStyle>
            <a:lvl1pPr>
              <a:defRPr>
                <a:solidFill>
                  <a:schemeClr val="bg1"/>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10"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0A68CEBE-9F26-49A2-8CCE-EEAD64D82454}"/>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78328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3339FC29-4D78-4E4E-B634-55DC631F0AE3}"/>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42769298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D5BCCF-7831-40ED-9885-59B8E3FA0D4D}" type="datetime1">
              <a:rPr lang="en-US" smtClean="0"/>
              <a:t>3/10/2021</a:t>
            </a:fld>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1F1488-76AD-4E7F-AEC8-BF811B7D74A5}" type="slidenum">
              <a:rPr lang="en-US" smtClean="0"/>
              <a:t>‹#›</a:t>
            </a:fld>
            <a:endParaRPr lang="en-US"/>
          </a:p>
        </p:txBody>
      </p:sp>
      <p:sp>
        <p:nvSpPr>
          <p:cNvPr id="7" name="Footer Placeholder 4"/>
          <p:cNvSpPr>
            <a:spLocks noGrp="1"/>
          </p:cNvSpPr>
          <p:nvPr>
            <p:ph type="ftr" sz="quarter" idx="3"/>
          </p:nvPr>
        </p:nvSpPr>
        <p:spPr>
          <a:xfrm>
            <a:off x="4032250" y="6468775"/>
            <a:ext cx="4114800" cy="365125"/>
          </a:xfrm>
          <a:prstGeom prst="rect">
            <a:avLst/>
          </a:prstGeom>
        </p:spPr>
        <p:txBody>
          <a:bodyPr/>
          <a:lstStyle>
            <a:lvl1pPr algn="ctr">
              <a:defRPr sz="1000">
                <a:solidFill>
                  <a:schemeClr val="tx1">
                    <a:lumMod val="50000"/>
                    <a:lumOff val="50000"/>
                  </a:schemeClr>
                </a:solidFill>
                <a:latin typeface="Segoe UI" panose="020B0502040204020203" pitchFamily="34" charset="0"/>
                <a:cs typeface="Segoe UI" panose="020B0502040204020203" pitchFamily="34" charset="0"/>
              </a:defRPr>
            </a:lvl1pPr>
          </a:lstStyle>
          <a:p>
            <a:r>
              <a:rPr lang="en-US" dirty="0"/>
              <a:t>Confidential  |  © 2021 Insyde Software</a:t>
            </a:r>
          </a:p>
        </p:txBody>
      </p:sp>
    </p:spTree>
    <p:extLst>
      <p:ext uri="{BB962C8B-B14F-4D97-AF65-F5344CB8AC3E}">
        <p14:creationId xmlns:p14="http://schemas.microsoft.com/office/powerpoint/2010/main" val="131796339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0" r:id="rId5"/>
  </p:sldLayoutIdLst>
  <p:hf hdr="0" ftr="0" dt="0"/>
  <p:txStyles>
    <p:title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image" Target="../media/image9.tmp"/><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zh-TW" dirty="0"/>
              <a:t>Platform Override Mechanism</a:t>
            </a:r>
            <a:endParaRPr lang="en-US" dirty="0"/>
          </a:p>
        </p:txBody>
      </p:sp>
      <p:sp>
        <p:nvSpPr>
          <p:cNvPr id="5" name="Text Placeholder 4"/>
          <p:cNvSpPr>
            <a:spLocks noGrp="1"/>
          </p:cNvSpPr>
          <p:nvPr>
            <p:ph type="body" idx="1"/>
          </p:nvPr>
        </p:nvSpPr>
        <p:spPr/>
        <p:txBody>
          <a:bodyPr/>
          <a:lstStyle/>
          <a:p>
            <a:pPr>
              <a:lnSpc>
                <a:spcPct val="100000"/>
              </a:lnSpc>
              <a:spcBef>
                <a:spcPts val="600"/>
              </a:spcBef>
            </a:pPr>
            <a:br>
              <a:rPr lang="en-US" dirty="0">
                <a:solidFill>
                  <a:schemeClr val="tx1"/>
                </a:solidFill>
              </a:rPr>
            </a:br>
            <a:r>
              <a:rPr lang="en-US" dirty="0">
                <a:solidFill>
                  <a:schemeClr val="tx1"/>
                </a:solidFill>
              </a:rPr>
              <a:t>Insyde Software</a:t>
            </a:r>
            <a:br>
              <a:rPr lang="en-US">
                <a:solidFill>
                  <a:schemeClr val="tx1"/>
                </a:solidFill>
              </a:rPr>
            </a:br>
            <a:r>
              <a:rPr lang="en-US">
                <a:solidFill>
                  <a:schemeClr val="tx1"/>
                </a:solidFill>
              </a:rPr>
              <a:t>March 2021</a:t>
            </a:r>
            <a:endParaRPr lang="en-US" dirty="0">
              <a:solidFill>
                <a:schemeClr val="tx1"/>
              </a:solidFill>
            </a:endParaRPr>
          </a:p>
        </p:txBody>
      </p:sp>
      <p:sp>
        <p:nvSpPr>
          <p:cNvPr id="7" name="Slide Number Placeholder 6"/>
          <p:cNvSpPr>
            <a:spLocks noGrp="1"/>
          </p:cNvSpPr>
          <p:nvPr>
            <p:ph type="sldNum" sz="quarter" idx="12"/>
          </p:nvPr>
        </p:nvSpPr>
        <p:spPr/>
        <p:txBody>
          <a:bodyPr/>
          <a:lstStyle/>
          <a:p>
            <a:fld id="{781490A6-A1C6-4034-B8DF-BB0CBB7F3119}" type="slidenum">
              <a:rPr lang="en-US" smtClean="0"/>
              <a:pPr/>
              <a:t>1</a:t>
            </a:fld>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59737" y="-52251"/>
            <a:ext cx="1080000" cy="1196003"/>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977061348"/>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C8C5D-4E84-4558-91AB-23ABAA91BFD1}"/>
              </a:ext>
            </a:extLst>
          </p:cNvPr>
          <p:cNvSpPr>
            <a:spLocks noGrp="1"/>
          </p:cNvSpPr>
          <p:nvPr>
            <p:ph type="title"/>
          </p:nvPr>
        </p:nvSpPr>
        <p:spPr/>
        <p:txBody>
          <a:bodyPr>
            <a:noAutofit/>
          </a:bodyPr>
          <a:lstStyle/>
          <a:p>
            <a:r>
              <a:rPr lang="en-US" altLang="zh-TW" sz="2800" b="1">
                <a:solidFill>
                  <a:srgbClr val="3F3F3F"/>
                </a:solidFill>
                <a:latin typeface="Segoe UI" panose="020B0502040204020203" pitchFamily="34" charset="0"/>
                <a:cs typeface="DejaVu Sans" charset="0"/>
              </a:rPr>
              <a:t>Copyright 2021 </a:t>
            </a:r>
            <a:r>
              <a:rPr lang="en-US" altLang="zh-TW" sz="2800" b="1" dirty="0" err="1">
                <a:solidFill>
                  <a:srgbClr val="3F3F3F"/>
                </a:solidFill>
                <a:latin typeface="Segoe UI" panose="020B0502040204020203" pitchFamily="34" charset="0"/>
                <a:cs typeface="DejaVu Sans" charset="0"/>
              </a:rPr>
              <a:t>Insyde</a:t>
            </a:r>
            <a:r>
              <a:rPr lang="en-US" altLang="zh-TW" sz="2800" b="1" dirty="0">
                <a:solidFill>
                  <a:srgbClr val="3F3F3F"/>
                </a:solidFill>
                <a:latin typeface="Segoe UI" panose="020B0502040204020203" pitchFamily="34" charset="0"/>
                <a:cs typeface="DejaVu Sans" charset="0"/>
              </a:rPr>
              <a:t> Software Corp., All Rights Reserved.</a:t>
            </a:r>
            <a:endParaRPr lang="zh-TW" altLang="en-US" sz="2800" dirty="0"/>
          </a:p>
        </p:txBody>
      </p:sp>
      <p:sp>
        <p:nvSpPr>
          <p:cNvPr id="3" name="內容版面配置區 2">
            <a:extLst>
              <a:ext uri="{FF2B5EF4-FFF2-40B4-BE49-F238E27FC236}">
                <a16:creationId xmlns:a16="http://schemas.microsoft.com/office/drawing/2014/main" id="{2913F1E2-AB87-42F7-A7EC-5FD38E93038B}"/>
              </a:ext>
            </a:extLst>
          </p:cNvPr>
          <p:cNvSpPr>
            <a:spLocks noGrp="1"/>
          </p:cNvSpPr>
          <p:nvPr>
            <p:ph idx="1"/>
          </p:nvPr>
        </p:nvSpPr>
        <p:spPr/>
        <p:txBody>
          <a:bodyPr>
            <a:normAutofit fontScale="47500" lnSpcReduction="20000"/>
          </a:bodyPr>
          <a:lstStyle/>
          <a:p>
            <a:pPr marL="0" indent="0">
              <a:lnSpc>
                <a:spcPct val="100000"/>
              </a:lnSpc>
              <a:buNone/>
            </a:pPr>
            <a:r>
              <a:rPr lang="en-US" altLang="zh-TW" sz="2800" dirty="0">
                <a:solidFill>
                  <a:srgbClr val="3F3F3F"/>
                </a:solidFill>
                <a:latin typeface="Segoe UI" panose="020B0502040204020203" pitchFamily="34" charset="0"/>
                <a:cs typeface="DejaVu Sans" charset="0"/>
              </a:rPr>
              <a:t>No part of this publication may be reproduced, transmitted, transcribed, stored in a retrieval system, or translated into any language or computer language, in any form, or by any means, electronic, mechanical, magnetic, optical, chemical, manual or otherwise, without the prior written permission of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a:t>
            </a:r>
          </a:p>
          <a:p>
            <a:pPr marL="0" indent="0">
              <a:lnSpc>
                <a:spcPct val="100000"/>
              </a:lnSpc>
              <a:buNone/>
            </a:pPr>
            <a:endParaRPr lang="en-US" altLang="zh-TW" sz="2800" dirty="0">
              <a:cs typeface="DejaVu Sans" charset="0"/>
            </a:endParaRPr>
          </a:p>
          <a:p>
            <a:pPr marL="0" indent="0">
              <a:lnSpc>
                <a:spcPct val="100000"/>
              </a:lnSpc>
              <a:buNone/>
            </a:pPr>
            <a:r>
              <a:rPr lang="en-US" altLang="zh-TW" sz="3200" b="1" dirty="0">
                <a:solidFill>
                  <a:srgbClr val="3F3F3F"/>
                </a:solidFill>
                <a:latin typeface="Segoe UI" panose="020B0502040204020203" pitchFamily="34" charset="0"/>
                <a:cs typeface="DejaVu Sans" charset="0"/>
              </a:rPr>
              <a:t>Disclaimer</a:t>
            </a:r>
          </a:p>
          <a:p>
            <a:pPr marL="0" indent="0">
              <a:lnSpc>
                <a:spcPct val="100000"/>
              </a:lnSpc>
              <a:buNone/>
            </a:pPr>
            <a:endParaRPr lang="en-US" altLang="zh-TW" sz="3200" dirty="0">
              <a:cs typeface="DejaVu Sans" charset="0"/>
            </a:endParaRPr>
          </a:p>
          <a:p>
            <a:pPr marL="0" indent="0">
              <a:lnSpc>
                <a:spcPct val="100000"/>
              </a:lnSpc>
              <a:buNone/>
            </a:pP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provides this document and the programs "as is" without warranty of any kind, either expressed or implied, including, but not limited to, the implied warranties of merchantability or fitness for a particular purpose.</a:t>
            </a:r>
          </a:p>
          <a:p>
            <a:pPr marL="0" indent="0">
              <a:lnSpc>
                <a:spcPct val="100000"/>
              </a:lnSpc>
              <a:buNone/>
            </a:pPr>
            <a:r>
              <a:rPr lang="en-US" altLang="zh-TW" sz="3200" dirty="0">
                <a:solidFill>
                  <a:srgbClr val="3F3F3F"/>
                </a:solidFill>
                <a:latin typeface="Segoe UI" panose="020B0502040204020203" pitchFamily="34" charset="0"/>
                <a:cs typeface="DejaVu Sans" charset="0"/>
              </a:rPr>
              <a:t>  </a:t>
            </a:r>
          </a:p>
          <a:p>
            <a:pPr marL="0" indent="0">
              <a:lnSpc>
                <a:spcPct val="100000"/>
              </a:lnSpc>
              <a:buNone/>
            </a:pPr>
            <a:r>
              <a:rPr lang="en-US" altLang="zh-TW" sz="2800" dirty="0">
                <a:solidFill>
                  <a:srgbClr val="3F3F3F"/>
                </a:solidFill>
                <a:latin typeface="Segoe UI" panose="020B0502040204020203" pitchFamily="34" charset="0"/>
                <a:cs typeface="DejaVu Sans" charset="0"/>
              </a:rPr>
              <a:t>This document may contain technical inaccuracies or typographical errors.  Changes are periodically made to the information herein; these changes will be incorporated in future revisions of this document.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under no obligation to notify any person of the changes. Some code names featured in this document are used to identify products that are in development and not yet publicly announced for release.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not obligated for its accuracy or completeness.</a:t>
            </a:r>
          </a:p>
          <a:p>
            <a:pPr marL="0" indent="0">
              <a:lnSpc>
                <a:spcPct val="120000"/>
              </a:lnSpc>
              <a:spcBef>
                <a:spcPts val="863"/>
              </a:spcBef>
              <a:buNone/>
            </a:pPr>
            <a:r>
              <a:rPr lang="en-US" altLang="zh-TW" sz="2800" dirty="0">
                <a:solidFill>
                  <a:srgbClr val="3F3F3F"/>
                </a:solidFill>
                <a:latin typeface="Segoe UI" panose="020B0502040204020203" pitchFamily="34" charset="0"/>
                <a:cs typeface="DejaVu Sans" charset="0"/>
              </a:rPr>
              <a:t>This document may contain third party’s information, features, schedules, code names, and product names, which are based on </a:t>
            </a:r>
            <a:r>
              <a:rPr lang="en-US" altLang="zh-TW" sz="2800" dirty="0" err="1">
                <a:solidFill>
                  <a:srgbClr val="3F3F3F"/>
                </a:solidFill>
                <a:latin typeface="Segoe UI" panose="020B0502040204020203" pitchFamily="34" charset="0"/>
                <a:cs typeface="DejaVu Sans" charset="0"/>
              </a:rPr>
              <a:t>Insyde’s</a:t>
            </a:r>
            <a:r>
              <a:rPr lang="en-US" altLang="zh-TW" sz="2800" dirty="0">
                <a:solidFill>
                  <a:srgbClr val="3F3F3F"/>
                </a:solidFill>
                <a:latin typeface="Segoe UI" panose="020B0502040204020203" pitchFamily="34" charset="0"/>
                <a:cs typeface="DejaVu Sans" charset="0"/>
              </a:rPr>
              <a:t> interpretation available as of the creation of this document and may be changed from time to time. Neither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nor the third party is obligated to notify such change. If you are interested in third party’s information, you may contact the local third party sales office or the local distributor to obtain the latest specifications. All the intellectual property right of any third party information remains to its owner or steward.</a:t>
            </a:r>
          </a:p>
        </p:txBody>
      </p:sp>
    </p:spTree>
    <p:extLst>
      <p:ext uri="{BB962C8B-B14F-4D97-AF65-F5344CB8AC3E}">
        <p14:creationId xmlns:p14="http://schemas.microsoft.com/office/powerpoint/2010/main" val="725396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pPr>
              <a:tabLst>
                <a:tab pos="2243138" algn="l"/>
              </a:tabLst>
            </a:pPr>
            <a:r>
              <a:rPr lang="en-US" altLang="zh-TW" sz="4000" dirty="0"/>
              <a:t>Agenda</a:t>
            </a:r>
            <a:endParaRPr lang="zh-TW" altLang="en-US" sz="4000" dirty="0"/>
          </a:p>
        </p:txBody>
      </p:sp>
      <p:sp>
        <p:nvSpPr>
          <p:cNvPr id="6" name="內容版面配置區 5"/>
          <p:cNvSpPr>
            <a:spLocks noGrp="1"/>
          </p:cNvSpPr>
          <p:nvPr>
            <p:ph idx="1"/>
          </p:nvPr>
        </p:nvSpPr>
        <p:spPr/>
        <p:txBody>
          <a:bodyPr>
            <a:normAutofit/>
          </a:bodyPr>
          <a:lstStyle/>
          <a:p>
            <a:pPr marL="228600" indent="-227160">
              <a:lnSpc>
                <a:spcPct val="100000"/>
              </a:lnSpc>
              <a:buClr>
                <a:srgbClr val="FFFFFF"/>
              </a:buClr>
              <a:buFont typeface="Arial"/>
              <a:buChar char="•"/>
            </a:pPr>
            <a:r>
              <a:rPr lang="en-US" altLang="zh-TW" dirty="0"/>
              <a:t>Goals &amp; Target Audience</a:t>
            </a:r>
          </a:p>
          <a:p>
            <a:pPr marL="228600" indent="-227160">
              <a:lnSpc>
                <a:spcPct val="100000"/>
              </a:lnSpc>
              <a:buClr>
                <a:srgbClr val="FFFFFF"/>
              </a:buClr>
              <a:buFont typeface="Arial"/>
              <a:buChar char="•"/>
            </a:pPr>
            <a:r>
              <a:rPr lang="en-US" altLang="zh-TW" dirty="0"/>
              <a:t>Basic Concept of Override</a:t>
            </a:r>
          </a:p>
          <a:p>
            <a:pPr marL="228600" indent="-227160">
              <a:lnSpc>
                <a:spcPct val="100000"/>
              </a:lnSpc>
              <a:buClr>
                <a:srgbClr val="FFFFFF"/>
              </a:buClr>
              <a:buFont typeface="Arial"/>
              <a:buChar char="•"/>
            </a:pPr>
            <a:r>
              <a:rPr lang="en-US" altLang="zh-TW" dirty="0"/>
              <a:t>How to Use Override</a:t>
            </a:r>
          </a:p>
          <a:p>
            <a:pPr marL="228600" indent="-227160">
              <a:lnSpc>
                <a:spcPct val="100000"/>
              </a:lnSpc>
              <a:buClr>
                <a:srgbClr val="FFFFFF"/>
              </a:buClr>
              <a:buFont typeface="Arial"/>
              <a:buChar char="•"/>
            </a:pPr>
            <a:r>
              <a:rPr lang="en-US" altLang="zh-TW" dirty="0"/>
              <a:t>Override Report</a:t>
            </a:r>
          </a:p>
        </p:txBody>
      </p:sp>
      <p:sp>
        <p:nvSpPr>
          <p:cNvPr id="4" name="投影片編號版面配置區 3"/>
          <p:cNvSpPr>
            <a:spLocks noGrp="1"/>
          </p:cNvSpPr>
          <p:nvPr>
            <p:ph type="sldNum" sz="quarter" idx="12"/>
          </p:nvPr>
        </p:nvSpPr>
        <p:spPr/>
        <p:txBody>
          <a:bodyPr/>
          <a:lstStyle/>
          <a:p>
            <a:fld id="{781490A6-A1C6-4034-B8DF-BB0CBB7F3119}" type="slidenum">
              <a:rPr lang="en-US" smtClean="0">
                <a:solidFill>
                  <a:schemeClr val="bg1"/>
                </a:solidFill>
              </a:rPr>
              <a:pPr/>
              <a:t>3</a:t>
            </a:fld>
            <a:endParaRPr lang="en-US" dirty="0">
              <a:solidFill>
                <a:schemeClr val="bg1"/>
              </a:solidFill>
            </a:endParaRPr>
          </a:p>
        </p:txBody>
      </p:sp>
      <p:sp>
        <p:nvSpPr>
          <p:cNvPr id="7" name="TextBox 5">
            <a:extLst>
              <a:ext uri="{FF2B5EF4-FFF2-40B4-BE49-F238E27FC236}">
                <a16:creationId xmlns:a16="http://schemas.microsoft.com/office/drawing/2014/main" id="{E098D49E-55A9-4A8F-AE23-F1C0005ABE63}"/>
              </a:ext>
            </a:extLst>
          </p:cNvPr>
          <p:cNvSpPr txBox="1"/>
          <p:nvPr/>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38900426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4</a:t>
            </a:fld>
            <a:endParaRPr lang="en-US" dirty="0"/>
          </a:p>
        </p:txBody>
      </p:sp>
      <p:sp>
        <p:nvSpPr>
          <p:cNvPr id="2" name="Title 1"/>
          <p:cNvSpPr>
            <a:spLocks noGrp="1"/>
          </p:cNvSpPr>
          <p:nvPr>
            <p:ph type="title"/>
          </p:nvPr>
        </p:nvSpPr>
        <p:spPr/>
        <p:txBody>
          <a:bodyPr/>
          <a:lstStyle/>
          <a:p>
            <a:r>
              <a:rPr lang="en-US" dirty="0"/>
              <a:t>Goal &amp; Target Audience</a:t>
            </a:r>
          </a:p>
        </p:txBody>
      </p:sp>
    </p:spTree>
    <p:extLst>
      <p:ext uri="{BB962C8B-B14F-4D97-AF65-F5344CB8AC3E}">
        <p14:creationId xmlns:p14="http://schemas.microsoft.com/office/powerpoint/2010/main" val="25624502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5E959A-1308-4D9B-AB25-3191C7A05DBE}"/>
              </a:ext>
            </a:extLst>
          </p:cNvPr>
          <p:cNvSpPr>
            <a:spLocks noGrp="1"/>
          </p:cNvSpPr>
          <p:nvPr>
            <p:ph type="title"/>
          </p:nvPr>
        </p:nvSpPr>
        <p:spPr/>
        <p:txBody>
          <a:bodyPr>
            <a:normAutofit/>
          </a:bodyPr>
          <a:lstStyle/>
          <a:p>
            <a:r>
              <a:rPr lang="en-US" altLang="zh-TW" b="1" dirty="0">
                <a:solidFill>
                  <a:srgbClr val="3F3F3F"/>
                </a:solidFill>
                <a:cs typeface="DejaVu Sans" charset="0"/>
              </a:rPr>
              <a:t>Goal &amp; Target Audience</a:t>
            </a:r>
            <a:endParaRPr lang="zh-TW" altLang="en-US" dirty="0"/>
          </a:p>
        </p:txBody>
      </p:sp>
      <p:sp>
        <p:nvSpPr>
          <p:cNvPr id="3" name="內容版面配置區 2">
            <a:extLst>
              <a:ext uri="{FF2B5EF4-FFF2-40B4-BE49-F238E27FC236}">
                <a16:creationId xmlns:a16="http://schemas.microsoft.com/office/drawing/2014/main" id="{FAF9E885-887B-4B99-B6F8-CEE4089A4DEB}"/>
              </a:ext>
            </a:extLst>
          </p:cNvPr>
          <p:cNvSpPr>
            <a:spLocks noGrp="1"/>
          </p:cNvSpPr>
          <p:nvPr>
            <p:ph idx="1"/>
          </p:nvPr>
        </p:nvSpPr>
        <p:spPr/>
        <p:txBody>
          <a:bodyPr>
            <a:normAutofit lnSpcReduction="10000"/>
          </a:bodyPr>
          <a:lstStyle/>
          <a:p>
            <a:pPr marL="228600" indent="-227160">
              <a:lnSpc>
                <a:spcPct val="100000"/>
              </a:lnSpc>
              <a:buClr>
                <a:srgbClr val="3F3F3F"/>
              </a:buClr>
              <a:buFont typeface="Arial"/>
              <a:buChar char="•"/>
            </a:pPr>
            <a:r>
              <a:rPr lang="en-US" altLang="zh-TW" sz="3000" b="0" strike="noStrike" spc="-1" dirty="0">
                <a:solidFill>
                  <a:srgbClr val="3F3F3F"/>
                </a:solidFill>
                <a:ea typeface="DejaVu Sans"/>
              </a:rPr>
              <a:t>Target Audience:</a:t>
            </a:r>
            <a:endParaRPr lang="en-US" altLang="zh-TW" sz="3000" b="0" strike="noStrike" spc="-1" dirty="0"/>
          </a:p>
          <a:p>
            <a:pPr marL="685800" lvl="1" indent="-227160">
              <a:lnSpc>
                <a:spcPct val="100000"/>
              </a:lnSpc>
              <a:buClr>
                <a:srgbClr val="3F3F3F"/>
              </a:buClr>
              <a:buFont typeface="Arial"/>
              <a:buChar char="•"/>
            </a:pPr>
            <a:r>
              <a:rPr lang="en-US" altLang="zh-TW" sz="2600" b="0" strike="noStrike" spc="-1" dirty="0">
                <a:solidFill>
                  <a:srgbClr val="3F3F3F"/>
                </a:solidFill>
                <a:ea typeface="DejaVu Sans"/>
              </a:rPr>
              <a:t>BIOS developers who use InsydeH2O 5.x (EDK II) to create their firmware products.</a:t>
            </a:r>
            <a:endParaRPr lang="en-US" altLang="zh-TW" sz="2600" b="0" strike="noStrike" spc="-1" dirty="0"/>
          </a:p>
          <a:p>
            <a:pPr>
              <a:lnSpc>
                <a:spcPct val="100000"/>
              </a:lnSpc>
            </a:pPr>
            <a:endParaRPr lang="en-US" altLang="zh-TW" sz="2000" b="0" strike="noStrike" spc="-1" dirty="0"/>
          </a:p>
          <a:p>
            <a:pPr marL="228600" indent="-227160">
              <a:lnSpc>
                <a:spcPct val="100000"/>
              </a:lnSpc>
              <a:buClr>
                <a:srgbClr val="3F3F3F"/>
              </a:buClr>
              <a:buFont typeface="Arial"/>
              <a:buChar char="•"/>
            </a:pPr>
            <a:r>
              <a:rPr lang="en-US" altLang="zh-TW" sz="3000" b="0" strike="noStrike" spc="-1" dirty="0">
                <a:solidFill>
                  <a:srgbClr val="3F3F3F"/>
                </a:solidFill>
                <a:ea typeface="DejaVu Sans"/>
              </a:rPr>
              <a:t>Goals:</a:t>
            </a:r>
            <a:endParaRPr lang="en-US" altLang="zh-TW" sz="2800" b="0" strike="noStrike" spc="-1" dirty="0"/>
          </a:p>
          <a:p>
            <a:pPr marL="685800" lvl="1" indent="-227160">
              <a:lnSpc>
                <a:spcPct val="100000"/>
              </a:lnSpc>
              <a:buClr>
                <a:srgbClr val="3F3F3F"/>
              </a:buClr>
              <a:buFont typeface="Arial"/>
              <a:buChar char="•"/>
            </a:pPr>
            <a:r>
              <a:rPr lang="en-US" altLang="zh-TW" sz="2600" b="0" strike="noStrike" spc="-1" dirty="0">
                <a:solidFill>
                  <a:srgbClr val="3F3F3F"/>
                </a:solidFill>
                <a:ea typeface="DejaVu Sans"/>
              </a:rPr>
              <a:t>Understand the concept of Override mechanism.</a:t>
            </a:r>
            <a:endParaRPr lang="en-US" altLang="zh-TW" sz="2600" b="0" strike="noStrike" spc="-1" dirty="0"/>
          </a:p>
          <a:p>
            <a:pPr marL="685800" lvl="1" indent="-227160">
              <a:lnSpc>
                <a:spcPct val="100000"/>
              </a:lnSpc>
              <a:buClr>
                <a:srgbClr val="3F3F3F"/>
              </a:buClr>
              <a:buFont typeface="Arial"/>
              <a:buChar char="•"/>
            </a:pPr>
            <a:r>
              <a:rPr lang="en-US" altLang="zh-TW" sz="2600" b="0" strike="noStrike" spc="-1" dirty="0">
                <a:solidFill>
                  <a:srgbClr val="3F3F3F"/>
                </a:solidFill>
                <a:ea typeface="DejaVu Sans"/>
              </a:rPr>
              <a:t>Be familiar with using the Override mechanism for project porting.</a:t>
            </a:r>
            <a:endParaRPr lang="en-US" altLang="zh-TW" sz="2600" b="0" strike="noStrike" spc="-1" dirty="0"/>
          </a:p>
          <a:p>
            <a:pPr>
              <a:lnSpc>
                <a:spcPct val="100000"/>
              </a:lnSpc>
            </a:pPr>
            <a:endParaRPr lang="en-US" altLang="zh-TW" sz="2000" b="0" strike="noStrike" spc="-1" dirty="0"/>
          </a:p>
          <a:p>
            <a:pPr marL="228600" indent="-227160">
              <a:lnSpc>
                <a:spcPct val="100000"/>
              </a:lnSpc>
              <a:buClr>
                <a:srgbClr val="3F3F3F"/>
              </a:buClr>
              <a:buFont typeface="Arial"/>
              <a:buChar char="•"/>
            </a:pPr>
            <a:r>
              <a:rPr lang="en-US" altLang="zh-TW" sz="3000" b="0" strike="noStrike" spc="-1" dirty="0">
                <a:solidFill>
                  <a:srgbClr val="3F3F3F"/>
                </a:solidFill>
                <a:ea typeface="DejaVu Sans"/>
              </a:rPr>
              <a:t>Requirements:</a:t>
            </a:r>
            <a:endParaRPr lang="en-US" altLang="zh-TW" sz="3000" b="0" strike="noStrike" spc="-1" dirty="0"/>
          </a:p>
          <a:p>
            <a:pPr marL="685800" lvl="1" indent="-227160">
              <a:lnSpc>
                <a:spcPct val="100000"/>
              </a:lnSpc>
              <a:buClr>
                <a:srgbClr val="3F3F3F"/>
              </a:buClr>
              <a:buFont typeface="Arial"/>
              <a:buChar char="•"/>
            </a:pPr>
            <a:r>
              <a:rPr lang="en-US" altLang="zh-TW" sz="2600" b="0" strike="noStrike" spc="-1" dirty="0">
                <a:solidFill>
                  <a:srgbClr val="3F3F3F"/>
                </a:solidFill>
                <a:ea typeface="DejaVu Sans"/>
              </a:rPr>
              <a:t>InsydeH2O 5.4 source code</a:t>
            </a:r>
            <a:endParaRPr lang="en-US" altLang="zh-TW" sz="2600" b="0" strike="noStrike" spc="-1" dirty="0"/>
          </a:p>
        </p:txBody>
      </p:sp>
    </p:spTree>
    <p:extLst>
      <p:ext uri="{BB962C8B-B14F-4D97-AF65-F5344CB8AC3E}">
        <p14:creationId xmlns:p14="http://schemas.microsoft.com/office/powerpoint/2010/main" val="1076508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6</a:t>
            </a:fld>
            <a:endParaRPr lang="en-US" dirty="0"/>
          </a:p>
        </p:txBody>
      </p:sp>
      <p:sp>
        <p:nvSpPr>
          <p:cNvPr id="2" name="Title 1"/>
          <p:cNvSpPr>
            <a:spLocks noGrp="1"/>
          </p:cNvSpPr>
          <p:nvPr>
            <p:ph type="title"/>
          </p:nvPr>
        </p:nvSpPr>
        <p:spPr/>
        <p:txBody>
          <a:bodyPr/>
          <a:lstStyle/>
          <a:p>
            <a:r>
              <a:rPr lang="en-US" dirty="0"/>
              <a:t>Basic Concept of Override</a:t>
            </a:r>
          </a:p>
        </p:txBody>
      </p:sp>
    </p:spTree>
    <p:extLst>
      <p:ext uri="{BB962C8B-B14F-4D97-AF65-F5344CB8AC3E}">
        <p14:creationId xmlns:p14="http://schemas.microsoft.com/office/powerpoint/2010/main" val="3556020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Basic Concept of Override</a:t>
            </a:r>
            <a:endParaRPr lang="en-US" sz="2000" dirty="0"/>
          </a:p>
        </p:txBody>
      </p:sp>
      <p:grpSp>
        <p:nvGrpSpPr>
          <p:cNvPr id="6" name="群組 5">
            <a:extLst>
              <a:ext uri="{FF2B5EF4-FFF2-40B4-BE49-F238E27FC236}">
                <a16:creationId xmlns:a16="http://schemas.microsoft.com/office/drawing/2014/main" id="{3BE621C2-95E6-4145-9DAE-10EC0A0F34BC}"/>
              </a:ext>
            </a:extLst>
          </p:cNvPr>
          <p:cNvGrpSpPr/>
          <p:nvPr/>
        </p:nvGrpSpPr>
        <p:grpSpPr>
          <a:xfrm>
            <a:off x="4543842" y="2239313"/>
            <a:ext cx="3104315" cy="2379374"/>
            <a:chOff x="3276720" y="2209680"/>
            <a:chExt cx="2360880" cy="2036520"/>
          </a:xfrm>
        </p:grpSpPr>
        <p:sp>
          <p:nvSpPr>
            <p:cNvPr id="7" name="CustomShape 2">
              <a:extLst>
                <a:ext uri="{FF2B5EF4-FFF2-40B4-BE49-F238E27FC236}">
                  <a16:creationId xmlns:a16="http://schemas.microsoft.com/office/drawing/2014/main" id="{CFC7E1DF-D448-4FB2-AF2B-CCACC84CF0AA}"/>
                </a:ext>
              </a:extLst>
            </p:cNvPr>
            <p:cNvSpPr/>
            <p:nvPr/>
          </p:nvSpPr>
          <p:spPr>
            <a:xfrm>
              <a:off x="3276720" y="2209680"/>
              <a:ext cx="2360880" cy="2036520"/>
            </a:xfrm>
            <a:prstGeom prst="flowChartProcess">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chor="ctr">
              <a:noAutofit/>
            </a:bodyPr>
            <a:lstStyle/>
            <a:p>
              <a:pPr algn="ctr">
                <a:lnSpc>
                  <a:spcPct val="100000"/>
                </a:lnSpc>
              </a:pPr>
              <a:r>
                <a:rPr lang="en-US" sz="1800" b="0" strike="noStrike" spc="-1" dirty="0">
                  <a:solidFill>
                    <a:srgbClr val="000000"/>
                  </a:solidFill>
                  <a:latin typeface="Segoe UI"/>
                  <a:ea typeface="新細明體"/>
                </a:rPr>
                <a:t>1</a:t>
              </a:r>
              <a:r>
                <a:rPr lang="en-US" sz="1800" b="0" strike="noStrike" spc="-1" baseline="30000" dirty="0">
                  <a:solidFill>
                    <a:srgbClr val="000000"/>
                  </a:solidFill>
                  <a:latin typeface="Segoe UI"/>
                  <a:ea typeface="新細明體"/>
                </a:rPr>
                <a:t>st</a:t>
              </a:r>
              <a:r>
                <a:rPr lang="en-US" sz="1800" b="0" strike="noStrike" spc="-1" dirty="0">
                  <a:solidFill>
                    <a:srgbClr val="000000"/>
                  </a:solidFill>
                  <a:latin typeface="Segoe UI"/>
                  <a:ea typeface="新細明體"/>
                </a:rPr>
                <a:t> Layer</a:t>
              </a:r>
              <a:endParaRPr lang="en-US" sz="1800" b="0" strike="noStrike" spc="-1" dirty="0">
                <a:latin typeface="Arial"/>
              </a:endParaRPr>
            </a:p>
          </p:txBody>
        </p:sp>
        <p:sp>
          <p:nvSpPr>
            <p:cNvPr id="8" name="CustomShape 3">
              <a:extLst>
                <a:ext uri="{FF2B5EF4-FFF2-40B4-BE49-F238E27FC236}">
                  <a16:creationId xmlns:a16="http://schemas.microsoft.com/office/drawing/2014/main" id="{CF3607D5-47A2-4D8A-9996-13025CD6BA83}"/>
                </a:ext>
              </a:extLst>
            </p:cNvPr>
            <p:cNvSpPr/>
            <p:nvPr/>
          </p:nvSpPr>
          <p:spPr>
            <a:xfrm>
              <a:off x="3391560" y="240156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A</a:t>
              </a:r>
              <a:endParaRPr lang="en-US" sz="3600" b="0" strike="noStrike" spc="-1">
                <a:latin typeface="Arial"/>
              </a:endParaRPr>
            </a:p>
          </p:txBody>
        </p:sp>
        <p:sp>
          <p:nvSpPr>
            <p:cNvPr id="9" name="CustomShape 4">
              <a:extLst>
                <a:ext uri="{FF2B5EF4-FFF2-40B4-BE49-F238E27FC236}">
                  <a16:creationId xmlns:a16="http://schemas.microsoft.com/office/drawing/2014/main" id="{5E9A3640-F6E6-469E-BC36-495697AA3ADC}"/>
                </a:ext>
              </a:extLst>
            </p:cNvPr>
            <p:cNvSpPr/>
            <p:nvPr/>
          </p:nvSpPr>
          <p:spPr>
            <a:xfrm>
              <a:off x="4839120" y="339228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F</a:t>
              </a:r>
              <a:endParaRPr lang="en-US" sz="3600" b="0" strike="noStrike" spc="-1">
                <a:latin typeface="Arial"/>
              </a:endParaRPr>
            </a:p>
          </p:txBody>
        </p:sp>
        <p:sp>
          <p:nvSpPr>
            <p:cNvPr id="10" name="CustomShape 5">
              <a:extLst>
                <a:ext uri="{FF2B5EF4-FFF2-40B4-BE49-F238E27FC236}">
                  <a16:creationId xmlns:a16="http://schemas.microsoft.com/office/drawing/2014/main" id="{2CA50AB8-6CEF-4780-8A50-BADD29B29118}"/>
                </a:ext>
              </a:extLst>
            </p:cNvPr>
            <p:cNvSpPr/>
            <p:nvPr/>
          </p:nvSpPr>
          <p:spPr>
            <a:xfrm>
              <a:off x="4114800" y="339228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E</a:t>
              </a:r>
              <a:endParaRPr lang="en-US" sz="3600" b="0" strike="noStrike" spc="-1">
                <a:latin typeface="Arial"/>
              </a:endParaRPr>
            </a:p>
          </p:txBody>
        </p:sp>
        <p:sp>
          <p:nvSpPr>
            <p:cNvPr id="11" name="CustomShape 6">
              <a:extLst>
                <a:ext uri="{FF2B5EF4-FFF2-40B4-BE49-F238E27FC236}">
                  <a16:creationId xmlns:a16="http://schemas.microsoft.com/office/drawing/2014/main" id="{D50C4A5F-0108-4C18-A906-8EC6F061F5A2}"/>
                </a:ext>
              </a:extLst>
            </p:cNvPr>
            <p:cNvSpPr/>
            <p:nvPr/>
          </p:nvSpPr>
          <p:spPr>
            <a:xfrm>
              <a:off x="3391560" y="339228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D</a:t>
              </a:r>
              <a:endParaRPr lang="en-US" sz="3600" b="0" strike="noStrike" spc="-1">
                <a:latin typeface="Arial"/>
              </a:endParaRPr>
            </a:p>
          </p:txBody>
        </p:sp>
        <p:sp>
          <p:nvSpPr>
            <p:cNvPr id="12" name="CustomShape 7">
              <a:extLst>
                <a:ext uri="{FF2B5EF4-FFF2-40B4-BE49-F238E27FC236}">
                  <a16:creationId xmlns:a16="http://schemas.microsoft.com/office/drawing/2014/main" id="{0AB3319E-3B70-4CF4-AFF5-91BC7868E5D4}"/>
                </a:ext>
              </a:extLst>
            </p:cNvPr>
            <p:cNvSpPr/>
            <p:nvPr/>
          </p:nvSpPr>
          <p:spPr>
            <a:xfrm>
              <a:off x="4839120" y="240156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C</a:t>
              </a:r>
              <a:endParaRPr lang="en-US" sz="3600" b="0" strike="noStrike" spc="-1">
                <a:latin typeface="Arial"/>
              </a:endParaRPr>
            </a:p>
          </p:txBody>
        </p:sp>
        <p:sp>
          <p:nvSpPr>
            <p:cNvPr id="13" name="CustomShape 8">
              <a:extLst>
                <a:ext uri="{FF2B5EF4-FFF2-40B4-BE49-F238E27FC236}">
                  <a16:creationId xmlns:a16="http://schemas.microsoft.com/office/drawing/2014/main" id="{1B7C7097-13E3-4DC3-AFE0-EDD63247537D}"/>
                </a:ext>
              </a:extLst>
            </p:cNvPr>
            <p:cNvSpPr/>
            <p:nvPr/>
          </p:nvSpPr>
          <p:spPr>
            <a:xfrm>
              <a:off x="4114800" y="240156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B</a:t>
              </a:r>
              <a:endParaRPr lang="en-US" sz="3600" b="0" strike="noStrike" spc="-1">
                <a:latin typeface="Arial"/>
              </a:endParaRPr>
            </a:p>
          </p:txBody>
        </p:sp>
      </p:grpSp>
    </p:spTree>
    <p:extLst>
      <p:ext uri="{BB962C8B-B14F-4D97-AF65-F5344CB8AC3E}">
        <p14:creationId xmlns:p14="http://schemas.microsoft.com/office/powerpoint/2010/main" val="41276464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Basic Concept of Override</a:t>
            </a:r>
            <a:endParaRPr lang="en-US" sz="2000" dirty="0"/>
          </a:p>
        </p:txBody>
      </p:sp>
      <p:grpSp>
        <p:nvGrpSpPr>
          <p:cNvPr id="25" name="群組 24">
            <a:extLst>
              <a:ext uri="{FF2B5EF4-FFF2-40B4-BE49-F238E27FC236}">
                <a16:creationId xmlns:a16="http://schemas.microsoft.com/office/drawing/2014/main" id="{6FCF055B-8F11-4201-8CB8-9FE8B3EB13A0}"/>
              </a:ext>
            </a:extLst>
          </p:cNvPr>
          <p:cNvGrpSpPr/>
          <p:nvPr/>
        </p:nvGrpSpPr>
        <p:grpSpPr>
          <a:xfrm>
            <a:off x="3086760" y="2401020"/>
            <a:ext cx="6018480" cy="2055960"/>
            <a:chOff x="1295280" y="2133720"/>
            <a:chExt cx="6018480" cy="2055960"/>
          </a:xfrm>
        </p:grpSpPr>
        <p:sp>
          <p:nvSpPr>
            <p:cNvPr id="26" name="CustomShape 2">
              <a:extLst>
                <a:ext uri="{FF2B5EF4-FFF2-40B4-BE49-F238E27FC236}">
                  <a16:creationId xmlns:a16="http://schemas.microsoft.com/office/drawing/2014/main" id="{DCE52DF5-1698-42E0-9C30-1935F085EFE9}"/>
                </a:ext>
              </a:extLst>
            </p:cNvPr>
            <p:cNvSpPr/>
            <p:nvPr/>
          </p:nvSpPr>
          <p:spPr>
            <a:xfrm>
              <a:off x="1295280" y="2152800"/>
              <a:ext cx="2360880" cy="2036880"/>
            </a:xfrm>
            <a:prstGeom prst="flowChartProcess">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chor="ctr">
              <a:noAutofit/>
            </a:bodyPr>
            <a:lstStyle/>
            <a:p>
              <a:pPr algn="ctr">
                <a:lnSpc>
                  <a:spcPct val="100000"/>
                </a:lnSpc>
              </a:pPr>
              <a:r>
                <a:rPr lang="en-US" sz="1800" b="0" strike="noStrike" spc="-1">
                  <a:solidFill>
                    <a:srgbClr val="000000"/>
                  </a:solidFill>
                  <a:latin typeface="Segoe UI"/>
                  <a:ea typeface="新細明體"/>
                </a:rPr>
                <a:t>1</a:t>
              </a:r>
              <a:r>
                <a:rPr lang="en-US" sz="1800" b="0" strike="noStrike" spc="-1" baseline="30000">
                  <a:solidFill>
                    <a:srgbClr val="000000"/>
                  </a:solidFill>
                  <a:latin typeface="Segoe UI"/>
                  <a:ea typeface="新細明體"/>
                </a:rPr>
                <a:t>st</a:t>
              </a:r>
              <a:r>
                <a:rPr lang="en-US" sz="1800" b="0" strike="noStrike" spc="-1">
                  <a:solidFill>
                    <a:srgbClr val="000000"/>
                  </a:solidFill>
                  <a:latin typeface="Segoe UI"/>
                  <a:ea typeface="新細明體"/>
                </a:rPr>
                <a:t> Layer</a:t>
              </a:r>
              <a:endParaRPr lang="en-US" sz="1800" b="0" strike="noStrike" spc="-1">
                <a:latin typeface="Arial"/>
              </a:endParaRPr>
            </a:p>
          </p:txBody>
        </p:sp>
        <p:sp>
          <p:nvSpPr>
            <p:cNvPr id="27" name="CustomShape 3">
              <a:extLst>
                <a:ext uri="{FF2B5EF4-FFF2-40B4-BE49-F238E27FC236}">
                  <a16:creationId xmlns:a16="http://schemas.microsoft.com/office/drawing/2014/main" id="{1143F6D6-00AD-480D-972A-63D0BD82B336}"/>
                </a:ext>
              </a:extLst>
            </p:cNvPr>
            <p:cNvSpPr/>
            <p:nvPr/>
          </p:nvSpPr>
          <p:spPr>
            <a:xfrm>
              <a:off x="1410120" y="234468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A</a:t>
              </a:r>
              <a:endParaRPr lang="en-US" sz="3600" b="0" strike="noStrike" spc="-1">
                <a:latin typeface="Arial"/>
              </a:endParaRPr>
            </a:p>
          </p:txBody>
        </p:sp>
        <p:sp>
          <p:nvSpPr>
            <p:cNvPr id="28" name="CustomShape 4">
              <a:extLst>
                <a:ext uri="{FF2B5EF4-FFF2-40B4-BE49-F238E27FC236}">
                  <a16:creationId xmlns:a16="http://schemas.microsoft.com/office/drawing/2014/main" id="{7A36A72C-B6CD-4000-A695-991C2EF3A375}"/>
                </a:ext>
              </a:extLst>
            </p:cNvPr>
            <p:cNvSpPr/>
            <p:nvPr/>
          </p:nvSpPr>
          <p:spPr>
            <a:xfrm>
              <a:off x="2858040" y="333540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F</a:t>
              </a:r>
              <a:endParaRPr lang="en-US" sz="3600" b="0" strike="noStrike" spc="-1">
                <a:latin typeface="Arial"/>
              </a:endParaRPr>
            </a:p>
          </p:txBody>
        </p:sp>
        <p:sp>
          <p:nvSpPr>
            <p:cNvPr id="29" name="CustomShape 5">
              <a:extLst>
                <a:ext uri="{FF2B5EF4-FFF2-40B4-BE49-F238E27FC236}">
                  <a16:creationId xmlns:a16="http://schemas.microsoft.com/office/drawing/2014/main" id="{60246534-91D9-4D8F-B112-F79BF093E07E}"/>
                </a:ext>
              </a:extLst>
            </p:cNvPr>
            <p:cNvSpPr/>
            <p:nvPr/>
          </p:nvSpPr>
          <p:spPr>
            <a:xfrm>
              <a:off x="2133720" y="333540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E</a:t>
              </a:r>
              <a:endParaRPr lang="en-US" sz="3600" b="0" strike="noStrike" spc="-1">
                <a:latin typeface="Arial"/>
              </a:endParaRPr>
            </a:p>
          </p:txBody>
        </p:sp>
        <p:sp>
          <p:nvSpPr>
            <p:cNvPr id="30" name="CustomShape 6">
              <a:extLst>
                <a:ext uri="{FF2B5EF4-FFF2-40B4-BE49-F238E27FC236}">
                  <a16:creationId xmlns:a16="http://schemas.microsoft.com/office/drawing/2014/main" id="{FC8FD590-7E00-48EB-885D-251FA9B20FC6}"/>
                </a:ext>
              </a:extLst>
            </p:cNvPr>
            <p:cNvSpPr/>
            <p:nvPr/>
          </p:nvSpPr>
          <p:spPr>
            <a:xfrm>
              <a:off x="1410120" y="333540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D</a:t>
              </a:r>
              <a:endParaRPr lang="en-US" sz="3600" b="0" strike="noStrike" spc="-1">
                <a:latin typeface="Arial"/>
              </a:endParaRPr>
            </a:p>
          </p:txBody>
        </p:sp>
        <p:sp>
          <p:nvSpPr>
            <p:cNvPr id="31" name="CustomShape 7">
              <a:extLst>
                <a:ext uri="{FF2B5EF4-FFF2-40B4-BE49-F238E27FC236}">
                  <a16:creationId xmlns:a16="http://schemas.microsoft.com/office/drawing/2014/main" id="{AF9A5381-6EEA-414E-997C-BC8372596052}"/>
                </a:ext>
              </a:extLst>
            </p:cNvPr>
            <p:cNvSpPr/>
            <p:nvPr/>
          </p:nvSpPr>
          <p:spPr>
            <a:xfrm>
              <a:off x="2858040" y="234468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dirty="0">
                  <a:solidFill>
                    <a:srgbClr val="000000"/>
                  </a:solidFill>
                  <a:latin typeface="Segoe UI"/>
                  <a:ea typeface="DejaVu Sans"/>
                </a:rPr>
                <a:t>C</a:t>
              </a:r>
              <a:endParaRPr lang="en-US" sz="3600" b="0" strike="noStrike" spc="-1" dirty="0">
                <a:latin typeface="Arial"/>
              </a:endParaRPr>
            </a:p>
          </p:txBody>
        </p:sp>
        <p:sp>
          <p:nvSpPr>
            <p:cNvPr id="32" name="CustomShape 8">
              <a:extLst>
                <a:ext uri="{FF2B5EF4-FFF2-40B4-BE49-F238E27FC236}">
                  <a16:creationId xmlns:a16="http://schemas.microsoft.com/office/drawing/2014/main" id="{DEA51005-8155-4352-B92E-BF675AC5D92E}"/>
                </a:ext>
              </a:extLst>
            </p:cNvPr>
            <p:cNvSpPr/>
            <p:nvPr/>
          </p:nvSpPr>
          <p:spPr>
            <a:xfrm>
              <a:off x="2133720" y="234468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B</a:t>
              </a:r>
              <a:endParaRPr lang="en-US" sz="3600" b="0" strike="noStrike" spc="-1">
                <a:latin typeface="Arial"/>
              </a:endParaRPr>
            </a:p>
          </p:txBody>
        </p:sp>
        <p:sp>
          <p:nvSpPr>
            <p:cNvPr id="33" name="CustomShape 9">
              <a:extLst>
                <a:ext uri="{FF2B5EF4-FFF2-40B4-BE49-F238E27FC236}">
                  <a16:creationId xmlns:a16="http://schemas.microsoft.com/office/drawing/2014/main" id="{CFE07120-7174-4FAD-BBAD-DBEA1AAE2314}"/>
                </a:ext>
              </a:extLst>
            </p:cNvPr>
            <p:cNvSpPr/>
            <p:nvPr/>
          </p:nvSpPr>
          <p:spPr>
            <a:xfrm>
              <a:off x="4952880" y="2133720"/>
              <a:ext cx="2360880" cy="2036520"/>
            </a:xfrm>
            <a:prstGeom prst="flowChartProcess">
              <a:avLst/>
            </a:prstGeom>
            <a:solidFill>
              <a:srgbClr val="006CA9"/>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1"/>
            </a:lnRef>
            <a:fillRef idx="3">
              <a:schemeClr val="accent1"/>
            </a:fillRef>
            <a:effectRef idx="3">
              <a:schemeClr val="accent1"/>
            </a:effectRef>
            <a:fontRef idx="minor"/>
          </p:style>
          <p:txBody>
            <a:bodyPr lIns="90000" tIns="45000" rIns="90000" bIns="45000" anchor="ctr">
              <a:noAutofit/>
            </a:bodyPr>
            <a:lstStyle/>
            <a:p>
              <a:pPr algn="ctr">
                <a:lnSpc>
                  <a:spcPct val="100000"/>
                </a:lnSpc>
              </a:pPr>
              <a:r>
                <a:rPr lang="en-US" sz="1800" b="0" strike="noStrike" spc="-1">
                  <a:solidFill>
                    <a:srgbClr val="000000"/>
                  </a:solidFill>
                  <a:latin typeface="Segoe UI"/>
                  <a:ea typeface="新細明體"/>
                </a:rPr>
                <a:t>2</a:t>
              </a:r>
              <a:r>
                <a:rPr lang="en-US" sz="1800" b="0" strike="noStrike" spc="-1" baseline="30000">
                  <a:solidFill>
                    <a:srgbClr val="000000"/>
                  </a:solidFill>
                  <a:latin typeface="Segoe UI"/>
                  <a:ea typeface="新細明體"/>
                </a:rPr>
                <a:t>nd</a:t>
              </a:r>
              <a:r>
                <a:rPr lang="en-US" sz="1800" b="0" strike="noStrike" spc="-1">
                  <a:solidFill>
                    <a:srgbClr val="000000"/>
                  </a:solidFill>
                  <a:latin typeface="Segoe UI"/>
                  <a:ea typeface="新細明體"/>
                </a:rPr>
                <a:t> Layer</a:t>
              </a:r>
              <a:endParaRPr lang="en-US" sz="1800" b="0" strike="noStrike" spc="-1">
                <a:latin typeface="Arial"/>
              </a:endParaRPr>
            </a:p>
          </p:txBody>
        </p:sp>
        <p:sp>
          <p:nvSpPr>
            <p:cNvPr id="34" name="CustomShape 10">
              <a:extLst>
                <a:ext uri="{FF2B5EF4-FFF2-40B4-BE49-F238E27FC236}">
                  <a16:creationId xmlns:a16="http://schemas.microsoft.com/office/drawing/2014/main" id="{CF9EA40A-1DE3-4CB4-8CD3-28E77BFD42EF}"/>
                </a:ext>
              </a:extLst>
            </p:cNvPr>
            <p:cNvSpPr/>
            <p:nvPr/>
          </p:nvSpPr>
          <p:spPr>
            <a:xfrm>
              <a:off x="1409760" y="2347920"/>
              <a:ext cx="64548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dirty="0">
                  <a:solidFill>
                    <a:srgbClr val="000000"/>
                  </a:solidFill>
                  <a:latin typeface="Segoe UI"/>
                  <a:ea typeface="DejaVu Sans"/>
                </a:rPr>
                <a:t>A</a:t>
              </a:r>
              <a:endParaRPr lang="en-US" sz="3600" b="0" strike="noStrike" spc="-1" dirty="0">
                <a:latin typeface="Arial"/>
              </a:endParaRPr>
            </a:p>
          </p:txBody>
        </p:sp>
        <p:sp>
          <p:nvSpPr>
            <p:cNvPr id="35" name="CustomShape 11">
              <a:extLst>
                <a:ext uri="{FF2B5EF4-FFF2-40B4-BE49-F238E27FC236}">
                  <a16:creationId xmlns:a16="http://schemas.microsoft.com/office/drawing/2014/main" id="{BE7B4996-2563-49C9-9C54-E4EE9527A335}"/>
                </a:ext>
              </a:extLst>
            </p:cNvPr>
            <p:cNvSpPr/>
            <p:nvPr/>
          </p:nvSpPr>
          <p:spPr>
            <a:xfrm>
              <a:off x="2132640" y="3338280"/>
              <a:ext cx="64548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E</a:t>
              </a:r>
              <a:endParaRPr lang="en-US" sz="3600" b="0" strike="noStrike" spc="-1">
                <a:latin typeface="Arial"/>
              </a:endParaRPr>
            </a:p>
          </p:txBody>
        </p:sp>
      </p:grpSp>
    </p:spTree>
    <p:extLst>
      <p:ext uri="{BB962C8B-B14F-4D97-AF65-F5344CB8AC3E}">
        <p14:creationId xmlns:p14="http://schemas.microsoft.com/office/powerpoint/2010/main" val="2189172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Basic Concept of Override</a:t>
            </a:r>
            <a:endParaRPr lang="en-US" sz="2000" dirty="0"/>
          </a:p>
        </p:txBody>
      </p:sp>
      <p:grpSp>
        <p:nvGrpSpPr>
          <p:cNvPr id="39" name="群組 38">
            <a:extLst>
              <a:ext uri="{FF2B5EF4-FFF2-40B4-BE49-F238E27FC236}">
                <a16:creationId xmlns:a16="http://schemas.microsoft.com/office/drawing/2014/main" id="{4E8067E0-BB31-4743-A0F4-53CAE4FDCD7C}"/>
              </a:ext>
            </a:extLst>
          </p:cNvPr>
          <p:cNvGrpSpPr/>
          <p:nvPr/>
        </p:nvGrpSpPr>
        <p:grpSpPr>
          <a:xfrm>
            <a:off x="3086760" y="2401020"/>
            <a:ext cx="6018480" cy="2055960"/>
            <a:chOff x="1295280" y="2133720"/>
            <a:chExt cx="6018480" cy="2055960"/>
          </a:xfrm>
        </p:grpSpPr>
        <p:sp>
          <p:nvSpPr>
            <p:cNvPr id="40" name="CustomShape 2">
              <a:extLst>
                <a:ext uri="{FF2B5EF4-FFF2-40B4-BE49-F238E27FC236}">
                  <a16:creationId xmlns:a16="http://schemas.microsoft.com/office/drawing/2014/main" id="{9CEC28BB-EF4A-4063-8038-DFE04F32BCD7}"/>
                </a:ext>
              </a:extLst>
            </p:cNvPr>
            <p:cNvSpPr/>
            <p:nvPr/>
          </p:nvSpPr>
          <p:spPr>
            <a:xfrm>
              <a:off x="1295280" y="2152800"/>
              <a:ext cx="2360880" cy="2036880"/>
            </a:xfrm>
            <a:prstGeom prst="flowChartProcess">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chor="ctr">
              <a:noAutofit/>
            </a:bodyPr>
            <a:lstStyle/>
            <a:p>
              <a:pPr algn="ctr">
                <a:lnSpc>
                  <a:spcPct val="100000"/>
                </a:lnSpc>
              </a:pPr>
              <a:r>
                <a:rPr lang="en-US" sz="1800" b="0" strike="noStrike" spc="-1">
                  <a:solidFill>
                    <a:srgbClr val="000000"/>
                  </a:solidFill>
                  <a:latin typeface="Segoe UI"/>
                  <a:ea typeface="新細明體"/>
                </a:rPr>
                <a:t>1</a:t>
              </a:r>
              <a:r>
                <a:rPr lang="en-US" sz="1800" b="0" strike="noStrike" spc="-1" baseline="30000">
                  <a:solidFill>
                    <a:srgbClr val="000000"/>
                  </a:solidFill>
                  <a:latin typeface="Segoe UI"/>
                  <a:ea typeface="新細明體"/>
                </a:rPr>
                <a:t>st</a:t>
              </a:r>
              <a:r>
                <a:rPr lang="en-US" sz="1800" b="0" strike="noStrike" spc="-1">
                  <a:solidFill>
                    <a:srgbClr val="000000"/>
                  </a:solidFill>
                  <a:latin typeface="Segoe UI"/>
                  <a:ea typeface="新細明體"/>
                </a:rPr>
                <a:t> Layer</a:t>
              </a:r>
              <a:endParaRPr lang="en-US" sz="1800" b="0" strike="noStrike" spc="-1">
                <a:latin typeface="Arial"/>
              </a:endParaRPr>
            </a:p>
          </p:txBody>
        </p:sp>
        <p:sp>
          <p:nvSpPr>
            <p:cNvPr id="41" name="CustomShape 3">
              <a:extLst>
                <a:ext uri="{FF2B5EF4-FFF2-40B4-BE49-F238E27FC236}">
                  <a16:creationId xmlns:a16="http://schemas.microsoft.com/office/drawing/2014/main" id="{A20F0C77-11EA-471A-9EE2-67E245C03BBF}"/>
                </a:ext>
              </a:extLst>
            </p:cNvPr>
            <p:cNvSpPr/>
            <p:nvPr/>
          </p:nvSpPr>
          <p:spPr>
            <a:xfrm>
              <a:off x="1410120" y="234468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A</a:t>
              </a:r>
              <a:endParaRPr lang="en-US" sz="3600" b="0" strike="noStrike" spc="-1">
                <a:latin typeface="Arial"/>
              </a:endParaRPr>
            </a:p>
          </p:txBody>
        </p:sp>
        <p:sp>
          <p:nvSpPr>
            <p:cNvPr id="42" name="CustomShape 4">
              <a:extLst>
                <a:ext uri="{FF2B5EF4-FFF2-40B4-BE49-F238E27FC236}">
                  <a16:creationId xmlns:a16="http://schemas.microsoft.com/office/drawing/2014/main" id="{1724B59D-BCBA-45E1-8637-B8DA84A55C8B}"/>
                </a:ext>
              </a:extLst>
            </p:cNvPr>
            <p:cNvSpPr/>
            <p:nvPr/>
          </p:nvSpPr>
          <p:spPr>
            <a:xfrm>
              <a:off x="2858040" y="333540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F</a:t>
              </a:r>
              <a:endParaRPr lang="en-US" sz="3600" b="0" strike="noStrike" spc="-1">
                <a:latin typeface="Arial"/>
              </a:endParaRPr>
            </a:p>
          </p:txBody>
        </p:sp>
        <p:sp>
          <p:nvSpPr>
            <p:cNvPr id="43" name="CustomShape 5">
              <a:extLst>
                <a:ext uri="{FF2B5EF4-FFF2-40B4-BE49-F238E27FC236}">
                  <a16:creationId xmlns:a16="http://schemas.microsoft.com/office/drawing/2014/main" id="{243CF22A-AE5B-4AEC-BCF6-B7334C515076}"/>
                </a:ext>
              </a:extLst>
            </p:cNvPr>
            <p:cNvSpPr/>
            <p:nvPr/>
          </p:nvSpPr>
          <p:spPr>
            <a:xfrm>
              <a:off x="2133720" y="333540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E</a:t>
              </a:r>
              <a:endParaRPr lang="en-US" sz="3600" b="0" strike="noStrike" spc="-1">
                <a:latin typeface="Arial"/>
              </a:endParaRPr>
            </a:p>
          </p:txBody>
        </p:sp>
        <p:sp>
          <p:nvSpPr>
            <p:cNvPr id="44" name="CustomShape 6">
              <a:extLst>
                <a:ext uri="{FF2B5EF4-FFF2-40B4-BE49-F238E27FC236}">
                  <a16:creationId xmlns:a16="http://schemas.microsoft.com/office/drawing/2014/main" id="{59C78C4F-0CEF-4E5B-A468-18EE24C656BD}"/>
                </a:ext>
              </a:extLst>
            </p:cNvPr>
            <p:cNvSpPr/>
            <p:nvPr/>
          </p:nvSpPr>
          <p:spPr>
            <a:xfrm>
              <a:off x="1410120" y="333540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D</a:t>
              </a:r>
              <a:endParaRPr lang="en-US" sz="3600" b="0" strike="noStrike" spc="-1">
                <a:latin typeface="Arial"/>
              </a:endParaRPr>
            </a:p>
          </p:txBody>
        </p:sp>
        <p:sp>
          <p:nvSpPr>
            <p:cNvPr id="45" name="CustomShape 7">
              <a:extLst>
                <a:ext uri="{FF2B5EF4-FFF2-40B4-BE49-F238E27FC236}">
                  <a16:creationId xmlns:a16="http://schemas.microsoft.com/office/drawing/2014/main" id="{8465468F-B7F7-4A58-B044-3A09B0EDBA5B}"/>
                </a:ext>
              </a:extLst>
            </p:cNvPr>
            <p:cNvSpPr/>
            <p:nvPr/>
          </p:nvSpPr>
          <p:spPr>
            <a:xfrm>
              <a:off x="2858040" y="234468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dirty="0">
                  <a:solidFill>
                    <a:srgbClr val="000000"/>
                  </a:solidFill>
                  <a:latin typeface="Segoe UI"/>
                  <a:ea typeface="DejaVu Sans"/>
                </a:rPr>
                <a:t>C</a:t>
              </a:r>
              <a:endParaRPr lang="en-US" sz="3600" b="0" strike="noStrike" spc="-1" dirty="0">
                <a:latin typeface="Arial"/>
              </a:endParaRPr>
            </a:p>
          </p:txBody>
        </p:sp>
        <p:sp>
          <p:nvSpPr>
            <p:cNvPr id="46" name="CustomShape 8">
              <a:extLst>
                <a:ext uri="{FF2B5EF4-FFF2-40B4-BE49-F238E27FC236}">
                  <a16:creationId xmlns:a16="http://schemas.microsoft.com/office/drawing/2014/main" id="{CBAB1583-3147-428E-89B6-011E0FC21721}"/>
                </a:ext>
              </a:extLst>
            </p:cNvPr>
            <p:cNvSpPr/>
            <p:nvPr/>
          </p:nvSpPr>
          <p:spPr>
            <a:xfrm>
              <a:off x="2133720" y="234468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B</a:t>
              </a:r>
              <a:endParaRPr lang="en-US" sz="3600" b="0" strike="noStrike" spc="-1">
                <a:latin typeface="Arial"/>
              </a:endParaRPr>
            </a:p>
          </p:txBody>
        </p:sp>
        <p:sp>
          <p:nvSpPr>
            <p:cNvPr id="47" name="CustomShape 9">
              <a:extLst>
                <a:ext uri="{FF2B5EF4-FFF2-40B4-BE49-F238E27FC236}">
                  <a16:creationId xmlns:a16="http://schemas.microsoft.com/office/drawing/2014/main" id="{DB0348A6-D4B3-4EB1-ADF5-ABB42989E1B4}"/>
                </a:ext>
              </a:extLst>
            </p:cNvPr>
            <p:cNvSpPr/>
            <p:nvPr/>
          </p:nvSpPr>
          <p:spPr>
            <a:xfrm>
              <a:off x="4952880" y="2133720"/>
              <a:ext cx="2360880" cy="2036520"/>
            </a:xfrm>
            <a:prstGeom prst="flowChartProcess">
              <a:avLst/>
            </a:prstGeom>
            <a:solidFill>
              <a:srgbClr val="006CA9"/>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1"/>
            </a:lnRef>
            <a:fillRef idx="3">
              <a:schemeClr val="accent1"/>
            </a:fillRef>
            <a:effectRef idx="3">
              <a:schemeClr val="accent1"/>
            </a:effectRef>
            <a:fontRef idx="minor"/>
          </p:style>
          <p:txBody>
            <a:bodyPr lIns="90000" tIns="45000" rIns="90000" bIns="45000" anchor="ctr">
              <a:noAutofit/>
            </a:bodyPr>
            <a:lstStyle/>
            <a:p>
              <a:pPr algn="ctr">
                <a:lnSpc>
                  <a:spcPct val="100000"/>
                </a:lnSpc>
              </a:pPr>
              <a:r>
                <a:rPr lang="en-US" sz="1800" b="0" strike="noStrike" spc="-1">
                  <a:solidFill>
                    <a:srgbClr val="000000"/>
                  </a:solidFill>
                  <a:latin typeface="Segoe UI"/>
                  <a:ea typeface="新細明體"/>
                </a:rPr>
                <a:t>2</a:t>
              </a:r>
              <a:r>
                <a:rPr lang="en-US" sz="1800" b="0" strike="noStrike" spc="-1" baseline="30000">
                  <a:solidFill>
                    <a:srgbClr val="000000"/>
                  </a:solidFill>
                  <a:latin typeface="Segoe UI"/>
                  <a:ea typeface="新細明體"/>
                </a:rPr>
                <a:t>nd</a:t>
              </a:r>
              <a:r>
                <a:rPr lang="en-US" sz="1800" b="0" strike="noStrike" spc="-1">
                  <a:solidFill>
                    <a:srgbClr val="000000"/>
                  </a:solidFill>
                  <a:latin typeface="Segoe UI"/>
                  <a:ea typeface="新細明體"/>
                </a:rPr>
                <a:t> Layer</a:t>
              </a:r>
              <a:endParaRPr lang="en-US" sz="1800" b="0" strike="noStrike" spc="-1">
                <a:latin typeface="Arial"/>
              </a:endParaRPr>
            </a:p>
          </p:txBody>
        </p:sp>
        <p:sp>
          <p:nvSpPr>
            <p:cNvPr id="48" name="CustomShape 10">
              <a:extLst>
                <a:ext uri="{FF2B5EF4-FFF2-40B4-BE49-F238E27FC236}">
                  <a16:creationId xmlns:a16="http://schemas.microsoft.com/office/drawing/2014/main" id="{D2E65146-1E48-422C-8479-D20826B11877}"/>
                </a:ext>
              </a:extLst>
            </p:cNvPr>
            <p:cNvSpPr/>
            <p:nvPr/>
          </p:nvSpPr>
          <p:spPr>
            <a:xfrm>
              <a:off x="5076000" y="2401200"/>
              <a:ext cx="645840" cy="637920"/>
            </a:xfrm>
            <a:prstGeom prst="rect">
              <a:avLst/>
            </a:prstGeom>
            <a:solidFill>
              <a:srgbClr val="FF5604"/>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A</a:t>
              </a:r>
              <a:endParaRPr lang="en-US" sz="3600" b="0" strike="noStrike" spc="-1">
                <a:latin typeface="Arial"/>
              </a:endParaRPr>
            </a:p>
          </p:txBody>
        </p:sp>
        <p:sp>
          <p:nvSpPr>
            <p:cNvPr id="49" name="CustomShape 11">
              <a:extLst>
                <a:ext uri="{FF2B5EF4-FFF2-40B4-BE49-F238E27FC236}">
                  <a16:creationId xmlns:a16="http://schemas.microsoft.com/office/drawing/2014/main" id="{12B24C5A-37C6-4510-B44F-7850F7077D31}"/>
                </a:ext>
              </a:extLst>
            </p:cNvPr>
            <p:cNvSpPr/>
            <p:nvPr/>
          </p:nvSpPr>
          <p:spPr>
            <a:xfrm>
              <a:off x="5799600" y="3391560"/>
              <a:ext cx="645840" cy="637920"/>
            </a:xfrm>
            <a:prstGeom prst="rect">
              <a:avLst/>
            </a:prstGeom>
            <a:solidFill>
              <a:srgbClr val="FF5604"/>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E</a:t>
              </a:r>
              <a:endParaRPr lang="en-US" sz="3600" b="0" strike="noStrike" spc="-1">
                <a:latin typeface="Arial"/>
              </a:endParaRPr>
            </a:p>
          </p:txBody>
        </p:sp>
        <p:sp>
          <p:nvSpPr>
            <p:cNvPr id="50" name="CustomShape 12">
              <a:extLst>
                <a:ext uri="{FF2B5EF4-FFF2-40B4-BE49-F238E27FC236}">
                  <a16:creationId xmlns:a16="http://schemas.microsoft.com/office/drawing/2014/main" id="{08093924-5C65-48AB-9635-7D7A4BBA29A4}"/>
                </a:ext>
              </a:extLst>
            </p:cNvPr>
            <p:cNvSpPr/>
            <p:nvPr/>
          </p:nvSpPr>
          <p:spPr>
            <a:xfrm>
              <a:off x="5075280" y="2401560"/>
              <a:ext cx="645840" cy="637920"/>
            </a:xfrm>
            <a:prstGeom prst="rect">
              <a:avLst/>
            </a:prstGeom>
            <a:solidFill>
              <a:srgbClr val="006CA9"/>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1"/>
            </a:lnRef>
            <a:fillRef idx="3">
              <a:schemeClr val="accent1"/>
            </a:fillRef>
            <a:effectRef idx="3">
              <a:schemeClr val="accent1"/>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A</a:t>
              </a:r>
              <a:endParaRPr lang="en-US" sz="3600" b="0" strike="noStrike" spc="-1">
                <a:latin typeface="Arial"/>
              </a:endParaRPr>
            </a:p>
          </p:txBody>
        </p:sp>
        <p:sp>
          <p:nvSpPr>
            <p:cNvPr id="51" name="CustomShape 13">
              <a:extLst>
                <a:ext uri="{FF2B5EF4-FFF2-40B4-BE49-F238E27FC236}">
                  <a16:creationId xmlns:a16="http://schemas.microsoft.com/office/drawing/2014/main" id="{C4B1B850-BCC8-4D34-88A9-979065B2FAD9}"/>
                </a:ext>
              </a:extLst>
            </p:cNvPr>
            <p:cNvSpPr/>
            <p:nvPr/>
          </p:nvSpPr>
          <p:spPr>
            <a:xfrm>
              <a:off x="5798880" y="3392280"/>
              <a:ext cx="645840" cy="637920"/>
            </a:xfrm>
            <a:prstGeom prst="rect">
              <a:avLst/>
            </a:prstGeom>
            <a:solidFill>
              <a:srgbClr val="006CA9"/>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1"/>
            </a:lnRef>
            <a:fillRef idx="3">
              <a:schemeClr val="accent1"/>
            </a:fillRef>
            <a:effectRef idx="3">
              <a:schemeClr val="accent1"/>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E</a:t>
              </a:r>
              <a:endParaRPr lang="en-US" sz="3600" b="0" strike="noStrike" spc="-1">
                <a:latin typeface="Arial"/>
              </a:endParaRPr>
            </a:p>
          </p:txBody>
        </p:sp>
      </p:grpSp>
    </p:spTree>
    <p:extLst>
      <p:ext uri="{BB962C8B-B14F-4D97-AF65-F5344CB8AC3E}">
        <p14:creationId xmlns:p14="http://schemas.microsoft.com/office/powerpoint/2010/main" val="583135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Basic Concept of Override</a:t>
            </a:r>
            <a:endParaRPr lang="en-US" sz="2000" dirty="0"/>
          </a:p>
        </p:txBody>
      </p:sp>
      <p:grpSp>
        <p:nvGrpSpPr>
          <p:cNvPr id="42" name="群組 41">
            <a:extLst>
              <a:ext uri="{FF2B5EF4-FFF2-40B4-BE49-F238E27FC236}">
                <a16:creationId xmlns:a16="http://schemas.microsoft.com/office/drawing/2014/main" id="{89B912B5-3ADB-40E3-B061-37A8D31FAEB7}"/>
              </a:ext>
            </a:extLst>
          </p:cNvPr>
          <p:cNvGrpSpPr/>
          <p:nvPr/>
        </p:nvGrpSpPr>
        <p:grpSpPr>
          <a:xfrm>
            <a:off x="3086760" y="2401020"/>
            <a:ext cx="6018480" cy="2055960"/>
            <a:chOff x="1295280" y="2133720"/>
            <a:chExt cx="6018480" cy="2055960"/>
          </a:xfrm>
        </p:grpSpPr>
        <p:sp>
          <p:nvSpPr>
            <p:cNvPr id="43" name="CustomShape 2">
              <a:extLst>
                <a:ext uri="{FF2B5EF4-FFF2-40B4-BE49-F238E27FC236}">
                  <a16:creationId xmlns:a16="http://schemas.microsoft.com/office/drawing/2014/main" id="{81596EFD-2125-4278-9C75-8131A5DACA7B}"/>
                </a:ext>
              </a:extLst>
            </p:cNvPr>
            <p:cNvSpPr/>
            <p:nvPr/>
          </p:nvSpPr>
          <p:spPr>
            <a:xfrm>
              <a:off x="1295280" y="2152800"/>
              <a:ext cx="2360880" cy="2036880"/>
            </a:xfrm>
            <a:prstGeom prst="flowChartProcess">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chor="ctr">
              <a:noAutofit/>
            </a:bodyPr>
            <a:lstStyle/>
            <a:p>
              <a:pPr algn="ctr">
                <a:lnSpc>
                  <a:spcPct val="100000"/>
                </a:lnSpc>
              </a:pPr>
              <a:r>
                <a:rPr lang="en-US" sz="1800" b="0" strike="noStrike" spc="-1" dirty="0">
                  <a:solidFill>
                    <a:srgbClr val="000000"/>
                  </a:solidFill>
                  <a:latin typeface="Segoe UI"/>
                  <a:ea typeface="新細明體"/>
                </a:rPr>
                <a:t>1</a:t>
              </a:r>
              <a:r>
                <a:rPr lang="en-US" sz="1800" b="0" strike="noStrike" spc="-1" baseline="30000" dirty="0">
                  <a:solidFill>
                    <a:srgbClr val="000000"/>
                  </a:solidFill>
                  <a:latin typeface="Segoe UI"/>
                  <a:ea typeface="新細明體"/>
                </a:rPr>
                <a:t>st</a:t>
              </a:r>
              <a:r>
                <a:rPr lang="en-US" sz="1800" b="0" strike="noStrike" spc="-1" dirty="0">
                  <a:solidFill>
                    <a:srgbClr val="000000"/>
                  </a:solidFill>
                  <a:latin typeface="Segoe UI"/>
                  <a:ea typeface="新細明體"/>
                </a:rPr>
                <a:t> Layer</a:t>
              </a:r>
              <a:endParaRPr lang="en-US" sz="1800" b="0" strike="noStrike" spc="-1" dirty="0">
                <a:latin typeface="Arial"/>
              </a:endParaRPr>
            </a:p>
          </p:txBody>
        </p:sp>
        <p:sp>
          <p:nvSpPr>
            <p:cNvPr id="44" name="CustomShape 3">
              <a:extLst>
                <a:ext uri="{FF2B5EF4-FFF2-40B4-BE49-F238E27FC236}">
                  <a16:creationId xmlns:a16="http://schemas.microsoft.com/office/drawing/2014/main" id="{E0031179-69FE-453E-A5DE-43384733BB4F}"/>
                </a:ext>
              </a:extLst>
            </p:cNvPr>
            <p:cNvSpPr/>
            <p:nvPr/>
          </p:nvSpPr>
          <p:spPr>
            <a:xfrm>
              <a:off x="1410120" y="234468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A</a:t>
              </a:r>
              <a:endParaRPr lang="en-US" sz="3600" b="0" strike="noStrike" spc="-1">
                <a:latin typeface="Arial"/>
              </a:endParaRPr>
            </a:p>
          </p:txBody>
        </p:sp>
        <p:sp>
          <p:nvSpPr>
            <p:cNvPr id="45" name="CustomShape 4">
              <a:extLst>
                <a:ext uri="{FF2B5EF4-FFF2-40B4-BE49-F238E27FC236}">
                  <a16:creationId xmlns:a16="http://schemas.microsoft.com/office/drawing/2014/main" id="{42B3525C-D61C-492E-B6BE-DDD71C7B0948}"/>
                </a:ext>
              </a:extLst>
            </p:cNvPr>
            <p:cNvSpPr/>
            <p:nvPr/>
          </p:nvSpPr>
          <p:spPr>
            <a:xfrm>
              <a:off x="2858040" y="333540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F</a:t>
              </a:r>
              <a:endParaRPr lang="en-US" sz="3600" b="0" strike="noStrike" spc="-1">
                <a:latin typeface="Arial"/>
              </a:endParaRPr>
            </a:p>
          </p:txBody>
        </p:sp>
        <p:sp>
          <p:nvSpPr>
            <p:cNvPr id="46" name="CustomShape 5">
              <a:extLst>
                <a:ext uri="{FF2B5EF4-FFF2-40B4-BE49-F238E27FC236}">
                  <a16:creationId xmlns:a16="http://schemas.microsoft.com/office/drawing/2014/main" id="{BE37EFCC-2B81-4977-9D76-2062304B7B4E}"/>
                </a:ext>
              </a:extLst>
            </p:cNvPr>
            <p:cNvSpPr/>
            <p:nvPr/>
          </p:nvSpPr>
          <p:spPr>
            <a:xfrm>
              <a:off x="2133720" y="333540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E</a:t>
              </a:r>
              <a:endParaRPr lang="en-US" sz="3600" b="0" strike="noStrike" spc="-1">
                <a:latin typeface="Arial"/>
              </a:endParaRPr>
            </a:p>
          </p:txBody>
        </p:sp>
        <p:sp>
          <p:nvSpPr>
            <p:cNvPr id="47" name="CustomShape 6">
              <a:extLst>
                <a:ext uri="{FF2B5EF4-FFF2-40B4-BE49-F238E27FC236}">
                  <a16:creationId xmlns:a16="http://schemas.microsoft.com/office/drawing/2014/main" id="{D8E1E574-1E98-4831-97CE-0D5C215E85D4}"/>
                </a:ext>
              </a:extLst>
            </p:cNvPr>
            <p:cNvSpPr/>
            <p:nvPr/>
          </p:nvSpPr>
          <p:spPr>
            <a:xfrm>
              <a:off x="1410120" y="333540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D</a:t>
              </a:r>
              <a:endParaRPr lang="en-US" sz="3600" b="0" strike="noStrike" spc="-1">
                <a:latin typeface="Arial"/>
              </a:endParaRPr>
            </a:p>
          </p:txBody>
        </p:sp>
        <p:sp>
          <p:nvSpPr>
            <p:cNvPr id="48" name="CustomShape 7">
              <a:extLst>
                <a:ext uri="{FF2B5EF4-FFF2-40B4-BE49-F238E27FC236}">
                  <a16:creationId xmlns:a16="http://schemas.microsoft.com/office/drawing/2014/main" id="{B20815FE-0C6D-4E3A-9693-A9DC7E2BB5F6}"/>
                </a:ext>
              </a:extLst>
            </p:cNvPr>
            <p:cNvSpPr/>
            <p:nvPr/>
          </p:nvSpPr>
          <p:spPr>
            <a:xfrm>
              <a:off x="2858040" y="234468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C</a:t>
              </a:r>
              <a:endParaRPr lang="en-US" sz="3600" b="0" strike="noStrike" spc="-1">
                <a:latin typeface="Arial"/>
              </a:endParaRPr>
            </a:p>
          </p:txBody>
        </p:sp>
        <p:sp>
          <p:nvSpPr>
            <p:cNvPr id="49" name="CustomShape 8">
              <a:extLst>
                <a:ext uri="{FF2B5EF4-FFF2-40B4-BE49-F238E27FC236}">
                  <a16:creationId xmlns:a16="http://schemas.microsoft.com/office/drawing/2014/main" id="{1D6EC206-9D69-4886-8970-ECF71F0B6192}"/>
                </a:ext>
              </a:extLst>
            </p:cNvPr>
            <p:cNvSpPr/>
            <p:nvPr/>
          </p:nvSpPr>
          <p:spPr>
            <a:xfrm>
              <a:off x="2133720" y="234468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B</a:t>
              </a:r>
              <a:endParaRPr lang="en-US" sz="3600" b="0" strike="noStrike" spc="-1">
                <a:latin typeface="Arial"/>
              </a:endParaRPr>
            </a:p>
          </p:txBody>
        </p:sp>
        <p:sp>
          <p:nvSpPr>
            <p:cNvPr id="50" name="CustomShape 9">
              <a:extLst>
                <a:ext uri="{FF2B5EF4-FFF2-40B4-BE49-F238E27FC236}">
                  <a16:creationId xmlns:a16="http://schemas.microsoft.com/office/drawing/2014/main" id="{5426E771-2472-4287-A278-691580478470}"/>
                </a:ext>
              </a:extLst>
            </p:cNvPr>
            <p:cNvSpPr/>
            <p:nvPr/>
          </p:nvSpPr>
          <p:spPr>
            <a:xfrm>
              <a:off x="1409400" y="234792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A</a:t>
              </a:r>
              <a:endParaRPr lang="en-US" sz="3600" b="0" strike="noStrike" spc="-1">
                <a:latin typeface="Arial"/>
              </a:endParaRPr>
            </a:p>
          </p:txBody>
        </p:sp>
        <p:sp>
          <p:nvSpPr>
            <p:cNvPr id="51" name="CustomShape 10">
              <a:extLst>
                <a:ext uri="{FF2B5EF4-FFF2-40B4-BE49-F238E27FC236}">
                  <a16:creationId xmlns:a16="http://schemas.microsoft.com/office/drawing/2014/main" id="{3D1784C7-7194-4570-9EC2-C7618E1A86FF}"/>
                </a:ext>
              </a:extLst>
            </p:cNvPr>
            <p:cNvSpPr/>
            <p:nvPr/>
          </p:nvSpPr>
          <p:spPr>
            <a:xfrm>
              <a:off x="2132640" y="333864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E</a:t>
              </a:r>
              <a:endParaRPr lang="en-US" sz="3600" b="0" strike="noStrike" spc="-1">
                <a:latin typeface="Arial"/>
              </a:endParaRPr>
            </a:p>
          </p:txBody>
        </p:sp>
        <p:sp>
          <p:nvSpPr>
            <p:cNvPr id="52" name="CustomShape 11">
              <a:extLst>
                <a:ext uri="{FF2B5EF4-FFF2-40B4-BE49-F238E27FC236}">
                  <a16:creationId xmlns:a16="http://schemas.microsoft.com/office/drawing/2014/main" id="{81C7B31B-B4CA-49DC-B9DA-72EE1A20E70A}"/>
                </a:ext>
              </a:extLst>
            </p:cNvPr>
            <p:cNvSpPr/>
            <p:nvPr/>
          </p:nvSpPr>
          <p:spPr>
            <a:xfrm>
              <a:off x="4952880" y="2133720"/>
              <a:ext cx="2360880" cy="2036880"/>
            </a:xfrm>
            <a:prstGeom prst="flowChartProcess">
              <a:avLst/>
            </a:prstGeom>
            <a:solidFill>
              <a:srgbClr val="006CA9"/>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1"/>
            </a:lnRef>
            <a:fillRef idx="3">
              <a:schemeClr val="accent1"/>
            </a:fillRef>
            <a:effectRef idx="3">
              <a:schemeClr val="accent1"/>
            </a:effectRef>
            <a:fontRef idx="minor"/>
          </p:style>
          <p:txBody>
            <a:bodyPr lIns="90000" tIns="45000" rIns="90000" bIns="45000" anchor="ctr">
              <a:noAutofit/>
            </a:bodyPr>
            <a:lstStyle/>
            <a:p>
              <a:pPr algn="ctr">
                <a:lnSpc>
                  <a:spcPct val="100000"/>
                </a:lnSpc>
              </a:pPr>
              <a:r>
                <a:rPr lang="en-US" sz="1800" b="0" strike="noStrike" spc="-1">
                  <a:solidFill>
                    <a:srgbClr val="000000"/>
                  </a:solidFill>
                  <a:latin typeface="Segoe UI"/>
                  <a:ea typeface="新細明體"/>
                </a:rPr>
                <a:t>2</a:t>
              </a:r>
              <a:r>
                <a:rPr lang="en-US" sz="1800" b="0" strike="noStrike" spc="-1" baseline="30000">
                  <a:solidFill>
                    <a:srgbClr val="000000"/>
                  </a:solidFill>
                  <a:latin typeface="Segoe UI"/>
                  <a:ea typeface="新細明體"/>
                </a:rPr>
                <a:t>nd</a:t>
              </a:r>
              <a:r>
                <a:rPr lang="en-US" sz="1800" b="0" strike="noStrike" spc="-1">
                  <a:solidFill>
                    <a:srgbClr val="000000"/>
                  </a:solidFill>
                  <a:latin typeface="Segoe UI"/>
                  <a:ea typeface="新細明體"/>
                </a:rPr>
                <a:t> Layer</a:t>
              </a:r>
              <a:endParaRPr lang="en-US" sz="1800" b="0" strike="noStrike" spc="-1">
                <a:latin typeface="Arial"/>
              </a:endParaRPr>
            </a:p>
          </p:txBody>
        </p:sp>
        <p:sp>
          <p:nvSpPr>
            <p:cNvPr id="53" name="CustomShape 12">
              <a:extLst>
                <a:ext uri="{FF2B5EF4-FFF2-40B4-BE49-F238E27FC236}">
                  <a16:creationId xmlns:a16="http://schemas.microsoft.com/office/drawing/2014/main" id="{E0D7FE91-25FC-42C2-99A6-40D550B65E2C}"/>
                </a:ext>
              </a:extLst>
            </p:cNvPr>
            <p:cNvSpPr/>
            <p:nvPr/>
          </p:nvSpPr>
          <p:spPr>
            <a:xfrm>
              <a:off x="5075280" y="2401560"/>
              <a:ext cx="645840" cy="637920"/>
            </a:xfrm>
            <a:prstGeom prst="rect">
              <a:avLst/>
            </a:prstGeom>
            <a:solidFill>
              <a:srgbClr val="006CA9"/>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1"/>
            </a:lnRef>
            <a:fillRef idx="3">
              <a:schemeClr val="accent1"/>
            </a:fillRef>
            <a:effectRef idx="3">
              <a:schemeClr val="accent1"/>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A</a:t>
              </a:r>
              <a:endParaRPr lang="en-US" sz="3600" b="0" strike="noStrike" spc="-1">
                <a:latin typeface="Arial"/>
              </a:endParaRPr>
            </a:p>
          </p:txBody>
        </p:sp>
        <p:sp>
          <p:nvSpPr>
            <p:cNvPr id="54" name="CustomShape 13">
              <a:extLst>
                <a:ext uri="{FF2B5EF4-FFF2-40B4-BE49-F238E27FC236}">
                  <a16:creationId xmlns:a16="http://schemas.microsoft.com/office/drawing/2014/main" id="{6EC03ED1-82AE-4FA1-8E5C-35D5712FE8AE}"/>
                </a:ext>
              </a:extLst>
            </p:cNvPr>
            <p:cNvSpPr/>
            <p:nvPr/>
          </p:nvSpPr>
          <p:spPr>
            <a:xfrm>
              <a:off x="5798880" y="3392640"/>
              <a:ext cx="645840" cy="637920"/>
            </a:xfrm>
            <a:prstGeom prst="rect">
              <a:avLst/>
            </a:prstGeom>
            <a:solidFill>
              <a:srgbClr val="006CA9"/>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1"/>
            </a:lnRef>
            <a:fillRef idx="3">
              <a:schemeClr val="accent1"/>
            </a:fillRef>
            <a:effectRef idx="3">
              <a:schemeClr val="accent1"/>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E</a:t>
              </a:r>
              <a:endParaRPr lang="en-US" sz="3600" b="0" strike="noStrike" spc="-1">
                <a:latin typeface="Arial"/>
              </a:endParaRPr>
            </a:p>
          </p:txBody>
        </p:sp>
      </p:grpSp>
    </p:spTree>
    <p:extLst>
      <p:ext uri="{BB962C8B-B14F-4D97-AF65-F5344CB8AC3E}">
        <p14:creationId xmlns:p14="http://schemas.microsoft.com/office/powerpoint/2010/main" val="7700262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Basic Concept of Override</a:t>
            </a:r>
            <a:endParaRPr lang="en-US" sz="2000" dirty="0"/>
          </a:p>
        </p:txBody>
      </p:sp>
      <p:grpSp>
        <p:nvGrpSpPr>
          <p:cNvPr id="16" name="群組 15">
            <a:extLst>
              <a:ext uri="{FF2B5EF4-FFF2-40B4-BE49-F238E27FC236}">
                <a16:creationId xmlns:a16="http://schemas.microsoft.com/office/drawing/2014/main" id="{370C2B56-9C49-44FD-84E1-C6BE892BCB38}"/>
              </a:ext>
            </a:extLst>
          </p:cNvPr>
          <p:cNvGrpSpPr/>
          <p:nvPr/>
        </p:nvGrpSpPr>
        <p:grpSpPr>
          <a:xfrm>
            <a:off x="2477100" y="1229760"/>
            <a:ext cx="7237800" cy="4398480"/>
            <a:chOff x="914400" y="1219320"/>
            <a:chExt cx="7237800" cy="4398480"/>
          </a:xfrm>
        </p:grpSpPr>
        <p:sp>
          <p:nvSpPr>
            <p:cNvPr id="17" name="CustomShape 2">
              <a:extLst>
                <a:ext uri="{FF2B5EF4-FFF2-40B4-BE49-F238E27FC236}">
                  <a16:creationId xmlns:a16="http://schemas.microsoft.com/office/drawing/2014/main" id="{7C3C00ED-64EA-49CE-80FE-D3024AADD0CF}"/>
                </a:ext>
              </a:extLst>
            </p:cNvPr>
            <p:cNvSpPr/>
            <p:nvPr/>
          </p:nvSpPr>
          <p:spPr>
            <a:xfrm>
              <a:off x="914400" y="1219320"/>
              <a:ext cx="2360880" cy="2036520"/>
            </a:xfrm>
            <a:prstGeom prst="flowChartProcess">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chor="ctr">
              <a:noAutofit/>
            </a:bodyPr>
            <a:lstStyle/>
            <a:p>
              <a:pPr algn="ctr">
                <a:lnSpc>
                  <a:spcPct val="100000"/>
                </a:lnSpc>
              </a:pPr>
              <a:r>
                <a:rPr lang="en-US" sz="1800" b="0" strike="noStrike" spc="-1">
                  <a:solidFill>
                    <a:srgbClr val="000000"/>
                  </a:solidFill>
                  <a:latin typeface="Segoe UI"/>
                  <a:ea typeface="新細明體"/>
                </a:rPr>
                <a:t>1</a:t>
              </a:r>
              <a:r>
                <a:rPr lang="en-US" sz="1800" b="0" strike="noStrike" spc="-1" baseline="30000">
                  <a:solidFill>
                    <a:srgbClr val="000000"/>
                  </a:solidFill>
                  <a:latin typeface="Segoe UI"/>
                  <a:ea typeface="新細明體"/>
                </a:rPr>
                <a:t>st</a:t>
              </a:r>
              <a:r>
                <a:rPr lang="en-US" sz="1800" b="0" strike="noStrike" spc="-1">
                  <a:solidFill>
                    <a:srgbClr val="000000"/>
                  </a:solidFill>
                  <a:latin typeface="Segoe UI"/>
                  <a:ea typeface="新細明體"/>
                </a:rPr>
                <a:t> Layer</a:t>
              </a:r>
              <a:endParaRPr lang="en-US" sz="1800" b="0" strike="noStrike" spc="-1">
                <a:latin typeface="Arial"/>
              </a:endParaRPr>
            </a:p>
          </p:txBody>
        </p:sp>
        <p:sp>
          <p:nvSpPr>
            <p:cNvPr id="18" name="CustomShape 3">
              <a:extLst>
                <a:ext uri="{FF2B5EF4-FFF2-40B4-BE49-F238E27FC236}">
                  <a16:creationId xmlns:a16="http://schemas.microsoft.com/office/drawing/2014/main" id="{0724F0A7-35B9-40C6-88E8-A9728954E7CD}"/>
                </a:ext>
              </a:extLst>
            </p:cNvPr>
            <p:cNvSpPr/>
            <p:nvPr/>
          </p:nvSpPr>
          <p:spPr>
            <a:xfrm>
              <a:off x="1029240" y="141120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A</a:t>
              </a:r>
              <a:endParaRPr lang="en-US" sz="3600" b="0" strike="noStrike" spc="-1">
                <a:latin typeface="Arial"/>
              </a:endParaRPr>
            </a:p>
          </p:txBody>
        </p:sp>
        <p:sp>
          <p:nvSpPr>
            <p:cNvPr id="19" name="CustomShape 4">
              <a:extLst>
                <a:ext uri="{FF2B5EF4-FFF2-40B4-BE49-F238E27FC236}">
                  <a16:creationId xmlns:a16="http://schemas.microsoft.com/office/drawing/2014/main" id="{0B2ED9A7-52AB-40CF-AE61-7D1CBD49D4EA}"/>
                </a:ext>
              </a:extLst>
            </p:cNvPr>
            <p:cNvSpPr/>
            <p:nvPr/>
          </p:nvSpPr>
          <p:spPr>
            <a:xfrm>
              <a:off x="2477160" y="240156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F</a:t>
              </a:r>
              <a:endParaRPr lang="en-US" sz="3600" b="0" strike="noStrike" spc="-1">
                <a:latin typeface="Arial"/>
              </a:endParaRPr>
            </a:p>
          </p:txBody>
        </p:sp>
        <p:sp>
          <p:nvSpPr>
            <p:cNvPr id="20" name="CustomShape 5">
              <a:extLst>
                <a:ext uri="{FF2B5EF4-FFF2-40B4-BE49-F238E27FC236}">
                  <a16:creationId xmlns:a16="http://schemas.microsoft.com/office/drawing/2014/main" id="{A2107646-01BE-42CE-AEC8-8C21C2971EBF}"/>
                </a:ext>
              </a:extLst>
            </p:cNvPr>
            <p:cNvSpPr/>
            <p:nvPr/>
          </p:nvSpPr>
          <p:spPr>
            <a:xfrm>
              <a:off x="1752480" y="240156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E</a:t>
              </a:r>
              <a:endParaRPr lang="en-US" sz="3600" b="0" strike="noStrike" spc="-1">
                <a:latin typeface="Arial"/>
              </a:endParaRPr>
            </a:p>
          </p:txBody>
        </p:sp>
        <p:sp>
          <p:nvSpPr>
            <p:cNvPr id="21" name="CustomShape 6">
              <a:extLst>
                <a:ext uri="{FF2B5EF4-FFF2-40B4-BE49-F238E27FC236}">
                  <a16:creationId xmlns:a16="http://schemas.microsoft.com/office/drawing/2014/main" id="{5E0ADA4E-1C45-40B0-AE3F-CFFAEE5B9E59}"/>
                </a:ext>
              </a:extLst>
            </p:cNvPr>
            <p:cNvSpPr/>
            <p:nvPr/>
          </p:nvSpPr>
          <p:spPr>
            <a:xfrm>
              <a:off x="1029240" y="240156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D</a:t>
              </a:r>
              <a:endParaRPr lang="en-US" sz="3600" b="0" strike="noStrike" spc="-1">
                <a:latin typeface="Arial"/>
              </a:endParaRPr>
            </a:p>
          </p:txBody>
        </p:sp>
        <p:sp>
          <p:nvSpPr>
            <p:cNvPr id="22" name="CustomShape 7">
              <a:extLst>
                <a:ext uri="{FF2B5EF4-FFF2-40B4-BE49-F238E27FC236}">
                  <a16:creationId xmlns:a16="http://schemas.microsoft.com/office/drawing/2014/main" id="{EA49C596-9DE3-4EA4-9F8E-5F5FFF4D0225}"/>
                </a:ext>
              </a:extLst>
            </p:cNvPr>
            <p:cNvSpPr/>
            <p:nvPr/>
          </p:nvSpPr>
          <p:spPr>
            <a:xfrm>
              <a:off x="2477160" y="141120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C</a:t>
              </a:r>
              <a:endParaRPr lang="en-US" sz="3600" b="0" strike="noStrike" spc="-1">
                <a:latin typeface="Arial"/>
              </a:endParaRPr>
            </a:p>
          </p:txBody>
        </p:sp>
        <p:sp>
          <p:nvSpPr>
            <p:cNvPr id="23" name="CustomShape 8">
              <a:extLst>
                <a:ext uri="{FF2B5EF4-FFF2-40B4-BE49-F238E27FC236}">
                  <a16:creationId xmlns:a16="http://schemas.microsoft.com/office/drawing/2014/main" id="{07FBB06E-6075-467D-AF98-7212920C6225}"/>
                </a:ext>
              </a:extLst>
            </p:cNvPr>
            <p:cNvSpPr/>
            <p:nvPr/>
          </p:nvSpPr>
          <p:spPr>
            <a:xfrm>
              <a:off x="1752480" y="141120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B</a:t>
              </a:r>
              <a:endParaRPr lang="en-US" sz="3600" b="0" strike="noStrike" spc="-1">
                <a:latin typeface="Arial"/>
              </a:endParaRPr>
            </a:p>
          </p:txBody>
        </p:sp>
        <p:sp>
          <p:nvSpPr>
            <p:cNvPr id="24" name="CustomShape 9">
              <a:extLst>
                <a:ext uri="{FF2B5EF4-FFF2-40B4-BE49-F238E27FC236}">
                  <a16:creationId xmlns:a16="http://schemas.microsoft.com/office/drawing/2014/main" id="{BD902046-CCD7-4331-998C-3474DC9A886B}"/>
                </a:ext>
              </a:extLst>
            </p:cNvPr>
            <p:cNvSpPr/>
            <p:nvPr/>
          </p:nvSpPr>
          <p:spPr>
            <a:xfrm>
              <a:off x="914400" y="3581280"/>
              <a:ext cx="2360880" cy="2036520"/>
            </a:xfrm>
            <a:prstGeom prst="flowChartProcess">
              <a:avLst/>
            </a:prstGeom>
            <a:solidFill>
              <a:srgbClr val="006CA9"/>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1"/>
            </a:lnRef>
            <a:fillRef idx="3">
              <a:schemeClr val="accent1"/>
            </a:fillRef>
            <a:effectRef idx="3">
              <a:schemeClr val="accent1"/>
            </a:effectRef>
            <a:fontRef idx="minor"/>
          </p:style>
          <p:txBody>
            <a:bodyPr lIns="90000" tIns="45000" rIns="90000" bIns="45000" anchor="ctr">
              <a:noAutofit/>
            </a:bodyPr>
            <a:lstStyle/>
            <a:p>
              <a:pPr algn="ctr">
                <a:lnSpc>
                  <a:spcPct val="100000"/>
                </a:lnSpc>
              </a:pPr>
              <a:r>
                <a:rPr lang="en-US" sz="1800" b="0" strike="noStrike" spc="-1">
                  <a:solidFill>
                    <a:srgbClr val="000000"/>
                  </a:solidFill>
                  <a:latin typeface="Segoe UI"/>
                  <a:ea typeface="新細明體"/>
                </a:rPr>
                <a:t>2</a:t>
              </a:r>
              <a:r>
                <a:rPr lang="en-US" sz="1800" b="0" strike="noStrike" spc="-1" baseline="30000">
                  <a:solidFill>
                    <a:srgbClr val="000000"/>
                  </a:solidFill>
                  <a:latin typeface="Segoe UI"/>
                  <a:ea typeface="新細明體"/>
                </a:rPr>
                <a:t>nd</a:t>
              </a:r>
              <a:r>
                <a:rPr lang="en-US" sz="1800" b="0" strike="noStrike" spc="-1">
                  <a:solidFill>
                    <a:srgbClr val="000000"/>
                  </a:solidFill>
                  <a:latin typeface="Segoe UI"/>
                  <a:ea typeface="新細明體"/>
                </a:rPr>
                <a:t> Layer</a:t>
              </a:r>
              <a:endParaRPr lang="en-US" sz="1800" b="0" strike="noStrike" spc="-1">
                <a:latin typeface="Arial"/>
              </a:endParaRPr>
            </a:p>
          </p:txBody>
        </p:sp>
        <p:sp>
          <p:nvSpPr>
            <p:cNvPr id="25" name="CustomShape 10">
              <a:extLst>
                <a:ext uri="{FF2B5EF4-FFF2-40B4-BE49-F238E27FC236}">
                  <a16:creationId xmlns:a16="http://schemas.microsoft.com/office/drawing/2014/main" id="{01E2B85C-971A-4B01-A8E6-43203CA7DE25}"/>
                </a:ext>
              </a:extLst>
            </p:cNvPr>
            <p:cNvSpPr/>
            <p:nvPr/>
          </p:nvSpPr>
          <p:spPr>
            <a:xfrm>
              <a:off x="1029240" y="3773160"/>
              <a:ext cx="645840" cy="637920"/>
            </a:xfrm>
            <a:prstGeom prst="rect">
              <a:avLst/>
            </a:prstGeom>
            <a:solidFill>
              <a:srgbClr val="006CA9"/>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1"/>
            </a:lnRef>
            <a:fillRef idx="3">
              <a:schemeClr val="accent1"/>
            </a:fillRef>
            <a:effectRef idx="3">
              <a:schemeClr val="accent1"/>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A</a:t>
              </a:r>
              <a:endParaRPr lang="en-US" sz="3600" b="0" strike="noStrike" spc="-1">
                <a:latin typeface="Arial"/>
              </a:endParaRPr>
            </a:p>
          </p:txBody>
        </p:sp>
        <p:sp>
          <p:nvSpPr>
            <p:cNvPr id="26" name="CustomShape 11">
              <a:extLst>
                <a:ext uri="{FF2B5EF4-FFF2-40B4-BE49-F238E27FC236}">
                  <a16:creationId xmlns:a16="http://schemas.microsoft.com/office/drawing/2014/main" id="{90A20F3D-0686-4231-852C-CB9317A62C33}"/>
                </a:ext>
              </a:extLst>
            </p:cNvPr>
            <p:cNvSpPr/>
            <p:nvPr/>
          </p:nvSpPr>
          <p:spPr>
            <a:xfrm>
              <a:off x="1752480" y="4777200"/>
              <a:ext cx="645840" cy="637920"/>
            </a:xfrm>
            <a:prstGeom prst="rect">
              <a:avLst/>
            </a:prstGeom>
            <a:solidFill>
              <a:srgbClr val="006CA9"/>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1"/>
            </a:lnRef>
            <a:fillRef idx="3">
              <a:schemeClr val="accent1"/>
            </a:fillRef>
            <a:effectRef idx="3">
              <a:schemeClr val="accent1"/>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E</a:t>
              </a:r>
              <a:endParaRPr lang="en-US" sz="3600" b="0" strike="noStrike" spc="-1">
                <a:latin typeface="Arial"/>
              </a:endParaRPr>
            </a:p>
          </p:txBody>
        </p:sp>
        <p:sp>
          <p:nvSpPr>
            <p:cNvPr id="27" name="CustomShape 12">
              <a:extLst>
                <a:ext uri="{FF2B5EF4-FFF2-40B4-BE49-F238E27FC236}">
                  <a16:creationId xmlns:a16="http://schemas.microsoft.com/office/drawing/2014/main" id="{1DAE4FB9-5709-4CED-A218-63C2B46A18DF}"/>
                </a:ext>
              </a:extLst>
            </p:cNvPr>
            <p:cNvSpPr/>
            <p:nvPr/>
          </p:nvSpPr>
          <p:spPr>
            <a:xfrm>
              <a:off x="5791320" y="2381760"/>
              <a:ext cx="2360880" cy="2036520"/>
            </a:xfrm>
            <a:prstGeom prst="flowChartProcess">
              <a:avLst/>
            </a:prstGeom>
            <a:solidFill>
              <a:srgbClr val="7BA82D"/>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3"/>
            </a:lnRef>
            <a:fillRef idx="3">
              <a:schemeClr val="accent3"/>
            </a:fillRef>
            <a:effectRef idx="3">
              <a:schemeClr val="accent3"/>
            </a:effectRef>
            <a:fontRef idx="minor"/>
          </p:style>
          <p:txBody>
            <a:bodyPr lIns="90000" tIns="45000" rIns="90000" bIns="45000" anchor="ctr">
              <a:noAutofit/>
            </a:bodyPr>
            <a:lstStyle/>
            <a:p>
              <a:pPr algn="ctr">
                <a:lnSpc>
                  <a:spcPct val="100000"/>
                </a:lnSpc>
              </a:pPr>
              <a:r>
                <a:rPr lang="en-US" sz="1800" b="0" strike="noStrike" spc="-1">
                  <a:solidFill>
                    <a:srgbClr val="000000"/>
                  </a:solidFill>
                  <a:latin typeface="Segoe UI"/>
                  <a:ea typeface="新細明體"/>
                </a:rPr>
                <a:t>3</a:t>
              </a:r>
              <a:r>
                <a:rPr lang="en-US" sz="1800" b="0" strike="noStrike" spc="-1" baseline="30000">
                  <a:solidFill>
                    <a:srgbClr val="000000"/>
                  </a:solidFill>
                  <a:latin typeface="Segoe UI"/>
                  <a:ea typeface="新細明體"/>
                </a:rPr>
                <a:t>rd</a:t>
              </a:r>
              <a:r>
                <a:rPr lang="en-US" sz="1800" b="0" strike="noStrike" spc="-1">
                  <a:solidFill>
                    <a:srgbClr val="000000"/>
                  </a:solidFill>
                  <a:latin typeface="Segoe UI"/>
                  <a:ea typeface="新細明體"/>
                </a:rPr>
                <a:t> Layer</a:t>
              </a:r>
              <a:endParaRPr lang="en-US" sz="1800" b="0" strike="noStrike" spc="-1">
                <a:latin typeface="Arial"/>
              </a:endParaRPr>
            </a:p>
          </p:txBody>
        </p:sp>
        <p:sp>
          <p:nvSpPr>
            <p:cNvPr id="28" name="CustomShape 13">
              <a:extLst>
                <a:ext uri="{FF2B5EF4-FFF2-40B4-BE49-F238E27FC236}">
                  <a16:creationId xmlns:a16="http://schemas.microsoft.com/office/drawing/2014/main" id="{D3916112-D07A-463C-8CFB-776B69C280C8}"/>
                </a:ext>
              </a:extLst>
            </p:cNvPr>
            <p:cNvSpPr/>
            <p:nvPr/>
          </p:nvSpPr>
          <p:spPr>
            <a:xfrm>
              <a:off x="1036800" y="3780720"/>
              <a:ext cx="645840" cy="637920"/>
            </a:xfrm>
            <a:prstGeom prst="rect">
              <a:avLst/>
            </a:prstGeom>
            <a:solidFill>
              <a:srgbClr val="006CA9"/>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1"/>
            </a:lnRef>
            <a:fillRef idx="3">
              <a:schemeClr val="accent1"/>
            </a:fillRef>
            <a:effectRef idx="3">
              <a:schemeClr val="accent1"/>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A</a:t>
              </a:r>
              <a:endParaRPr lang="en-US" sz="3600" b="0" strike="noStrike" spc="-1">
                <a:latin typeface="Arial"/>
              </a:endParaRPr>
            </a:p>
          </p:txBody>
        </p:sp>
        <p:sp>
          <p:nvSpPr>
            <p:cNvPr id="29" name="CustomShape 14">
              <a:extLst>
                <a:ext uri="{FF2B5EF4-FFF2-40B4-BE49-F238E27FC236}">
                  <a16:creationId xmlns:a16="http://schemas.microsoft.com/office/drawing/2014/main" id="{94392930-6EAC-428C-BAD5-F76708BE87B4}"/>
                </a:ext>
              </a:extLst>
            </p:cNvPr>
            <p:cNvSpPr/>
            <p:nvPr/>
          </p:nvSpPr>
          <p:spPr>
            <a:xfrm>
              <a:off x="2476440" y="2408040"/>
              <a:ext cx="64476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F</a:t>
              </a:r>
              <a:endParaRPr lang="en-US" sz="3600" b="0" strike="noStrike" spc="-1">
                <a:latin typeface="Arial"/>
              </a:endParaRPr>
            </a:p>
          </p:txBody>
        </p:sp>
        <p:sp>
          <p:nvSpPr>
            <p:cNvPr id="30" name="CustomShape 15">
              <a:extLst>
                <a:ext uri="{FF2B5EF4-FFF2-40B4-BE49-F238E27FC236}">
                  <a16:creationId xmlns:a16="http://schemas.microsoft.com/office/drawing/2014/main" id="{83635565-4850-40C7-BF9F-3AA501CAF632}"/>
                </a:ext>
              </a:extLst>
            </p:cNvPr>
            <p:cNvSpPr/>
            <p:nvPr/>
          </p:nvSpPr>
          <p:spPr>
            <a:xfrm>
              <a:off x="2476440" y="1417680"/>
              <a:ext cx="64476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C</a:t>
              </a:r>
              <a:endParaRPr lang="en-US" sz="3600" b="0" strike="noStrike" spc="-1">
                <a:latin typeface="Arial"/>
              </a:endParaRPr>
            </a:p>
          </p:txBody>
        </p:sp>
      </p:grpSp>
    </p:spTree>
    <p:extLst>
      <p:ext uri="{BB962C8B-B14F-4D97-AF65-F5344CB8AC3E}">
        <p14:creationId xmlns:p14="http://schemas.microsoft.com/office/powerpoint/2010/main" val="28749417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Basic Concept of Override</a:t>
            </a:r>
            <a:endParaRPr lang="en-US" sz="2000" dirty="0"/>
          </a:p>
        </p:txBody>
      </p:sp>
      <p:grpSp>
        <p:nvGrpSpPr>
          <p:cNvPr id="31" name="群組 30">
            <a:extLst>
              <a:ext uri="{FF2B5EF4-FFF2-40B4-BE49-F238E27FC236}">
                <a16:creationId xmlns:a16="http://schemas.microsoft.com/office/drawing/2014/main" id="{883C4597-8770-477E-AE94-F638849EC1A8}"/>
              </a:ext>
            </a:extLst>
          </p:cNvPr>
          <p:cNvGrpSpPr/>
          <p:nvPr/>
        </p:nvGrpSpPr>
        <p:grpSpPr>
          <a:xfrm>
            <a:off x="2477100" y="1229760"/>
            <a:ext cx="7237800" cy="4398480"/>
            <a:chOff x="914400" y="1219320"/>
            <a:chExt cx="7237800" cy="4398480"/>
          </a:xfrm>
        </p:grpSpPr>
        <p:sp>
          <p:nvSpPr>
            <p:cNvPr id="32" name="CustomShape 2">
              <a:extLst>
                <a:ext uri="{FF2B5EF4-FFF2-40B4-BE49-F238E27FC236}">
                  <a16:creationId xmlns:a16="http://schemas.microsoft.com/office/drawing/2014/main" id="{5BB3B57C-52E9-45B0-8BB1-C1A284F1E73E}"/>
                </a:ext>
              </a:extLst>
            </p:cNvPr>
            <p:cNvSpPr/>
            <p:nvPr/>
          </p:nvSpPr>
          <p:spPr>
            <a:xfrm>
              <a:off x="914400" y="1219320"/>
              <a:ext cx="2360880" cy="2036520"/>
            </a:xfrm>
            <a:prstGeom prst="flowChartProcess">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chor="ctr">
              <a:noAutofit/>
            </a:bodyPr>
            <a:lstStyle/>
            <a:p>
              <a:pPr algn="ctr">
                <a:lnSpc>
                  <a:spcPct val="100000"/>
                </a:lnSpc>
              </a:pPr>
              <a:r>
                <a:rPr lang="en-US" sz="1800" b="0" strike="noStrike" spc="-1">
                  <a:solidFill>
                    <a:srgbClr val="000000"/>
                  </a:solidFill>
                  <a:latin typeface="Segoe UI"/>
                  <a:ea typeface="新細明體"/>
                </a:rPr>
                <a:t>1</a:t>
              </a:r>
              <a:r>
                <a:rPr lang="en-US" sz="1800" b="0" strike="noStrike" spc="-1" baseline="30000">
                  <a:solidFill>
                    <a:srgbClr val="000000"/>
                  </a:solidFill>
                  <a:latin typeface="Segoe UI"/>
                  <a:ea typeface="新細明體"/>
                </a:rPr>
                <a:t>st</a:t>
              </a:r>
              <a:r>
                <a:rPr lang="en-US" sz="1800" b="0" strike="noStrike" spc="-1">
                  <a:solidFill>
                    <a:srgbClr val="000000"/>
                  </a:solidFill>
                  <a:latin typeface="Segoe UI"/>
                  <a:ea typeface="新細明體"/>
                </a:rPr>
                <a:t> Layer</a:t>
              </a:r>
              <a:endParaRPr lang="en-US" sz="1800" b="0" strike="noStrike" spc="-1">
                <a:latin typeface="Arial"/>
              </a:endParaRPr>
            </a:p>
          </p:txBody>
        </p:sp>
        <p:sp>
          <p:nvSpPr>
            <p:cNvPr id="33" name="CustomShape 3">
              <a:extLst>
                <a:ext uri="{FF2B5EF4-FFF2-40B4-BE49-F238E27FC236}">
                  <a16:creationId xmlns:a16="http://schemas.microsoft.com/office/drawing/2014/main" id="{CB212DAD-C0F8-4E81-A6DE-2D951C231F84}"/>
                </a:ext>
              </a:extLst>
            </p:cNvPr>
            <p:cNvSpPr/>
            <p:nvPr/>
          </p:nvSpPr>
          <p:spPr>
            <a:xfrm>
              <a:off x="1029240" y="141120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A</a:t>
              </a:r>
              <a:endParaRPr lang="en-US" sz="3600" b="0" strike="noStrike" spc="-1">
                <a:latin typeface="Arial"/>
              </a:endParaRPr>
            </a:p>
          </p:txBody>
        </p:sp>
        <p:sp>
          <p:nvSpPr>
            <p:cNvPr id="34" name="CustomShape 4">
              <a:extLst>
                <a:ext uri="{FF2B5EF4-FFF2-40B4-BE49-F238E27FC236}">
                  <a16:creationId xmlns:a16="http://schemas.microsoft.com/office/drawing/2014/main" id="{5A768624-4AF0-459F-86F9-1BA2289EBE12}"/>
                </a:ext>
              </a:extLst>
            </p:cNvPr>
            <p:cNvSpPr/>
            <p:nvPr/>
          </p:nvSpPr>
          <p:spPr>
            <a:xfrm>
              <a:off x="2477160" y="240156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F</a:t>
              </a:r>
              <a:endParaRPr lang="en-US" sz="3600" b="0" strike="noStrike" spc="-1">
                <a:latin typeface="Arial"/>
              </a:endParaRPr>
            </a:p>
          </p:txBody>
        </p:sp>
        <p:sp>
          <p:nvSpPr>
            <p:cNvPr id="35" name="CustomShape 5">
              <a:extLst>
                <a:ext uri="{FF2B5EF4-FFF2-40B4-BE49-F238E27FC236}">
                  <a16:creationId xmlns:a16="http://schemas.microsoft.com/office/drawing/2014/main" id="{0B2F92ED-D61B-4E5B-B23E-594E461D86DF}"/>
                </a:ext>
              </a:extLst>
            </p:cNvPr>
            <p:cNvSpPr/>
            <p:nvPr/>
          </p:nvSpPr>
          <p:spPr>
            <a:xfrm>
              <a:off x="1752480" y="240156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E</a:t>
              </a:r>
              <a:endParaRPr lang="en-US" sz="3600" b="0" strike="noStrike" spc="-1">
                <a:latin typeface="Arial"/>
              </a:endParaRPr>
            </a:p>
          </p:txBody>
        </p:sp>
        <p:sp>
          <p:nvSpPr>
            <p:cNvPr id="36" name="CustomShape 6">
              <a:extLst>
                <a:ext uri="{FF2B5EF4-FFF2-40B4-BE49-F238E27FC236}">
                  <a16:creationId xmlns:a16="http://schemas.microsoft.com/office/drawing/2014/main" id="{A6F29559-23C3-4B23-8FBB-187B713CE486}"/>
                </a:ext>
              </a:extLst>
            </p:cNvPr>
            <p:cNvSpPr/>
            <p:nvPr/>
          </p:nvSpPr>
          <p:spPr>
            <a:xfrm>
              <a:off x="1029240" y="240156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D</a:t>
              </a:r>
              <a:endParaRPr lang="en-US" sz="3600" b="0" strike="noStrike" spc="-1">
                <a:latin typeface="Arial"/>
              </a:endParaRPr>
            </a:p>
          </p:txBody>
        </p:sp>
        <p:sp>
          <p:nvSpPr>
            <p:cNvPr id="37" name="CustomShape 7">
              <a:extLst>
                <a:ext uri="{FF2B5EF4-FFF2-40B4-BE49-F238E27FC236}">
                  <a16:creationId xmlns:a16="http://schemas.microsoft.com/office/drawing/2014/main" id="{F7EAE13F-9D4C-4673-95B3-615D1EB96C98}"/>
                </a:ext>
              </a:extLst>
            </p:cNvPr>
            <p:cNvSpPr/>
            <p:nvPr/>
          </p:nvSpPr>
          <p:spPr>
            <a:xfrm>
              <a:off x="2477160" y="141120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C</a:t>
              </a:r>
              <a:endParaRPr lang="en-US" sz="3600" b="0" strike="noStrike" spc="-1">
                <a:latin typeface="Arial"/>
              </a:endParaRPr>
            </a:p>
          </p:txBody>
        </p:sp>
        <p:sp>
          <p:nvSpPr>
            <p:cNvPr id="38" name="CustomShape 8">
              <a:extLst>
                <a:ext uri="{FF2B5EF4-FFF2-40B4-BE49-F238E27FC236}">
                  <a16:creationId xmlns:a16="http://schemas.microsoft.com/office/drawing/2014/main" id="{A48A175A-244E-4C87-957E-DB9DFDF6DEFE}"/>
                </a:ext>
              </a:extLst>
            </p:cNvPr>
            <p:cNvSpPr/>
            <p:nvPr/>
          </p:nvSpPr>
          <p:spPr>
            <a:xfrm>
              <a:off x="1752480" y="141120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B</a:t>
              </a:r>
              <a:endParaRPr lang="en-US" sz="3600" b="0" strike="noStrike" spc="-1">
                <a:latin typeface="Arial"/>
              </a:endParaRPr>
            </a:p>
          </p:txBody>
        </p:sp>
        <p:sp>
          <p:nvSpPr>
            <p:cNvPr id="39" name="CustomShape 9">
              <a:extLst>
                <a:ext uri="{FF2B5EF4-FFF2-40B4-BE49-F238E27FC236}">
                  <a16:creationId xmlns:a16="http://schemas.microsoft.com/office/drawing/2014/main" id="{39D8ACD3-25A4-4A1F-BC5F-190B082C23B3}"/>
                </a:ext>
              </a:extLst>
            </p:cNvPr>
            <p:cNvSpPr/>
            <p:nvPr/>
          </p:nvSpPr>
          <p:spPr>
            <a:xfrm>
              <a:off x="914400" y="3581280"/>
              <a:ext cx="2360880" cy="2036520"/>
            </a:xfrm>
            <a:prstGeom prst="flowChartProcess">
              <a:avLst/>
            </a:prstGeom>
            <a:solidFill>
              <a:srgbClr val="006CA9"/>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1"/>
            </a:lnRef>
            <a:fillRef idx="3">
              <a:schemeClr val="accent1"/>
            </a:fillRef>
            <a:effectRef idx="3">
              <a:schemeClr val="accent1"/>
            </a:effectRef>
            <a:fontRef idx="minor"/>
          </p:style>
          <p:txBody>
            <a:bodyPr lIns="90000" tIns="45000" rIns="90000" bIns="45000" anchor="ctr">
              <a:noAutofit/>
            </a:bodyPr>
            <a:lstStyle/>
            <a:p>
              <a:pPr algn="ctr">
                <a:lnSpc>
                  <a:spcPct val="100000"/>
                </a:lnSpc>
              </a:pPr>
              <a:r>
                <a:rPr lang="en-US" sz="1800" b="0" strike="noStrike" spc="-1">
                  <a:solidFill>
                    <a:srgbClr val="000000"/>
                  </a:solidFill>
                  <a:latin typeface="Segoe UI"/>
                  <a:ea typeface="新細明體"/>
                </a:rPr>
                <a:t>2</a:t>
              </a:r>
              <a:r>
                <a:rPr lang="en-US" sz="1800" b="0" strike="noStrike" spc="-1" baseline="30000">
                  <a:solidFill>
                    <a:srgbClr val="000000"/>
                  </a:solidFill>
                  <a:latin typeface="Segoe UI"/>
                  <a:ea typeface="新細明體"/>
                </a:rPr>
                <a:t>nd</a:t>
              </a:r>
              <a:r>
                <a:rPr lang="en-US" sz="1800" b="0" strike="noStrike" spc="-1">
                  <a:solidFill>
                    <a:srgbClr val="000000"/>
                  </a:solidFill>
                  <a:latin typeface="Segoe UI"/>
                  <a:ea typeface="新細明體"/>
                </a:rPr>
                <a:t> Layer</a:t>
              </a:r>
              <a:endParaRPr lang="en-US" sz="1800" b="0" strike="noStrike" spc="-1">
                <a:latin typeface="Arial"/>
              </a:endParaRPr>
            </a:p>
          </p:txBody>
        </p:sp>
        <p:sp>
          <p:nvSpPr>
            <p:cNvPr id="40" name="CustomShape 10">
              <a:extLst>
                <a:ext uri="{FF2B5EF4-FFF2-40B4-BE49-F238E27FC236}">
                  <a16:creationId xmlns:a16="http://schemas.microsoft.com/office/drawing/2014/main" id="{6BE8161C-4BD7-49D0-8479-7A22B8326595}"/>
                </a:ext>
              </a:extLst>
            </p:cNvPr>
            <p:cNvSpPr/>
            <p:nvPr/>
          </p:nvSpPr>
          <p:spPr>
            <a:xfrm>
              <a:off x="1029240" y="3773160"/>
              <a:ext cx="645840" cy="637920"/>
            </a:xfrm>
            <a:prstGeom prst="rect">
              <a:avLst/>
            </a:prstGeom>
            <a:solidFill>
              <a:srgbClr val="006CA9"/>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1"/>
            </a:lnRef>
            <a:fillRef idx="3">
              <a:schemeClr val="accent1"/>
            </a:fillRef>
            <a:effectRef idx="3">
              <a:schemeClr val="accent1"/>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A</a:t>
              </a:r>
              <a:endParaRPr lang="en-US" sz="3600" b="0" strike="noStrike" spc="-1">
                <a:latin typeface="Arial"/>
              </a:endParaRPr>
            </a:p>
          </p:txBody>
        </p:sp>
        <p:sp>
          <p:nvSpPr>
            <p:cNvPr id="41" name="CustomShape 11">
              <a:extLst>
                <a:ext uri="{FF2B5EF4-FFF2-40B4-BE49-F238E27FC236}">
                  <a16:creationId xmlns:a16="http://schemas.microsoft.com/office/drawing/2014/main" id="{37600678-B3A1-434C-AE4C-329B3FCF9C8B}"/>
                </a:ext>
              </a:extLst>
            </p:cNvPr>
            <p:cNvSpPr/>
            <p:nvPr/>
          </p:nvSpPr>
          <p:spPr>
            <a:xfrm>
              <a:off x="1752480" y="4777200"/>
              <a:ext cx="645840" cy="637920"/>
            </a:xfrm>
            <a:prstGeom prst="rect">
              <a:avLst/>
            </a:prstGeom>
            <a:solidFill>
              <a:srgbClr val="006CA9"/>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1"/>
            </a:lnRef>
            <a:fillRef idx="3">
              <a:schemeClr val="accent1"/>
            </a:fillRef>
            <a:effectRef idx="3">
              <a:schemeClr val="accent1"/>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E</a:t>
              </a:r>
              <a:endParaRPr lang="en-US" sz="3600" b="0" strike="noStrike" spc="-1">
                <a:latin typeface="Arial"/>
              </a:endParaRPr>
            </a:p>
          </p:txBody>
        </p:sp>
        <p:sp>
          <p:nvSpPr>
            <p:cNvPr id="42" name="CustomShape 12">
              <a:extLst>
                <a:ext uri="{FF2B5EF4-FFF2-40B4-BE49-F238E27FC236}">
                  <a16:creationId xmlns:a16="http://schemas.microsoft.com/office/drawing/2014/main" id="{8B7D0F4A-4580-4E2D-B32E-281A6ECEBAD4}"/>
                </a:ext>
              </a:extLst>
            </p:cNvPr>
            <p:cNvSpPr/>
            <p:nvPr/>
          </p:nvSpPr>
          <p:spPr>
            <a:xfrm>
              <a:off x="5791320" y="2381760"/>
              <a:ext cx="2360880" cy="2036520"/>
            </a:xfrm>
            <a:prstGeom prst="flowChartProcess">
              <a:avLst/>
            </a:prstGeom>
            <a:solidFill>
              <a:srgbClr val="7AA52C"/>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3"/>
            </a:lnRef>
            <a:fillRef idx="3">
              <a:schemeClr val="accent3"/>
            </a:fillRef>
            <a:effectRef idx="3">
              <a:schemeClr val="accent3"/>
            </a:effectRef>
            <a:fontRef idx="minor"/>
          </p:style>
          <p:txBody>
            <a:bodyPr lIns="90000" tIns="45000" rIns="90000" bIns="45000" anchor="ctr">
              <a:noAutofit/>
            </a:bodyPr>
            <a:lstStyle/>
            <a:p>
              <a:pPr algn="ctr">
                <a:lnSpc>
                  <a:spcPct val="100000"/>
                </a:lnSpc>
              </a:pPr>
              <a:r>
                <a:rPr lang="en-US" sz="1800" b="0" strike="noStrike" spc="-1">
                  <a:solidFill>
                    <a:srgbClr val="000000"/>
                  </a:solidFill>
                  <a:latin typeface="Segoe UI"/>
                  <a:ea typeface="新細明體"/>
                </a:rPr>
                <a:t>3</a:t>
              </a:r>
              <a:r>
                <a:rPr lang="en-US" sz="1800" b="0" strike="noStrike" spc="-1" baseline="30000">
                  <a:solidFill>
                    <a:srgbClr val="000000"/>
                  </a:solidFill>
                  <a:latin typeface="Segoe UI"/>
                  <a:ea typeface="新細明體"/>
                </a:rPr>
                <a:t>rd</a:t>
              </a:r>
              <a:r>
                <a:rPr lang="en-US" sz="1800" b="0" strike="noStrike" spc="-1">
                  <a:solidFill>
                    <a:srgbClr val="000000"/>
                  </a:solidFill>
                  <a:latin typeface="Segoe UI"/>
                  <a:ea typeface="新細明體"/>
                </a:rPr>
                <a:t> Layer</a:t>
              </a:r>
              <a:endParaRPr lang="en-US" sz="1800" b="0" strike="noStrike" spc="-1">
                <a:latin typeface="Arial"/>
              </a:endParaRPr>
            </a:p>
          </p:txBody>
        </p:sp>
        <p:sp>
          <p:nvSpPr>
            <p:cNvPr id="43" name="CustomShape 13">
              <a:extLst>
                <a:ext uri="{FF2B5EF4-FFF2-40B4-BE49-F238E27FC236}">
                  <a16:creationId xmlns:a16="http://schemas.microsoft.com/office/drawing/2014/main" id="{7D3FDF8D-DF8F-49BC-BDA8-703EE45D78C5}"/>
                </a:ext>
              </a:extLst>
            </p:cNvPr>
            <p:cNvSpPr/>
            <p:nvPr/>
          </p:nvSpPr>
          <p:spPr>
            <a:xfrm>
              <a:off x="5943600" y="2573640"/>
              <a:ext cx="645840" cy="637920"/>
            </a:xfrm>
            <a:prstGeom prst="rect">
              <a:avLst/>
            </a:prstGeom>
            <a:solidFill>
              <a:srgbClr val="7BA82D"/>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3"/>
            </a:lnRef>
            <a:fillRef idx="3">
              <a:schemeClr val="accent3"/>
            </a:fillRef>
            <a:effectRef idx="3">
              <a:schemeClr val="accent3"/>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A</a:t>
              </a:r>
              <a:endParaRPr lang="en-US" sz="3600" b="0" strike="noStrike" spc="-1">
                <a:latin typeface="Arial"/>
              </a:endParaRPr>
            </a:p>
          </p:txBody>
        </p:sp>
        <p:sp>
          <p:nvSpPr>
            <p:cNvPr id="44" name="CustomShape 14">
              <a:extLst>
                <a:ext uri="{FF2B5EF4-FFF2-40B4-BE49-F238E27FC236}">
                  <a16:creationId xmlns:a16="http://schemas.microsoft.com/office/drawing/2014/main" id="{B519C7FD-E878-4883-A604-3D479293B3E2}"/>
                </a:ext>
              </a:extLst>
            </p:cNvPr>
            <p:cNvSpPr/>
            <p:nvPr/>
          </p:nvSpPr>
          <p:spPr>
            <a:xfrm>
              <a:off x="7360560" y="3600720"/>
              <a:ext cx="645840" cy="637920"/>
            </a:xfrm>
            <a:prstGeom prst="rect">
              <a:avLst/>
            </a:prstGeom>
            <a:solidFill>
              <a:srgbClr val="7AA52C"/>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3"/>
            </a:lnRef>
            <a:fillRef idx="3">
              <a:schemeClr val="accent3"/>
            </a:fillRef>
            <a:effectRef idx="3">
              <a:schemeClr val="accent3"/>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F</a:t>
              </a:r>
              <a:endParaRPr lang="en-US" sz="3600" b="0" strike="noStrike" spc="-1">
                <a:latin typeface="Arial"/>
              </a:endParaRPr>
            </a:p>
          </p:txBody>
        </p:sp>
        <p:sp>
          <p:nvSpPr>
            <p:cNvPr id="45" name="CustomShape 15">
              <a:extLst>
                <a:ext uri="{FF2B5EF4-FFF2-40B4-BE49-F238E27FC236}">
                  <a16:creationId xmlns:a16="http://schemas.microsoft.com/office/drawing/2014/main" id="{48741789-F4F1-4D7F-A842-69853ED9CF4A}"/>
                </a:ext>
              </a:extLst>
            </p:cNvPr>
            <p:cNvSpPr/>
            <p:nvPr/>
          </p:nvSpPr>
          <p:spPr>
            <a:xfrm>
              <a:off x="7360560" y="2573640"/>
              <a:ext cx="645840" cy="637920"/>
            </a:xfrm>
            <a:prstGeom prst="rect">
              <a:avLst/>
            </a:prstGeom>
            <a:solidFill>
              <a:srgbClr val="7AA52C"/>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3"/>
            </a:lnRef>
            <a:fillRef idx="3">
              <a:schemeClr val="accent3"/>
            </a:fillRef>
            <a:effectRef idx="3">
              <a:schemeClr val="accent3"/>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C</a:t>
              </a:r>
              <a:endParaRPr lang="en-US" sz="3600" b="0" strike="noStrike" spc="-1">
                <a:latin typeface="Arial"/>
              </a:endParaRPr>
            </a:p>
          </p:txBody>
        </p:sp>
        <p:sp>
          <p:nvSpPr>
            <p:cNvPr id="46" name="CustomShape 16">
              <a:extLst>
                <a:ext uri="{FF2B5EF4-FFF2-40B4-BE49-F238E27FC236}">
                  <a16:creationId xmlns:a16="http://schemas.microsoft.com/office/drawing/2014/main" id="{0052B4A0-E622-426C-BBAB-D655D3323097}"/>
                </a:ext>
              </a:extLst>
            </p:cNvPr>
            <p:cNvSpPr/>
            <p:nvPr/>
          </p:nvSpPr>
          <p:spPr>
            <a:xfrm>
              <a:off x="1036800" y="3780720"/>
              <a:ext cx="645840" cy="637920"/>
            </a:xfrm>
            <a:prstGeom prst="rect">
              <a:avLst/>
            </a:prstGeom>
            <a:solidFill>
              <a:srgbClr val="006CA9"/>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1"/>
            </a:lnRef>
            <a:fillRef idx="3">
              <a:schemeClr val="accent1"/>
            </a:fillRef>
            <a:effectRef idx="3">
              <a:schemeClr val="accent1"/>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A</a:t>
              </a:r>
              <a:endParaRPr lang="en-US" sz="3600" b="0" strike="noStrike" spc="-1">
                <a:latin typeface="Arial"/>
              </a:endParaRPr>
            </a:p>
          </p:txBody>
        </p:sp>
        <p:sp>
          <p:nvSpPr>
            <p:cNvPr id="47" name="CustomShape 17">
              <a:extLst>
                <a:ext uri="{FF2B5EF4-FFF2-40B4-BE49-F238E27FC236}">
                  <a16:creationId xmlns:a16="http://schemas.microsoft.com/office/drawing/2014/main" id="{4C33CDCB-17A4-408A-9F91-F83B4AA28E54}"/>
                </a:ext>
              </a:extLst>
            </p:cNvPr>
            <p:cNvSpPr/>
            <p:nvPr/>
          </p:nvSpPr>
          <p:spPr>
            <a:xfrm>
              <a:off x="2476440" y="2408040"/>
              <a:ext cx="64476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F</a:t>
              </a:r>
              <a:endParaRPr lang="en-US" sz="3600" b="0" strike="noStrike" spc="-1">
                <a:latin typeface="Arial"/>
              </a:endParaRPr>
            </a:p>
          </p:txBody>
        </p:sp>
        <p:sp>
          <p:nvSpPr>
            <p:cNvPr id="48" name="CustomShape 18">
              <a:extLst>
                <a:ext uri="{FF2B5EF4-FFF2-40B4-BE49-F238E27FC236}">
                  <a16:creationId xmlns:a16="http://schemas.microsoft.com/office/drawing/2014/main" id="{255FAC34-3F73-4C59-BFB6-E43740424D4F}"/>
                </a:ext>
              </a:extLst>
            </p:cNvPr>
            <p:cNvSpPr/>
            <p:nvPr/>
          </p:nvSpPr>
          <p:spPr>
            <a:xfrm>
              <a:off x="2476440" y="1417680"/>
              <a:ext cx="64476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C</a:t>
              </a:r>
              <a:endParaRPr lang="en-US" sz="3600" b="0" strike="noStrike" spc="-1">
                <a:latin typeface="Arial"/>
              </a:endParaRPr>
            </a:p>
          </p:txBody>
        </p:sp>
        <p:sp>
          <p:nvSpPr>
            <p:cNvPr id="49" name="CustomShape 19">
              <a:extLst>
                <a:ext uri="{FF2B5EF4-FFF2-40B4-BE49-F238E27FC236}">
                  <a16:creationId xmlns:a16="http://schemas.microsoft.com/office/drawing/2014/main" id="{39756F65-7D98-4152-B143-3DD6C0796AE0}"/>
                </a:ext>
              </a:extLst>
            </p:cNvPr>
            <p:cNvSpPr/>
            <p:nvPr/>
          </p:nvSpPr>
          <p:spPr>
            <a:xfrm>
              <a:off x="5943600" y="2578320"/>
              <a:ext cx="645840" cy="637920"/>
            </a:xfrm>
            <a:prstGeom prst="rect">
              <a:avLst/>
            </a:prstGeom>
            <a:solidFill>
              <a:srgbClr val="006CA9"/>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1"/>
            </a:lnRef>
            <a:fillRef idx="3">
              <a:schemeClr val="accent1"/>
            </a:fillRef>
            <a:effectRef idx="3">
              <a:schemeClr val="accent1"/>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A</a:t>
              </a:r>
              <a:endParaRPr lang="en-US" sz="3600" b="0" strike="noStrike" spc="-1">
                <a:latin typeface="Arial"/>
              </a:endParaRPr>
            </a:p>
          </p:txBody>
        </p:sp>
        <p:sp>
          <p:nvSpPr>
            <p:cNvPr id="50" name="CustomShape 20">
              <a:extLst>
                <a:ext uri="{FF2B5EF4-FFF2-40B4-BE49-F238E27FC236}">
                  <a16:creationId xmlns:a16="http://schemas.microsoft.com/office/drawing/2014/main" id="{55B7E703-3632-4301-9D7C-F21B76AA7585}"/>
                </a:ext>
              </a:extLst>
            </p:cNvPr>
            <p:cNvSpPr/>
            <p:nvPr/>
          </p:nvSpPr>
          <p:spPr>
            <a:xfrm>
              <a:off x="7386120" y="360576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F</a:t>
              </a:r>
              <a:endParaRPr lang="en-US" sz="3600" b="0" strike="noStrike" spc="-1">
                <a:latin typeface="Arial"/>
              </a:endParaRPr>
            </a:p>
          </p:txBody>
        </p:sp>
        <p:sp>
          <p:nvSpPr>
            <p:cNvPr id="51" name="CustomShape 21">
              <a:extLst>
                <a:ext uri="{FF2B5EF4-FFF2-40B4-BE49-F238E27FC236}">
                  <a16:creationId xmlns:a16="http://schemas.microsoft.com/office/drawing/2014/main" id="{F6F516A4-9818-4A78-B469-FEAB19F0717E}"/>
                </a:ext>
              </a:extLst>
            </p:cNvPr>
            <p:cNvSpPr/>
            <p:nvPr/>
          </p:nvSpPr>
          <p:spPr>
            <a:xfrm>
              <a:off x="7364880" y="257832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C</a:t>
              </a:r>
              <a:endParaRPr lang="en-US" sz="3600" b="0" strike="noStrike" spc="-1">
                <a:latin typeface="Arial"/>
              </a:endParaRPr>
            </a:p>
          </p:txBody>
        </p:sp>
      </p:grpSp>
    </p:spTree>
    <p:extLst>
      <p:ext uri="{BB962C8B-B14F-4D97-AF65-F5344CB8AC3E}">
        <p14:creationId xmlns:p14="http://schemas.microsoft.com/office/powerpoint/2010/main" val="5820042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Basic Concept of Override</a:t>
            </a:r>
            <a:endParaRPr lang="en-US" sz="2000" dirty="0"/>
          </a:p>
        </p:txBody>
      </p:sp>
      <p:grpSp>
        <p:nvGrpSpPr>
          <p:cNvPr id="24" name="群組 23">
            <a:extLst>
              <a:ext uri="{FF2B5EF4-FFF2-40B4-BE49-F238E27FC236}">
                <a16:creationId xmlns:a16="http://schemas.microsoft.com/office/drawing/2014/main" id="{57DBC93C-4C2E-416E-BC52-EED3FD7EC322}"/>
              </a:ext>
            </a:extLst>
          </p:cNvPr>
          <p:cNvGrpSpPr/>
          <p:nvPr/>
        </p:nvGrpSpPr>
        <p:grpSpPr>
          <a:xfrm>
            <a:off x="2477100" y="1229760"/>
            <a:ext cx="7237800" cy="4398480"/>
            <a:chOff x="914400" y="1219320"/>
            <a:chExt cx="7237800" cy="4398480"/>
          </a:xfrm>
        </p:grpSpPr>
        <p:sp>
          <p:nvSpPr>
            <p:cNvPr id="25" name="CustomShape 2">
              <a:extLst>
                <a:ext uri="{FF2B5EF4-FFF2-40B4-BE49-F238E27FC236}">
                  <a16:creationId xmlns:a16="http://schemas.microsoft.com/office/drawing/2014/main" id="{C250459A-D46F-46B5-97D5-EFACF8C53720}"/>
                </a:ext>
              </a:extLst>
            </p:cNvPr>
            <p:cNvSpPr/>
            <p:nvPr/>
          </p:nvSpPr>
          <p:spPr>
            <a:xfrm>
              <a:off x="914400" y="1219320"/>
              <a:ext cx="2360880" cy="2036520"/>
            </a:xfrm>
            <a:prstGeom prst="flowChartProcess">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chor="ctr">
              <a:noAutofit/>
            </a:bodyPr>
            <a:lstStyle/>
            <a:p>
              <a:pPr algn="ctr">
                <a:lnSpc>
                  <a:spcPct val="100000"/>
                </a:lnSpc>
              </a:pPr>
              <a:r>
                <a:rPr lang="en-US" sz="1800" b="0" strike="noStrike" spc="-1">
                  <a:solidFill>
                    <a:srgbClr val="000000"/>
                  </a:solidFill>
                  <a:latin typeface="Segoe UI"/>
                  <a:ea typeface="新細明體"/>
                </a:rPr>
                <a:t>1</a:t>
              </a:r>
              <a:r>
                <a:rPr lang="en-US" sz="1800" b="0" strike="noStrike" spc="-1" baseline="30000">
                  <a:solidFill>
                    <a:srgbClr val="000000"/>
                  </a:solidFill>
                  <a:latin typeface="Segoe UI"/>
                  <a:ea typeface="新細明體"/>
                </a:rPr>
                <a:t>st</a:t>
              </a:r>
              <a:r>
                <a:rPr lang="en-US" sz="1800" b="0" strike="noStrike" spc="-1">
                  <a:solidFill>
                    <a:srgbClr val="000000"/>
                  </a:solidFill>
                  <a:latin typeface="Segoe UI"/>
                  <a:ea typeface="新細明體"/>
                </a:rPr>
                <a:t> Layer</a:t>
              </a:r>
              <a:endParaRPr lang="en-US" sz="1800" b="0" strike="noStrike" spc="-1">
                <a:latin typeface="Arial"/>
              </a:endParaRPr>
            </a:p>
          </p:txBody>
        </p:sp>
        <p:sp>
          <p:nvSpPr>
            <p:cNvPr id="26" name="CustomShape 3">
              <a:extLst>
                <a:ext uri="{FF2B5EF4-FFF2-40B4-BE49-F238E27FC236}">
                  <a16:creationId xmlns:a16="http://schemas.microsoft.com/office/drawing/2014/main" id="{39156157-16CC-40FC-8E78-D1D9108D46A5}"/>
                </a:ext>
              </a:extLst>
            </p:cNvPr>
            <p:cNvSpPr/>
            <p:nvPr/>
          </p:nvSpPr>
          <p:spPr>
            <a:xfrm>
              <a:off x="1029240" y="141120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A</a:t>
              </a:r>
              <a:endParaRPr lang="en-US" sz="3600" b="0" strike="noStrike" spc="-1">
                <a:latin typeface="Arial"/>
              </a:endParaRPr>
            </a:p>
          </p:txBody>
        </p:sp>
        <p:sp>
          <p:nvSpPr>
            <p:cNvPr id="27" name="CustomShape 4">
              <a:extLst>
                <a:ext uri="{FF2B5EF4-FFF2-40B4-BE49-F238E27FC236}">
                  <a16:creationId xmlns:a16="http://schemas.microsoft.com/office/drawing/2014/main" id="{FECD3F92-1AE5-4EB5-9339-A9EF9C95674C}"/>
                </a:ext>
              </a:extLst>
            </p:cNvPr>
            <p:cNvSpPr/>
            <p:nvPr/>
          </p:nvSpPr>
          <p:spPr>
            <a:xfrm>
              <a:off x="2477160" y="240156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F</a:t>
              </a:r>
              <a:endParaRPr lang="en-US" sz="3600" b="0" strike="noStrike" spc="-1">
                <a:latin typeface="Arial"/>
              </a:endParaRPr>
            </a:p>
          </p:txBody>
        </p:sp>
        <p:sp>
          <p:nvSpPr>
            <p:cNvPr id="28" name="CustomShape 5">
              <a:extLst>
                <a:ext uri="{FF2B5EF4-FFF2-40B4-BE49-F238E27FC236}">
                  <a16:creationId xmlns:a16="http://schemas.microsoft.com/office/drawing/2014/main" id="{D114201E-93A3-44C7-B9FC-19EADFAEF2A4}"/>
                </a:ext>
              </a:extLst>
            </p:cNvPr>
            <p:cNvSpPr/>
            <p:nvPr/>
          </p:nvSpPr>
          <p:spPr>
            <a:xfrm>
              <a:off x="1752480" y="240156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E</a:t>
              </a:r>
              <a:endParaRPr lang="en-US" sz="3600" b="0" strike="noStrike" spc="-1">
                <a:latin typeface="Arial"/>
              </a:endParaRPr>
            </a:p>
          </p:txBody>
        </p:sp>
        <p:sp>
          <p:nvSpPr>
            <p:cNvPr id="29" name="CustomShape 6">
              <a:extLst>
                <a:ext uri="{FF2B5EF4-FFF2-40B4-BE49-F238E27FC236}">
                  <a16:creationId xmlns:a16="http://schemas.microsoft.com/office/drawing/2014/main" id="{15A7A743-6386-4B65-ACC3-2DB0F3F8DDB0}"/>
                </a:ext>
              </a:extLst>
            </p:cNvPr>
            <p:cNvSpPr/>
            <p:nvPr/>
          </p:nvSpPr>
          <p:spPr>
            <a:xfrm>
              <a:off x="1029240" y="240156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D</a:t>
              </a:r>
              <a:endParaRPr lang="en-US" sz="3600" b="0" strike="noStrike" spc="-1">
                <a:latin typeface="Arial"/>
              </a:endParaRPr>
            </a:p>
          </p:txBody>
        </p:sp>
        <p:sp>
          <p:nvSpPr>
            <p:cNvPr id="30" name="CustomShape 7">
              <a:extLst>
                <a:ext uri="{FF2B5EF4-FFF2-40B4-BE49-F238E27FC236}">
                  <a16:creationId xmlns:a16="http://schemas.microsoft.com/office/drawing/2014/main" id="{1194EB75-955A-499B-9585-1E0854A30444}"/>
                </a:ext>
              </a:extLst>
            </p:cNvPr>
            <p:cNvSpPr/>
            <p:nvPr/>
          </p:nvSpPr>
          <p:spPr>
            <a:xfrm>
              <a:off x="2477160" y="141120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C</a:t>
              </a:r>
              <a:endParaRPr lang="en-US" sz="3600" b="0" strike="noStrike" spc="-1">
                <a:latin typeface="Arial"/>
              </a:endParaRPr>
            </a:p>
          </p:txBody>
        </p:sp>
        <p:sp>
          <p:nvSpPr>
            <p:cNvPr id="52" name="CustomShape 8">
              <a:extLst>
                <a:ext uri="{FF2B5EF4-FFF2-40B4-BE49-F238E27FC236}">
                  <a16:creationId xmlns:a16="http://schemas.microsoft.com/office/drawing/2014/main" id="{02BA254E-D063-45CC-8960-AF7C85DC6596}"/>
                </a:ext>
              </a:extLst>
            </p:cNvPr>
            <p:cNvSpPr/>
            <p:nvPr/>
          </p:nvSpPr>
          <p:spPr>
            <a:xfrm>
              <a:off x="1752480" y="141120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B</a:t>
              </a:r>
              <a:endParaRPr lang="en-US" sz="3600" b="0" strike="noStrike" spc="-1">
                <a:latin typeface="Arial"/>
              </a:endParaRPr>
            </a:p>
          </p:txBody>
        </p:sp>
        <p:sp>
          <p:nvSpPr>
            <p:cNvPr id="53" name="CustomShape 9">
              <a:extLst>
                <a:ext uri="{FF2B5EF4-FFF2-40B4-BE49-F238E27FC236}">
                  <a16:creationId xmlns:a16="http://schemas.microsoft.com/office/drawing/2014/main" id="{E566991C-2D83-4822-A1B4-BBA96143BA0D}"/>
                </a:ext>
              </a:extLst>
            </p:cNvPr>
            <p:cNvSpPr/>
            <p:nvPr/>
          </p:nvSpPr>
          <p:spPr>
            <a:xfrm>
              <a:off x="914400" y="3581280"/>
              <a:ext cx="2360880" cy="2036520"/>
            </a:xfrm>
            <a:prstGeom prst="flowChartProcess">
              <a:avLst/>
            </a:prstGeom>
            <a:solidFill>
              <a:srgbClr val="006CA9"/>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1"/>
            </a:lnRef>
            <a:fillRef idx="3">
              <a:schemeClr val="accent1"/>
            </a:fillRef>
            <a:effectRef idx="3">
              <a:schemeClr val="accent1"/>
            </a:effectRef>
            <a:fontRef idx="minor"/>
          </p:style>
          <p:txBody>
            <a:bodyPr lIns="90000" tIns="45000" rIns="90000" bIns="45000" anchor="ctr">
              <a:noAutofit/>
            </a:bodyPr>
            <a:lstStyle/>
            <a:p>
              <a:pPr algn="ctr">
                <a:lnSpc>
                  <a:spcPct val="100000"/>
                </a:lnSpc>
              </a:pPr>
              <a:r>
                <a:rPr lang="en-US" sz="1800" b="0" strike="noStrike" spc="-1">
                  <a:solidFill>
                    <a:srgbClr val="000000"/>
                  </a:solidFill>
                  <a:latin typeface="Segoe UI"/>
                  <a:ea typeface="新細明體"/>
                </a:rPr>
                <a:t>2</a:t>
              </a:r>
              <a:r>
                <a:rPr lang="en-US" sz="1800" b="0" strike="noStrike" spc="-1" baseline="30000">
                  <a:solidFill>
                    <a:srgbClr val="000000"/>
                  </a:solidFill>
                  <a:latin typeface="Segoe UI"/>
                  <a:ea typeface="新細明體"/>
                </a:rPr>
                <a:t>nd</a:t>
              </a:r>
              <a:r>
                <a:rPr lang="en-US" sz="1800" b="0" strike="noStrike" spc="-1">
                  <a:solidFill>
                    <a:srgbClr val="000000"/>
                  </a:solidFill>
                  <a:latin typeface="Segoe UI"/>
                  <a:ea typeface="新細明體"/>
                </a:rPr>
                <a:t> Layer</a:t>
              </a:r>
              <a:endParaRPr lang="en-US" sz="1800" b="0" strike="noStrike" spc="-1">
                <a:latin typeface="Arial"/>
              </a:endParaRPr>
            </a:p>
          </p:txBody>
        </p:sp>
        <p:sp>
          <p:nvSpPr>
            <p:cNvPr id="54" name="CustomShape 10">
              <a:extLst>
                <a:ext uri="{FF2B5EF4-FFF2-40B4-BE49-F238E27FC236}">
                  <a16:creationId xmlns:a16="http://schemas.microsoft.com/office/drawing/2014/main" id="{94A15034-8D5D-44F4-B0D3-5CAFCFD401EA}"/>
                </a:ext>
              </a:extLst>
            </p:cNvPr>
            <p:cNvSpPr/>
            <p:nvPr/>
          </p:nvSpPr>
          <p:spPr>
            <a:xfrm>
              <a:off x="1029240" y="3773160"/>
              <a:ext cx="645840" cy="637920"/>
            </a:xfrm>
            <a:prstGeom prst="rect">
              <a:avLst/>
            </a:prstGeom>
            <a:solidFill>
              <a:srgbClr val="006CA9"/>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1"/>
            </a:lnRef>
            <a:fillRef idx="3">
              <a:schemeClr val="accent1"/>
            </a:fillRef>
            <a:effectRef idx="3">
              <a:schemeClr val="accent1"/>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A</a:t>
              </a:r>
              <a:endParaRPr lang="en-US" sz="3600" b="0" strike="noStrike" spc="-1">
                <a:latin typeface="Arial"/>
              </a:endParaRPr>
            </a:p>
          </p:txBody>
        </p:sp>
        <p:sp>
          <p:nvSpPr>
            <p:cNvPr id="55" name="CustomShape 11">
              <a:extLst>
                <a:ext uri="{FF2B5EF4-FFF2-40B4-BE49-F238E27FC236}">
                  <a16:creationId xmlns:a16="http://schemas.microsoft.com/office/drawing/2014/main" id="{B7BE3F25-F217-4881-B08D-B0D8F5631476}"/>
                </a:ext>
              </a:extLst>
            </p:cNvPr>
            <p:cNvSpPr/>
            <p:nvPr/>
          </p:nvSpPr>
          <p:spPr>
            <a:xfrm>
              <a:off x="1752480" y="4777200"/>
              <a:ext cx="645840" cy="637920"/>
            </a:xfrm>
            <a:prstGeom prst="rect">
              <a:avLst/>
            </a:prstGeom>
            <a:solidFill>
              <a:srgbClr val="006CA9"/>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1"/>
            </a:lnRef>
            <a:fillRef idx="3">
              <a:schemeClr val="accent1"/>
            </a:fillRef>
            <a:effectRef idx="3">
              <a:schemeClr val="accent1"/>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E</a:t>
              </a:r>
              <a:endParaRPr lang="en-US" sz="3600" b="0" strike="noStrike" spc="-1">
                <a:latin typeface="Arial"/>
              </a:endParaRPr>
            </a:p>
          </p:txBody>
        </p:sp>
        <p:sp>
          <p:nvSpPr>
            <p:cNvPr id="56" name="CustomShape 12">
              <a:extLst>
                <a:ext uri="{FF2B5EF4-FFF2-40B4-BE49-F238E27FC236}">
                  <a16:creationId xmlns:a16="http://schemas.microsoft.com/office/drawing/2014/main" id="{13326E3C-492A-42DE-9BC1-73BE12CD4272}"/>
                </a:ext>
              </a:extLst>
            </p:cNvPr>
            <p:cNvSpPr/>
            <p:nvPr/>
          </p:nvSpPr>
          <p:spPr>
            <a:xfrm>
              <a:off x="5791320" y="2381760"/>
              <a:ext cx="2360880" cy="2036520"/>
            </a:xfrm>
            <a:prstGeom prst="flowChartProcess">
              <a:avLst/>
            </a:prstGeom>
            <a:solidFill>
              <a:srgbClr val="7BA82D"/>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3"/>
            </a:lnRef>
            <a:fillRef idx="3">
              <a:schemeClr val="accent3"/>
            </a:fillRef>
            <a:effectRef idx="3">
              <a:schemeClr val="accent3"/>
            </a:effectRef>
            <a:fontRef idx="minor"/>
          </p:style>
          <p:txBody>
            <a:bodyPr lIns="90000" tIns="45000" rIns="90000" bIns="45000" anchor="ctr">
              <a:noAutofit/>
            </a:bodyPr>
            <a:lstStyle/>
            <a:p>
              <a:pPr algn="ctr">
                <a:lnSpc>
                  <a:spcPct val="100000"/>
                </a:lnSpc>
              </a:pPr>
              <a:r>
                <a:rPr lang="en-US" sz="1800" b="0" strike="noStrike" spc="-1">
                  <a:solidFill>
                    <a:srgbClr val="000000"/>
                  </a:solidFill>
                  <a:latin typeface="Segoe UI"/>
                  <a:ea typeface="新細明體"/>
                </a:rPr>
                <a:t>3</a:t>
              </a:r>
              <a:r>
                <a:rPr lang="en-US" sz="1800" b="0" strike="noStrike" spc="-1" baseline="30000">
                  <a:solidFill>
                    <a:srgbClr val="000000"/>
                  </a:solidFill>
                  <a:latin typeface="Segoe UI"/>
                  <a:ea typeface="新細明體"/>
                </a:rPr>
                <a:t>rd</a:t>
              </a:r>
              <a:r>
                <a:rPr lang="en-US" sz="1800" b="0" strike="noStrike" spc="-1">
                  <a:solidFill>
                    <a:srgbClr val="000000"/>
                  </a:solidFill>
                  <a:latin typeface="Segoe UI"/>
                  <a:ea typeface="新細明體"/>
                </a:rPr>
                <a:t> Layer</a:t>
              </a:r>
              <a:endParaRPr lang="en-US" sz="1800" b="0" strike="noStrike" spc="-1">
                <a:latin typeface="Arial"/>
              </a:endParaRPr>
            </a:p>
          </p:txBody>
        </p:sp>
        <p:sp>
          <p:nvSpPr>
            <p:cNvPr id="57" name="CustomShape 13">
              <a:extLst>
                <a:ext uri="{FF2B5EF4-FFF2-40B4-BE49-F238E27FC236}">
                  <a16:creationId xmlns:a16="http://schemas.microsoft.com/office/drawing/2014/main" id="{67E53D11-C7C7-427A-8E64-C1FBC22B8402}"/>
                </a:ext>
              </a:extLst>
            </p:cNvPr>
            <p:cNvSpPr/>
            <p:nvPr/>
          </p:nvSpPr>
          <p:spPr>
            <a:xfrm>
              <a:off x="5943600" y="2573640"/>
              <a:ext cx="645840" cy="637920"/>
            </a:xfrm>
            <a:prstGeom prst="rect">
              <a:avLst/>
            </a:prstGeom>
            <a:solidFill>
              <a:srgbClr val="7BA82D"/>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3"/>
            </a:lnRef>
            <a:fillRef idx="3">
              <a:schemeClr val="accent3"/>
            </a:fillRef>
            <a:effectRef idx="3">
              <a:schemeClr val="accent3"/>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A</a:t>
              </a:r>
              <a:endParaRPr lang="en-US" sz="3600" b="0" strike="noStrike" spc="-1">
                <a:latin typeface="Arial"/>
              </a:endParaRPr>
            </a:p>
          </p:txBody>
        </p:sp>
        <p:sp>
          <p:nvSpPr>
            <p:cNvPr id="58" name="CustomShape 14">
              <a:extLst>
                <a:ext uri="{FF2B5EF4-FFF2-40B4-BE49-F238E27FC236}">
                  <a16:creationId xmlns:a16="http://schemas.microsoft.com/office/drawing/2014/main" id="{2406681F-A559-40D6-87A6-F40F6DAF7E7D}"/>
                </a:ext>
              </a:extLst>
            </p:cNvPr>
            <p:cNvSpPr/>
            <p:nvPr/>
          </p:nvSpPr>
          <p:spPr>
            <a:xfrm>
              <a:off x="7360560" y="3600720"/>
              <a:ext cx="645840" cy="637920"/>
            </a:xfrm>
            <a:prstGeom prst="rect">
              <a:avLst/>
            </a:prstGeom>
            <a:solidFill>
              <a:srgbClr val="7BA82D"/>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3"/>
            </a:lnRef>
            <a:fillRef idx="3">
              <a:schemeClr val="accent3"/>
            </a:fillRef>
            <a:effectRef idx="3">
              <a:schemeClr val="accent3"/>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F</a:t>
              </a:r>
              <a:endParaRPr lang="en-US" sz="3600" b="0" strike="noStrike" spc="-1">
                <a:latin typeface="Arial"/>
              </a:endParaRPr>
            </a:p>
          </p:txBody>
        </p:sp>
        <p:sp>
          <p:nvSpPr>
            <p:cNvPr id="59" name="CustomShape 15">
              <a:extLst>
                <a:ext uri="{FF2B5EF4-FFF2-40B4-BE49-F238E27FC236}">
                  <a16:creationId xmlns:a16="http://schemas.microsoft.com/office/drawing/2014/main" id="{4522EE2D-29F8-433F-A365-F40C87F7F548}"/>
                </a:ext>
              </a:extLst>
            </p:cNvPr>
            <p:cNvSpPr/>
            <p:nvPr/>
          </p:nvSpPr>
          <p:spPr>
            <a:xfrm>
              <a:off x="7360560" y="2573640"/>
              <a:ext cx="645840" cy="637920"/>
            </a:xfrm>
            <a:prstGeom prst="rect">
              <a:avLst/>
            </a:prstGeom>
            <a:solidFill>
              <a:srgbClr val="7BA82D"/>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3"/>
            </a:lnRef>
            <a:fillRef idx="3">
              <a:schemeClr val="accent3"/>
            </a:fillRef>
            <a:effectRef idx="3">
              <a:schemeClr val="accent3"/>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C</a:t>
              </a:r>
              <a:endParaRPr lang="en-US" sz="3600" b="0" strike="noStrike" spc="-1">
                <a:latin typeface="Arial"/>
              </a:endParaRPr>
            </a:p>
          </p:txBody>
        </p:sp>
        <p:sp>
          <p:nvSpPr>
            <p:cNvPr id="60" name="CustomShape 16">
              <a:extLst>
                <a:ext uri="{FF2B5EF4-FFF2-40B4-BE49-F238E27FC236}">
                  <a16:creationId xmlns:a16="http://schemas.microsoft.com/office/drawing/2014/main" id="{F4D568B0-FEE8-4176-ABCC-8AEAB285C7D0}"/>
                </a:ext>
              </a:extLst>
            </p:cNvPr>
            <p:cNvSpPr/>
            <p:nvPr/>
          </p:nvSpPr>
          <p:spPr>
            <a:xfrm rot="20340000" flipH="1">
              <a:off x="3480120" y="4014720"/>
              <a:ext cx="2098440" cy="532080"/>
            </a:xfrm>
            <a:prstGeom prst="rightArrow">
              <a:avLst>
                <a:gd name="adj1" fmla="val 52432"/>
                <a:gd name="adj2" fmla="val 50000"/>
              </a:avLst>
            </a:prstGeom>
            <a:solidFill>
              <a:srgbClr val="006CA9"/>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1"/>
            </a:lnRef>
            <a:fillRef idx="3">
              <a:schemeClr val="accent1"/>
            </a:fillRef>
            <a:effectRef idx="3">
              <a:schemeClr val="accent1"/>
            </a:effectRef>
            <a:fontRef idx="minor"/>
          </p:style>
        </p:sp>
        <p:sp>
          <p:nvSpPr>
            <p:cNvPr id="61" name="CustomShape 17">
              <a:extLst>
                <a:ext uri="{FF2B5EF4-FFF2-40B4-BE49-F238E27FC236}">
                  <a16:creationId xmlns:a16="http://schemas.microsoft.com/office/drawing/2014/main" id="{2B727EB4-697F-440E-A97F-3CB535F1FF36}"/>
                </a:ext>
              </a:extLst>
            </p:cNvPr>
            <p:cNvSpPr/>
            <p:nvPr/>
          </p:nvSpPr>
          <p:spPr>
            <a:xfrm rot="1380000" flipH="1">
              <a:off x="3502080" y="2369880"/>
              <a:ext cx="2098800" cy="531720"/>
            </a:xfrm>
            <a:prstGeom prst="rightArrow">
              <a:avLst>
                <a:gd name="adj1" fmla="val 52432"/>
                <a:gd name="adj2" fmla="val 50000"/>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sp>
      </p:grpSp>
    </p:spTree>
    <p:extLst>
      <p:ext uri="{BB962C8B-B14F-4D97-AF65-F5344CB8AC3E}">
        <p14:creationId xmlns:p14="http://schemas.microsoft.com/office/powerpoint/2010/main" val="17010005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Basic Concept of Override</a:t>
            </a:r>
            <a:endParaRPr lang="en-US" sz="2000" dirty="0"/>
          </a:p>
        </p:txBody>
      </p:sp>
      <p:grpSp>
        <p:nvGrpSpPr>
          <p:cNvPr id="20" name="群組 19">
            <a:extLst>
              <a:ext uri="{FF2B5EF4-FFF2-40B4-BE49-F238E27FC236}">
                <a16:creationId xmlns:a16="http://schemas.microsoft.com/office/drawing/2014/main" id="{69402C0C-5014-4F4A-AAD4-BE1192ED7A6C}"/>
              </a:ext>
            </a:extLst>
          </p:cNvPr>
          <p:cNvGrpSpPr/>
          <p:nvPr/>
        </p:nvGrpSpPr>
        <p:grpSpPr>
          <a:xfrm>
            <a:off x="2477100" y="1229760"/>
            <a:ext cx="7237800" cy="4398480"/>
            <a:chOff x="914400" y="1219320"/>
            <a:chExt cx="7237800" cy="4398480"/>
          </a:xfrm>
        </p:grpSpPr>
        <p:sp>
          <p:nvSpPr>
            <p:cNvPr id="21" name="CustomShape 2">
              <a:extLst>
                <a:ext uri="{FF2B5EF4-FFF2-40B4-BE49-F238E27FC236}">
                  <a16:creationId xmlns:a16="http://schemas.microsoft.com/office/drawing/2014/main" id="{A1E1C32D-57AA-4F10-B21F-A058071D17AF}"/>
                </a:ext>
              </a:extLst>
            </p:cNvPr>
            <p:cNvSpPr/>
            <p:nvPr/>
          </p:nvSpPr>
          <p:spPr>
            <a:xfrm>
              <a:off x="914400" y="1238760"/>
              <a:ext cx="2360880" cy="2036520"/>
            </a:xfrm>
            <a:prstGeom prst="flowChartProcess">
              <a:avLst/>
            </a:prstGeom>
            <a:solidFill>
              <a:srgbClr val="959595"/>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4"/>
            </a:lnRef>
            <a:fillRef idx="3">
              <a:schemeClr val="accent4"/>
            </a:fillRef>
            <a:effectRef idx="3">
              <a:schemeClr val="accent4"/>
            </a:effectRef>
            <a:fontRef idx="minor"/>
          </p:style>
          <p:txBody>
            <a:bodyPr lIns="90000" tIns="45000" rIns="90000" bIns="45000" anchor="ctr">
              <a:noAutofit/>
            </a:bodyPr>
            <a:lstStyle/>
            <a:p>
              <a:pPr algn="ctr">
                <a:lnSpc>
                  <a:spcPct val="100000"/>
                </a:lnSpc>
              </a:pPr>
              <a:r>
                <a:rPr lang="en-US" sz="1800" b="0" strike="noStrike" spc="-1">
                  <a:solidFill>
                    <a:srgbClr val="000000"/>
                  </a:solidFill>
                  <a:latin typeface="Segoe UI"/>
                  <a:ea typeface="新細明體"/>
                </a:rPr>
                <a:t>Combo</a:t>
              </a:r>
              <a:endParaRPr lang="en-US" sz="1800" b="0" strike="noStrike" spc="-1">
                <a:latin typeface="Arial"/>
              </a:endParaRPr>
            </a:p>
          </p:txBody>
        </p:sp>
        <p:sp>
          <p:nvSpPr>
            <p:cNvPr id="22" name="CustomShape 3">
              <a:extLst>
                <a:ext uri="{FF2B5EF4-FFF2-40B4-BE49-F238E27FC236}">
                  <a16:creationId xmlns:a16="http://schemas.microsoft.com/office/drawing/2014/main" id="{AFD1FCDA-04E6-48D5-8A77-37A39C6018A1}"/>
                </a:ext>
              </a:extLst>
            </p:cNvPr>
            <p:cNvSpPr/>
            <p:nvPr/>
          </p:nvSpPr>
          <p:spPr>
            <a:xfrm>
              <a:off x="914400" y="1219320"/>
              <a:ext cx="2360880" cy="2036520"/>
            </a:xfrm>
            <a:prstGeom prst="flowChartProcess">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chor="ctr">
              <a:noAutofit/>
            </a:bodyPr>
            <a:lstStyle/>
            <a:p>
              <a:pPr algn="ctr">
                <a:lnSpc>
                  <a:spcPct val="100000"/>
                </a:lnSpc>
              </a:pPr>
              <a:r>
                <a:rPr lang="en-US" sz="1800" b="0" strike="noStrike" spc="-1">
                  <a:solidFill>
                    <a:srgbClr val="000000"/>
                  </a:solidFill>
                  <a:latin typeface="Segoe UI"/>
                  <a:ea typeface="新細明體"/>
                </a:rPr>
                <a:t>1</a:t>
              </a:r>
              <a:r>
                <a:rPr lang="en-US" sz="1800" b="0" strike="noStrike" spc="-1" baseline="30000">
                  <a:solidFill>
                    <a:srgbClr val="000000"/>
                  </a:solidFill>
                  <a:latin typeface="Segoe UI"/>
                  <a:ea typeface="新細明體"/>
                </a:rPr>
                <a:t>st</a:t>
              </a:r>
              <a:r>
                <a:rPr lang="en-US" sz="1800" b="0" strike="noStrike" spc="-1">
                  <a:solidFill>
                    <a:srgbClr val="000000"/>
                  </a:solidFill>
                  <a:latin typeface="Segoe UI"/>
                  <a:ea typeface="新細明體"/>
                </a:rPr>
                <a:t> Layer</a:t>
              </a:r>
              <a:endParaRPr lang="en-US" sz="1800" b="0" strike="noStrike" spc="-1">
                <a:latin typeface="Arial"/>
              </a:endParaRPr>
            </a:p>
          </p:txBody>
        </p:sp>
        <p:sp>
          <p:nvSpPr>
            <p:cNvPr id="23" name="CustomShape 4">
              <a:extLst>
                <a:ext uri="{FF2B5EF4-FFF2-40B4-BE49-F238E27FC236}">
                  <a16:creationId xmlns:a16="http://schemas.microsoft.com/office/drawing/2014/main" id="{27B1A2F6-0252-4764-B710-ED8D7089C5DA}"/>
                </a:ext>
              </a:extLst>
            </p:cNvPr>
            <p:cNvSpPr/>
            <p:nvPr/>
          </p:nvSpPr>
          <p:spPr>
            <a:xfrm>
              <a:off x="1029240" y="1411200"/>
              <a:ext cx="645840" cy="637920"/>
            </a:xfrm>
            <a:prstGeom prst="rect">
              <a:avLst/>
            </a:prstGeom>
            <a:solidFill>
              <a:srgbClr val="FF5604"/>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A</a:t>
              </a:r>
              <a:endParaRPr lang="en-US" sz="3600" b="0" strike="noStrike" spc="-1">
                <a:latin typeface="Arial"/>
              </a:endParaRPr>
            </a:p>
          </p:txBody>
        </p:sp>
        <p:sp>
          <p:nvSpPr>
            <p:cNvPr id="31" name="CustomShape 5">
              <a:extLst>
                <a:ext uri="{FF2B5EF4-FFF2-40B4-BE49-F238E27FC236}">
                  <a16:creationId xmlns:a16="http://schemas.microsoft.com/office/drawing/2014/main" id="{C1557FA0-CB53-4C89-BF47-5CCCCF12234A}"/>
                </a:ext>
              </a:extLst>
            </p:cNvPr>
            <p:cNvSpPr/>
            <p:nvPr/>
          </p:nvSpPr>
          <p:spPr>
            <a:xfrm>
              <a:off x="2477160" y="2401560"/>
              <a:ext cx="645840" cy="637920"/>
            </a:xfrm>
            <a:prstGeom prst="rect">
              <a:avLst/>
            </a:prstGeom>
            <a:solidFill>
              <a:srgbClr val="FF5604"/>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F</a:t>
              </a:r>
              <a:endParaRPr lang="en-US" sz="3600" b="0" strike="noStrike" spc="-1">
                <a:latin typeface="Arial"/>
              </a:endParaRPr>
            </a:p>
          </p:txBody>
        </p:sp>
        <p:sp>
          <p:nvSpPr>
            <p:cNvPr id="32" name="CustomShape 6">
              <a:extLst>
                <a:ext uri="{FF2B5EF4-FFF2-40B4-BE49-F238E27FC236}">
                  <a16:creationId xmlns:a16="http://schemas.microsoft.com/office/drawing/2014/main" id="{54F78CC4-711E-47AE-ADBF-B0DF9B3C6E8F}"/>
                </a:ext>
              </a:extLst>
            </p:cNvPr>
            <p:cNvSpPr/>
            <p:nvPr/>
          </p:nvSpPr>
          <p:spPr>
            <a:xfrm>
              <a:off x="1752480" y="2401560"/>
              <a:ext cx="645840" cy="637920"/>
            </a:xfrm>
            <a:prstGeom prst="rect">
              <a:avLst/>
            </a:prstGeom>
            <a:solidFill>
              <a:srgbClr val="FF5604"/>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E</a:t>
              </a:r>
              <a:endParaRPr lang="en-US" sz="3600" b="0" strike="noStrike" spc="-1">
                <a:latin typeface="Arial"/>
              </a:endParaRPr>
            </a:p>
          </p:txBody>
        </p:sp>
        <p:sp>
          <p:nvSpPr>
            <p:cNvPr id="33" name="CustomShape 7">
              <a:extLst>
                <a:ext uri="{FF2B5EF4-FFF2-40B4-BE49-F238E27FC236}">
                  <a16:creationId xmlns:a16="http://schemas.microsoft.com/office/drawing/2014/main" id="{9659E865-F082-47F6-A034-E8DFF1D82E1E}"/>
                </a:ext>
              </a:extLst>
            </p:cNvPr>
            <p:cNvSpPr/>
            <p:nvPr/>
          </p:nvSpPr>
          <p:spPr>
            <a:xfrm>
              <a:off x="1029240" y="240156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D</a:t>
              </a:r>
              <a:endParaRPr lang="en-US" sz="3600" b="0" strike="noStrike" spc="-1">
                <a:latin typeface="Arial"/>
              </a:endParaRPr>
            </a:p>
          </p:txBody>
        </p:sp>
        <p:sp>
          <p:nvSpPr>
            <p:cNvPr id="34" name="CustomShape 8">
              <a:extLst>
                <a:ext uri="{FF2B5EF4-FFF2-40B4-BE49-F238E27FC236}">
                  <a16:creationId xmlns:a16="http://schemas.microsoft.com/office/drawing/2014/main" id="{096842DC-0798-465A-9A07-4E42241C2C08}"/>
                </a:ext>
              </a:extLst>
            </p:cNvPr>
            <p:cNvSpPr/>
            <p:nvPr/>
          </p:nvSpPr>
          <p:spPr>
            <a:xfrm>
              <a:off x="2477160" y="1411200"/>
              <a:ext cx="645840" cy="637920"/>
            </a:xfrm>
            <a:prstGeom prst="rect">
              <a:avLst/>
            </a:prstGeom>
            <a:solidFill>
              <a:srgbClr val="FF5604"/>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C</a:t>
              </a:r>
              <a:endParaRPr lang="en-US" sz="3600" b="0" strike="noStrike" spc="-1">
                <a:latin typeface="Arial"/>
              </a:endParaRPr>
            </a:p>
          </p:txBody>
        </p:sp>
        <p:sp>
          <p:nvSpPr>
            <p:cNvPr id="35" name="CustomShape 9">
              <a:extLst>
                <a:ext uri="{FF2B5EF4-FFF2-40B4-BE49-F238E27FC236}">
                  <a16:creationId xmlns:a16="http://schemas.microsoft.com/office/drawing/2014/main" id="{04003BAE-BD7C-454F-90C4-F3699B46094E}"/>
                </a:ext>
              </a:extLst>
            </p:cNvPr>
            <p:cNvSpPr/>
            <p:nvPr/>
          </p:nvSpPr>
          <p:spPr>
            <a:xfrm>
              <a:off x="1752480" y="1411200"/>
              <a:ext cx="645840" cy="637920"/>
            </a:xfrm>
            <a:prstGeom prst="rect">
              <a:avLst/>
            </a:prstGeom>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B</a:t>
              </a:r>
              <a:endParaRPr lang="en-US" sz="3600" b="0" strike="noStrike" spc="-1">
                <a:latin typeface="Arial"/>
              </a:endParaRPr>
            </a:p>
          </p:txBody>
        </p:sp>
        <p:sp>
          <p:nvSpPr>
            <p:cNvPr id="36" name="CustomShape 10">
              <a:extLst>
                <a:ext uri="{FF2B5EF4-FFF2-40B4-BE49-F238E27FC236}">
                  <a16:creationId xmlns:a16="http://schemas.microsoft.com/office/drawing/2014/main" id="{80C32F89-E8D3-442D-B251-EF213CDC2476}"/>
                </a:ext>
              </a:extLst>
            </p:cNvPr>
            <p:cNvSpPr/>
            <p:nvPr/>
          </p:nvSpPr>
          <p:spPr>
            <a:xfrm>
              <a:off x="914400" y="3581280"/>
              <a:ext cx="2360880" cy="2036520"/>
            </a:xfrm>
            <a:prstGeom prst="flowChartProcess">
              <a:avLst/>
            </a:prstGeom>
            <a:solidFill>
              <a:srgbClr val="006CA9"/>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1"/>
            </a:lnRef>
            <a:fillRef idx="3">
              <a:schemeClr val="accent1"/>
            </a:fillRef>
            <a:effectRef idx="3">
              <a:schemeClr val="accent1"/>
            </a:effectRef>
            <a:fontRef idx="minor"/>
          </p:style>
          <p:txBody>
            <a:bodyPr lIns="90000" tIns="45000" rIns="90000" bIns="45000" anchor="ctr">
              <a:noAutofit/>
            </a:bodyPr>
            <a:lstStyle/>
            <a:p>
              <a:pPr algn="ctr">
                <a:lnSpc>
                  <a:spcPct val="100000"/>
                </a:lnSpc>
              </a:pPr>
              <a:r>
                <a:rPr lang="en-US" sz="1800" b="0" strike="noStrike" spc="-1">
                  <a:solidFill>
                    <a:srgbClr val="000000"/>
                  </a:solidFill>
                  <a:latin typeface="Segoe UI"/>
                  <a:ea typeface="新細明體"/>
                </a:rPr>
                <a:t>2</a:t>
              </a:r>
              <a:r>
                <a:rPr lang="en-US" sz="1800" b="0" strike="noStrike" spc="-1" baseline="30000">
                  <a:solidFill>
                    <a:srgbClr val="000000"/>
                  </a:solidFill>
                  <a:latin typeface="Segoe UI"/>
                  <a:ea typeface="新細明體"/>
                </a:rPr>
                <a:t>nd</a:t>
              </a:r>
              <a:r>
                <a:rPr lang="en-US" sz="1800" b="0" strike="noStrike" spc="-1">
                  <a:solidFill>
                    <a:srgbClr val="000000"/>
                  </a:solidFill>
                  <a:latin typeface="Segoe UI"/>
                  <a:ea typeface="新細明體"/>
                </a:rPr>
                <a:t> Layer</a:t>
              </a:r>
              <a:endParaRPr lang="en-US" sz="1800" b="0" strike="noStrike" spc="-1">
                <a:latin typeface="Arial"/>
              </a:endParaRPr>
            </a:p>
          </p:txBody>
        </p:sp>
        <p:sp>
          <p:nvSpPr>
            <p:cNvPr id="37" name="CustomShape 11">
              <a:extLst>
                <a:ext uri="{FF2B5EF4-FFF2-40B4-BE49-F238E27FC236}">
                  <a16:creationId xmlns:a16="http://schemas.microsoft.com/office/drawing/2014/main" id="{A72C6280-2212-4CAC-8CB9-9139D2418211}"/>
                </a:ext>
              </a:extLst>
            </p:cNvPr>
            <p:cNvSpPr/>
            <p:nvPr/>
          </p:nvSpPr>
          <p:spPr>
            <a:xfrm>
              <a:off x="1028880" y="3773520"/>
              <a:ext cx="646200" cy="637920"/>
            </a:xfrm>
            <a:prstGeom prst="rect">
              <a:avLst/>
            </a:prstGeom>
            <a:solidFill>
              <a:srgbClr val="006CA9"/>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1"/>
            </a:lnRef>
            <a:fillRef idx="3">
              <a:schemeClr val="accent1"/>
            </a:fillRef>
            <a:effectRef idx="3">
              <a:schemeClr val="accent1"/>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A</a:t>
              </a:r>
              <a:endParaRPr lang="en-US" sz="3600" b="0" strike="noStrike" spc="-1">
                <a:latin typeface="Arial"/>
              </a:endParaRPr>
            </a:p>
          </p:txBody>
        </p:sp>
        <p:sp>
          <p:nvSpPr>
            <p:cNvPr id="38" name="CustomShape 12">
              <a:extLst>
                <a:ext uri="{FF2B5EF4-FFF2-40B4-BE49-F238E27FC236}">
                  <a16:creationId xmlns:a16="http://schemas.microsoft.com/office/drawing/2014/main" id="{B089899C-C298-49FE-8CD8-494FA1220D46}"/>
                </a:ext>
              </a:extLst>
            </p:cNvPr>
            <p:cNvSpPr/>
            <p:nvPr/>
          </p:nvSpPr>
          <p:spPr>
            <a:xfrm>
              <a:off x="1752480" y="4776840"/>
              <a:ext cx="646200" cy="637920"/>
            </a:xfrm>
            <a:prstGeom prst="rect">
              <a:avLst/>
            </a:prstGeom>
            <a:solidFill>
              <a:srgbClr val="006CA9"/>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1"/>
            </a:lnRef>
            <a:fillRef idx="3">
              <a:schemeClr val="accent1"/>
            </a:fillRef>
            <a:effectRef idx="3">
              <a:schemeClr val="accent1"/>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E</a:t>
              </a:r>
              <a:endParaRPr lang="en-US" sz="3600" b="0" strike="noStrike" spc="-1">
                <a:latin typeface="Arial"/>
              </a:endParaRPr>
            </a:p>
          </p:txBody>
        </p:sp>
        <p:sp>
          <p:nvSpPr>
            <p:cNvPr id="39" name="CustomShape 13">
              <a:extLst>
                <a:ext uri="{FF2B5EF4-FFF2-40B4-BE49-F238E27FC236}">
                  <a16:creationId xmlns:a16="http://schemas.microsoft.com/office/drawing/2014/main" id="{65A525EE-C7B4-4087-925C-41E42FFD08EF}"/>
                </a:ext>
              </a:extLst>
            </p:cNvPr>
            <p:cNvSpPr/>
            <p:nvPr/>
          </p:nvSpPr>
          <p:spPr>
            <a:xfrm>
              <a:off x="5791320" y="2381760"/>
              <a:ext cx="2360880" cy="2036520"/>
            </a:xfrm>
            <a:prstGeom prst="flowChartProcess">
              <a:avLst/>
            </a:prstGeom>
            <a:solidFill>
              <a:srgbClr val="7BA82D"/>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3"/>
            </a:lnRef>
            <a:fillRef idx="3">
              <a:schemeClr val="accent3"/>
            </a:fillRef>
            <a:effectRef idx="3">
              <a:schemeClr val="accent3"/>
            </a:effectRef>
            <a:fontRef idx="minor"/>
          </p:style>
          <p:txBody>
            <a:bodyPr lIns="90000" tIns="45000" rIns="90000" bIns="45000" anchor="ctr">
              <a:noAutofit/>
            </a:bodyPr>
            <a:lstStyle/>
            <a:p>
              <a:pPr algn="ctr">
                <a:lnSpc>
                  <a:spcPct val="100000"/>
                </a:lnSpc>
              </a:pPr>
              <a:r>
                <a:rPr lang="en-US" sz="1800" b="0" strike="noStrike" spc="-1">
                  <a:solidFill>
                    <a:srgbClr val="000000"/>
                  </a:solidFill>
                  <a:latin typeface="Segoe UI"/>
                  <a:ea typeface="新細明體"/>
                </a:rPr>
                <a:t>3</a:t>
              </a:r>
              <a:r>
                <a:rPr lang="en-US" sz="1800" b="0" strike="noStrike" spc="-1" baseline="30000">
                  <a:solidFill>
                    <a:srgbClr val="000000"/>
                  </a:solidFill>
                  <a:latin typeface="Segoe UI"/>
                  <a:ea typeface="新細明體"/>
                </a:rPr>
                <a:t>rd</a:t>
              </a:r>
              <a:r>
                <a:rPr lang="en-US" sz="1800" b="0" strike="noStrike" spc="-1">
                  <a:solidFill>
                    <a:srgbClr val="000000"/>
                  </a:solidFill>
                  <a:latin typeface="Segoe UI"/>
                  <a:ea typeface="新細明體"/>
                </a:rPr>
                <a:t> Layer</a:t>
              </a:r>
              <a:endParaRPr lang="en-US" sz="1800" b="0" strike="noStrike" spc="-1">
                <a:latin typeface="Arial"/>
              </a:endParaRPr>
            </a:p>
          </p:txBody>
        </p:sp>
        <p:sp>
          <p:nvSpPr>
            <p:cNvPr id="40" name="CustomShape 14">
              <a:extLst>
                <a:ext uri="{FF2B5EF4-FFF2-40B4-BE49-F238E27FC236}">
                  <a16:creationId xmlns:a16="http://schemas.microsoft.com/office/drawing/2014/main" id="{B91D82C3-9D4F-4DB4-A83C-ECEAD82B7332}"/>
                </a:ext>
              </a:extLst>
            </p:cNvPr>
            <p:cNvSpPr/>
            <p:nvPr/>
          </p:nvSpPr>
          <p:spPr>
            <a:xfrm>
              <a:off x="5943600" y="2573280"/>
              <a:ext cx="645480" cy="637920"/>
            </a:xfrm>
            <a:prstGeom prst="rect">
              <a:avLst/>
            </a:prstGeom>
            <a:solidFill>
              <a:srgbClr val="7BA82D"/>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3"/>
            </a:lnRef>
            <a:fillRef idx="3">
              <a:schemeClr val="accent3"/>
            </a:fillRef>
            <a:effectRef idx="3">
              <a:schemeClr val="accent3"/>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A</a:t>
              </a:r>
              <a:endParaRPr lang="en-US" sz="3600" b="0" strike="noStrike" spc="-1">
                <a:latin typeface="Arial"/>
              </a:endParaRPr>
            </a:p>
          </p:txBody>
        </p:sp>
        <p:sp>
          <p:nvSpPr>
            <p:cNvPr id="41" name="CustomShape 15">
              <a:extLst>
                <a:ext uri="{FF2B5EF4-FFF2-40B4-BE49-F238E27FC236}">
                  <a16:creationId xmlns:a16="http://schemas.microsoft.com/office/drawing/2014/main" id="{E8D059F0-195E-445B-83DA-3001EE2887F6}"/>
                </a:ext>
              </a:extLst>
            </p:cNvPr>
            <p:cNvSpPr/>
            <p:nvPr/>
          </p:nvSpPr>
          <p:spPr>
            <a:xfrm>
              <a:off x="7360200" y="3600360"/>
              <a:ext cx="645480" cy="637920"/>
            </a:xfrm>
            <a:prstGeom prst="rect">
              <a:avLst/>
            </a:prstGeom>
            <a:solidFill>
              <a:srgbClr val="7BA82D"/>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3"/>
            </a:lnRef>
            <a:fillRef idx="3">
              <a:schemeClr val="accent3"/>
            </a:fillRef>
            <a:effectRef idx="3">
              <a:schemeClr val="accent3"/>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F</a:t>
              </a:r>
              <a:endParaRPr lang="en-US" sz="3600" b="0" strike="noStrike" spc="-1">
                <a:latin typeface="Arial"/>
              </a:endParaRPr>
            </a:p>
          </p:txBody>
        </p:sp>
        <p:sp>
          <p:nvSpPr>
            <p:cNvPr id="42" name="CustomShape 16">
              <a:extLst>
                <a:ext uri="{FF2B5EF4-FFF2-40B4-BE49-F238E27FC236}">
                  <a16:creationId xmlns:a16="http://schemas.microsoft.com/office/drawing/2014/main" id="{185C8EF5-95E9-492E-9F18-4F4FF1F2AEEC}"/>
                </a:ext>
              </a:extLst>
            </p:cNvPr>
            <p:cNvSpPr/>
            <p:nvPr/>
          </p:nvSpPr>
          <p:spPr>
            <a:xfrm>
              <a:off x="7360200" y="2573280"/>
              <a:ext cx="645480" cy="637920"/>
            </a:xfrm>
            <a:prstGeom prst="rect">
              <a:avLst/>
            </a:prstGeom>
            <a:solidFill>
              <a:srgbClr val="7BA82D"/>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3"/>
            </a:lnRef>
            <a:fillRef idx="3">
              <a:schemeClr val="accent3"/>
            </a:fillRef>
            <a:effectRef idx="3">
              <a:schemeClr val="accent3"/>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C</a:t>
              </a:r>
              <a:endParaRPr lang="en-US" sz="3600" b="0" strike="noStrike" spc="-1">
                <a:latin typeface="Arial"/>
              </a:endParaRPr>
            </a:p>
          </p:txBody>
        </p:sp>
        <p:sp>
          <p:nvSpPr>
            <p:cNvPr id="43" name="CustomShape 17">
              <a:extLst>
                <a:ext uri="{FF2B5EF4-FFF2-40B4-BE49-F238E27FC236}">
                  <a16:creationId xmlns:a16="http://schemas.microsoft.com/office/drawing/2014/main" id="{26FEF902-EC37-4A14-B72B-1271F39CE502}"/>
                </a:ext>
              </a:extLst>
            </p:cNvPr>
            <p:cNvSpPr/>
            <p:nvPr/>
          </p:nvSpPr>
          <p:spPr>
            <a:xfrm rot="20340000" flipH="1">
              <a:off x="3480120" y="4014720"/>
              <a:ext cx="2098440" cy="532080"/>
            </a:xfrm>
            <a:prstGeom prst="rightArrow">
              <a:avLst>
                <a:gd name="adj1" fmla="val 52432"/>
                <a:gd name="adj2" fmla="val 50000"/>
              </a:avLst>
            </a:prstGeom>
            <a:solidFill>
              <a:srgbClr val="006CA9"/>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1"/>
            </a:lnRef>
            <a:fillRef idx="3">
              <a:schemeClr val="accent1"/>
            </a:fillRef>
            <a:effectRef idx="3">
              <a:schemeClr val="accent1"/>
            </a:effectRef>
            <a:fontRef idx="minor"/>
          </p:style>
        </p:sp>
        <p:sp>
          <p:nvSpPr>
            <p:cNvPr id="44" name="CustomShape 18">
              <a:extLst>
                <a:ext uri="{FF2B5EF4-FFF2-40B4-BE49-F238E27FC236}">
                  <a16:creationId xmlns:a16="http://schemas.microsoft.com/office/drawing/2014/main" id="{2F28CC7F-601F-4FBF-B0A2-D3F1E24ABD3A}"/>
                </a:ext>
              </a:extLst>
            </p:cNvPr>
            <p:cNvSpPr/>
            <p:nvPr/>
          </p:nvSpPr>
          <p:spPr>
            <a:xfrm rot="1380000" flipH="1">
              <a:off x="3502080" y="2369880"/>
              <a:ext cx="2098800" cy="531720"/>
            </a:xfrm>
            <a:prstGeom prst="rightArrow">
              <a:avLst>
                <a:gd name="adj1" fmla="val 52432"/>
                <a:gd name="adj2" fmla="val 50000"/>
              </a:avLst>
            </a:prstGeom>
            <a:solidFill>
              <a:srgbClr val="FF5604"/>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2"/>
            </a:lnRef>
            <a:fillRef idx="3">
              <a:schemeClr val="accent2"/>
            </a:fillRef>
            <a:effectRef idx="3">
              <a:schemeClr val="accent2"/>
            </a:effectRef>
            <a:fontRef idx="minor"/>
          </p:style>
        </p:sp>
        <p:sp>
          <p:nvSpPr>
            <p:cNvPr id="45" name="CustomShape 19">
              <a:extLst>
                <a:ext uri="{FF2B5EF4-FFF2-40B4-BE49-F238E27FC236}">
                  <a16:creationId xmlns:a16="http://schemas.microsoft.com/office/drawing/2014/main" id="{02932C00-714E-4FEC-842E-3676519DE9DD}"/>
                </a:ext>
              </a:extLst>
            </p:cNvPr>
            <p:cNvSpPr/>
            <p:nvPr/>
          </p:nvSpPr>
          <p:spPr>
            <a:xfrm>
              <a:off x="1020960" y="1416960"/>
              <a:ext cx="645840" cy="637920"/>
            </a:xfrm>
            <a:prstGeom prst="rect">
              <a:avLst/>
            </a:prstGeom>
            <a:solidFill>
              <a:srgbClr val="006CA9"/>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1"/>
            </a:lnRef>
            <a:fillRef idx="3">
              <a:schemeClr val="accent1"/>
            </a:fillRef>
            <a:effectRef idx="3">
              <a:schemeClr val="accent1"/>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A</a:t>
              </a:r>
              <a:endParaRPr lang="en-US" sz="3600" b="0" strike="noStrike" spc="-1">
                <a:latin typeface="Arial"/>
              </a:endParaRPr>
            </a:p>
          </p:txBody>
        </p:sp>
        <p:sp>
          <p:nvSpPr>
            <p:cNvPr id="46" name="CustomShape 20">
              <a:extLst>
                <a:ext uri="{FF2B5EF4-FFF2-40B4-BE49-F238E27FC236}">
                  <a16:creationId xmlns:a16="http://schemas.microsoft.com/office/drawing/2014/main" id="{B30E9855-5DCA-4557-9DD9-0D204098CF0F}"/>
                </a:ext>
              </a:extLst>
            </p:cNvPr>
            <p:cNvSpPr/>
            <p:nvPr/>
          </p:nvSpPr>
          <p:spPr>
            <a:xfrm>
              <a:off x="1766880" y="2408040"/>
              <a:ext cx="645840" cy="637920"/>
            </a:xfrm>
            <a:prstGeom prst="rect">
              <a:avLst/>
            </a:prstGeom>
            <a:solidFill>
              <a:srgbClr val="006CA9"/>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1"/>
            </a:lnRef>
            <a:fillRef idx="3">
              <a:schemeClr val="accent1"/>
            </a:fillRef>
            <a:effectRef idx="3">
              <a:schemeClr val="accent1"/>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E</a:t>
              </a:r>
              <a:endParaRPr lang="en-US" sz="3600" b="0" strike="noStrike" spc="-1">
                <a:latin typeface="Arial"/>
              </a:endParaRPr>
            </a:p>
          </p:txBody>
        </p:sp>
        <p:sp>
          <p:nvSpPr>
            <p:cNvPr id="47" name="CustomShape 21">
              <a:extLst>
                <a:ext uri="{FF2B5EF4-FFF2-40B4-BE49-F238E27FC236}">
                  <a16:creationId xmlns:a16="http://schemas.microsoft.com/office/drawing/2014/main" id="{B901146E-BA41-47FC-8825-E55FB7071822}"/>
                </a:ext>
              </a:extLst>
            </p:cNvPr>
            <p:cNvSpPr/>
            <p:nvPr/>
          </p:nvSpPr>
          <p:spPr>
            <a:xfrm>
              <a:off x="1029600" y="1420200"/>
              <a:ext cx="645840" cy="637920"/>
            </a:xfrm>
            <a:prstGeom prst="rect">
              <a:avLst/>
            </a:prstGeom>
            <a:solidFill>
              <a:srgbClr val="7BA82D"/>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3"/>
            </a:lnRef>
            <a:fillRef idx="3">
              <a:schemeClr val="accent3"/>
            </a:fillRef>
            <a:effectRef idx="3">
              <a:schemeClr val="accent3"/>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A</a:t>
              </a:r>
              <a:endParaRPr lang="en-US" sz="3600" b="0" strike="noStrike" spc="-1">
                <a:latin typeface="Arial"/>
              </a:endParaRPr>
            </a:p>
          </p:txBody>
        </p:sp>
        <p:sp>
          <p:nvSpPr>
            <p:cNvPr id="48" name="CustomShape 22">
              <a:extLst>
                <a:ext uri="{FF2B5EF4-FFF2-40B4-BE49-F238E27FC236}">
                  <a16:creationId xmlns:a16="http://schemas.microsoft.com/office/drawing/2014/main" id="{8EC95440-735B-4457-800B-6BC0CF20A0FE}"/>
                </a:ext>
              </a:extLst>
            </p:cNvPr>
            <p:cNvSpPr/>
            <p:nvPr/>
          </p:nvSpPr>
          <p:spPr>
            <a:xfrm rot="1380000" flipH="1">
              <a:off x="3504600" y="2366029"/>
              <a:ext cx="2098800" cy="531720"/>
            </a:xfrm>
            <a:prstGeom prst="rightArrow">
              <a:avLst>
                <a:gd name="adj1" fmla="val 52432"/>
                <a:gd name="adj2" fmla="val 50000"/>
              </a:avLst>
            </a:prstGeom>
            <a:solidFill>
              <a:srgbClr val="959595"/>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4"/>
            </a:lnRef>
            <a:fillRef idx="3">
              <a:schemeClr val="accent4"/>
            </a:fillRef>
            <a:effectRef idx="3">
              <a:schemeClr val="accent4"/>
            </a:effectRef>
            <a:fontRef idx="minor"/>
          </p:style>
        </p:sp>
        <p:sp>
          <p:nvSpPr>
            <p:cNvPr id="49" name="CustomShape 23">
              <a:extLst>
                <a:ext uri="{FF2B5EF4-FFF2-40B4-BE49-F238E27FC236}">
                  <a16:creationId xmlns:a16="http://schemas.microsoft.com/office/drawing/2014/main" id="{7064F8BB-B325-4DC5-B94F-548E8C6CF67C}"/>
                </a:ext>
              </a:extLst>
            </p:cNvPr>
            <p:cNvSpPr/>
            <p:nvPr/>
          </p:nvSpPr>
          <p:spPr>
            <a:xfrm>
              <a:off x="2484720" y="2408040"/>
              <a:ext cx="645840" cy="637920"/>
            </a:xfrm>
            <a:prstGeom prst="rect">
              <a:avLst/>
            </a:prstGeom>
            <a:solidFill>
              <a:srgbClr val="7BA82D"/>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3"/>
            </a:lnRef>
            <a:fillRef idx="3">
              <a:schemeClr val="accent3"/>
            </a:fillRef>
            <a:effectRef idx="3">
              <a:schemeClr val="accent3"/>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F</a:t>
              </a:r>
              <a:endParaRPr lang="en-US" sz="3600" b="0" strike="noStrike" spc="-1">
                <a:latin typeface="Arial"/>
              </a:endParaRPr>
            </a:p>
          </p:txBody>
        </p:sp>
        <p:sp>
          <p:nvSpPr>
            <p:cNvPr id="50" name="CustomShape 24">
              <a:extLst>
                <a:ext uri="{FF2B5EF4-FFF2-40B4-BE49-F238E27FC236}">
                  <a16:creationId xmlns:a16="http://schemas.microsoft.com/office/drawing/2014/main" id="{C885CB6F-5EF3-4259-9E1E-14F858DDF121}"/>
                </a:ext>
              </a:extLst>
            </p:cNvPr>
            <p:cNvSpPr/>
            <p:nvPr/>
          </p:nvSpPr>
          <p:spPr>
            <a:xfrm>
              <a:off x="2484720" y="1420200"/>
              <a:ext cx="645840" cy="637920"/>
            </a:xfrm>
            <a:prstGeom prst="rect">
              <a:avLst/>
            </a:prstGeom>
            <a:solidFill>
              <a:srgbClr val="7BA82D"/>
            </a:solidFill>
            <a:ln>
              <a:noFill/>
            </a:ln>
            <a:effectLst>
              <a:outerShdw blurRad="44450" dist="14040" dir="5400000" algn="ctr" rotWithShape="0">
                <a:srgbClr val="000000">
                  <a:alpha val="45000"/>
                </a:srgbClr>
              </a:outerShdw>
            </a:effectLst>
            <a:scene3d>
              <a:camera prst="orthographicFront"/>
              <a:lightRig rig="threePt" dir="t"/>
            </a:scene3d>
            <a:sp3d>
              <a:bevelT/>
            </a:sp3d>
          </p:spPr>
          <p:style>
            <a:lnRef idx="0">
              <a:schemeClr val="accent3"/>
            </a:lnRef>
            <a:fillRef idx="3">
              <a:schemeClr val="accent3"/>
            </a:fillRef>
            <a:effectRef idx="3">
              <a:schemeClr val="accent3"/>
            </a:effectRef>
            <a:fontRef idx="minor"/>
          </p:style>
          <p:txBody>
            <a:bodyPr lIns="90000" tIns="45000" rIns="90000" bIns="45000">
              <a:noAutofit/>
            </a:bodyPr>
            <a:lstStyle/>
            <a:p>
              <a:pPr algn="ctr">
                <a:lnSpc>
                  <a:spcPct val="100000"/>
                </a:lnSpc>
              </a:pPr>
              <a:r>
                <a:rPr lang="en-US" sz="3600" b="1" strike="noStrike" spc="-1">
                  <a:solidFill>
                    <a:srgbClr val="000000"/>
                  </a:solidFill>
                  <a:latin typeface="Segoe UI"/>
                  <a:ea typeface="DejaVu Sans"/>
                </a:rPr>
                <a:t>C</a:t>
              </a:r>
              <a:endParaRPr lang="en-US" sz="3600" b="0" strike="noStrike" spc="-1">
                <a:latin typeface="Arial"/>
              </a:endParaRPr>
            </a:p>
          </p:txBody>
        </p:sp>
      </p:grpSp>
    </p:spTree>
    <p:extLst>
      <p:ext uri="{BB962C8B-B14F-4D97-AF65-F5344CB8AC3E}">
        <p14:creationId xmlns:p14="http://schemas.microsoft.com/office/powerpoint/2010/main" val="388713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TW" dirty="0"/>
              <a:t>Basic Concept of Override</a:t>
            </a:r>
            <a:endParaRPr lang="en-US" sz="2000" dirty="0"/>
          </a:p>
        </p:txBody>
      </p:sp>
      <p:sp>
        <p:nvSpPr>
          <p:cNvPr id="3" name="Content Placeholder 2"/>
          <p:cNvSpPr>
            <a:spLocks noGrp="1"/>
          </p:cNvSpPr>
          <p:nvPr>
            <p:ph idx="1"/>
          </p:nvPr>
        </p:nvSpPr>
        <p:spPr/>
        <p:txBody>
          <a:bodyPr>
            <a:normAutofit/>
          </a:bodyPr>
          <a:lstStyle/>
          <a:p>
            <a:pPr marL="228600" indent="-227160">
              <a:lnSpc>
                <a:spcPct val="100000"/>
              </a:lnSpc>
              <a:buClr>
                <a:srgbClr val="3F3F3F"/>
              </a:buClr>
              <a:buFont typeface="Arial"/>
              <a:buChar char="•"/>
            </a:pPr>
            <a:r>
              <a:rPr lang="en-US" altLang="zh-TW" sz="2800" b="0" strike="noStrike" spc="-1" dirty="0">
                <a:solidFill>
                  <a:srgbClr val="3F3F3F"/>
                </a:solidFill>
                <a:ea typeface="新細明體"/>
              </a:rPr>
              <a:t>Avoid editing in place and make updating easier</a:t>
            </a:r>
            <a:endParaRPr lang="en-US" altLang="zh-TW" sz="2800" b="0" strike="noStrike" spc="-1" dirty="0"/>
          </a:p>
          <a:p>
            <a:pPr>
              <a:lnSpc>
                <a:spcPct val="100000"/>
              </a:lnSpc>
            </a:pPr>
            <a:endParaRPr lang="en-US" altLang="zh-TW" sz="2800" b="0" strike="noStrike" spc="-1" dirty="0"/>
          </a:p>
          <a:p>
            <a:pPr marL="228600" indent="-227160">
              <a:lnSpc>
                <a:spcPct val="100000"/>
              </a:lnSpc>
              <a:buClr>
                <a:srgbClr val="3F3F3F"/>
              </a:buClr>
              <a:buFont typeface="Arial"/>
              <a:buChar char="•"/>
            </a:pPr>
            <a:r>
              <a:rPr lang="en-US" altLang="zh-TW" sz="2800" b="0" strike="noStrike" spc="-1" dirty="0">
                <a:solidFill>
                  <a:srgbClr val="3F3F3F"/>
                </a:solidFill>
                <a:ea typeface="新細明體"/>
              </a:rPr>
              <a:t>Minimize the number of files modified</a:t>
            </a:r>
            <a:endParaRPr lang="en-US" altLang="zh-TW" sz="2800" b="0" strike="noStrike" spc="-1" dirty="0"/>
          </a:p>
          <a:p>
            <a:pPr marL="685800" lvl="1" indent="-227160">
              <a:lnSpc>
                <a:spcPct val="100000"/>
              </a:lnSpc>
              <a:buClr>
                <a:srgbClr val="3F3F3F"/>
              </a:buClr>
              <a:buFont typeface="Arial"/>
              <a:buChar char="•"/>
            </a:pPr>
            <a:r>
              <a:rPr lang="en-US" altLang="zh-TW" sz="2000" b="0" strike="noStrike" spc="-1" dirty="0">
                <a:solidFill>
                  <a:srgbClr val="3F3F3F"/>
                </a:solidFill>
                <a:ea typeface="新細明體"/>
              </a:rPr>
              <a:t>The minimum size of an override is a </a:t>
            </a:r>
            <a:r>
              <a:rPr lang="en-US" altLang="zh-TW" sz="2000" b="1" strike="noStrike" spc="-1" dirty="0">
                <a:solidFill>
                  <a:srgbClr val="0070C0"/>
                </a:solidFill>
                <a:ea typeface="新細明體"/>
              </a:rPr>
              <a:t>single file</a:t>
            </a:r>
            <a:endParaRPr lang="en-US" altLang="zh-TW" sz="2000" b="0" strike="noStrike" spc="-1" dirty="0"/>
          </a:p>
          <a:p>
            <a:pPr marL="685800" lvl="1" indent="-227160">
              <a:lnSpc>
                <a:spcPct val="100000"/>
              </a:lnSpc>
              <a:buClr>
                <a:srgbClr val="3F3F3F"/>
              </a:buClr>
              <a:buFont typeface="Arial"/>
              <a:buChar char="•"/>
            </a:pPr>
            <a:r>
              <a:rPr lang="en-US" altLang="zh-TW" sz="2000" b="0" strike="noStrike" spc="-1" dirty="0">
                <a:solidFill>
                  <a:srgbClr val="3F3F3F"/>
                </a:solidFill>
                <a:ea typeface="新細明體"/>
              </a:rPr>
              <a:t>Only files that are modified should appear in the overriding folder</a:t>
            </a:r>
            <a:endParaRPr lang="en-US" altLang="zh-TW" sz="2000" b="0" strike="noStrike" spc="-1" dirty="0"/>
          </a:p>
          <a:p>
            <a:pPr>
              <a:lnSpc>
                <a:spcPct val="100000"/>
              </a:lnSpc>
            </a:pPr>
            <a:endParaRPr lang="en-US" altLang="zh-TW" sz="2000" b="0" strike="noStrike" spc="-1" dirty="0"/>
          </a:p>
          <a:p>
            <a:pPr marL="228600" indent="-227160">
              <a:lnSpc>
                <a:spcPct val="100000"/>
              </a:lnSpc>
              <a:buClr>
                <a:srgbClr val="3F3F3F"/>
              </a:buClr>
              <a:buFont typeface="Arial"/>
              <a:buChar char="•"/>
            </a:pPr>
            <a:r>
              <a:rPr lang="en-US" altLang="zh-TW" sz="2800" b="0" strike="noStrike" spc="-1" dirty="0">
                <a:solidFill>
                  <a:srgbClr val="3F3F3F"/>
                </a:solidFill>
                <a:ea typeface="新細明體"/>
              </a:rPr>
              <a:t>Duplicate directory structure</a:t>
            </a:r>
            <a:endParaRPr lang="en-US" altLang="zh-TW" sz="2800" b="0" strike="noStrike" spc="-1" dirty="0"/>
          </a:p>
          <a:p>
            <a:pPr marL="685800" lvl="1" indent="-227160">
              <a:lnSpc>
                <a:spcPct val="100000"/>
              </a:lnSpc>
              <a:buClr>
                <a:srgbClr val="3F3F3F"/>
              </a:buClr>
              <a:buFont typeface="Arial"/>
              <a:buChar char="•"/>
            </a:pPr>
            <a:r>
              <a:rPr lang="en-US" altLang="zh-TW" sz="2000" b="0" strike="noStrike" spc="-1" dirty="0">
                <a:solidFill>
                  <a:srgbClr val="3F3F3F"/>
                </a:solidFill>
                <a:ea typeface="新細明體"/>
              </a:rPr>
              <a:t>The overriding sub-tree must have exactly the same structure as the overridden sub-tree</a:t>
            </a:r>
            <a:endParaRPr lang="en-US" altLang="zh-TW" sz="2000" b="0" strike="noStrike" spc="-1" dirty="0"/>
          </a:p>
        </p:txBody>
      </p:sp>
    </p:spTree>
    <p:extLst>
      <p:ext uri="{BB962C8B-B14F-4D97-AF65-F5344CB8AC3E}">
        <p14:creationId xmlns:p14="http://schemas.microsoft.com/office/powerpoint/2010/main" val="13854348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16</a:t>
            </a:fld>
            <a:endParaRPr lang="en-US" dirty="0"/>
          </a:p>
        </p:txBody>
      </p:sp>
      <p:sp>
        <p:nvSpPr>
          <p:cNvPr id="2" name="Title 1"/>
          <p:cNvSpPr>
            <a:spLocks noGrp="1"/>
          </p:cNvSpPr>
          <p:nvPr>
            <p:ph type="title"/>
          </p:nvPr>
        </p:nvSpPr>
        <p:spPr/>
        <p:txBody>
          <a:bodyPr/>
          <a:lstStyle/>
          <a:p>
            <a:r>
              <a:rPr lang="en-US" dirty="0"/>
              <a:t>How to Use Override</a:t>
            </a:r>
          </a:p>
        </p:txBody>
      </p:sp>
    </p:spTree>
    <p:extLst>
      <p:ext uri="{BB962C8B-B14F-4D97-AF65-F5344CB8AC3E}">
        <p14:creationId xmlns:p14="http://schemas.microsoft.com/office/powerpoint/2010/main" val="42670461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How to Use Override</a:t>
            </a:r>
            <a:endParaRPr lang="en-US" sz="2000" dirty="0"/>
          </a:p>
        </p:txBody>
      </p:sp>
      <p:sp>
        <p:nvSpPr>
          <p:cNvPr id="3" name="Content Placeholder 2"/>
          <p:cNvSpPr>
            <a:spLocks noGrp="1"/>
          </p:cNvSpPr>
          <p:nvPr>
            <p:ph idx="1"/>
          </p:nvPr>
        </p:nvSpPr>
        <p:spPr/>
        <p:txBody>
          <a:bodyPr/>
          <a:lstStyle/>
          <a:p>
            <a:pPr marL="228600" indent="-227160">
              <a:lnSpc>
                <a:spcPct val="100000"/>
              </a:lnSpc>
              <a:buClr>
                <a:srgbClr val="3F3F3F"/>
              </a:buClr>
              <a:buFont typeface="Arial"/>
              <a:buChar char="•"/>
            </a:pPr>
            <a:r>
              <a:rPr lang="en-US" altLang="zh-TW" sz="2800" b="0" strike="noStrike" spc="-1" dirty="0">
                <a:solidFill>
                  <a:srgbClr val="3F3F3F"/>
                </a:solidFill>
                <a:ea typeface="DejaVu Sans"/>
              </a:rPr>
              <a:t>Where:</a:t>
            </a:r>
            <a:endParaRPr lang="en-US" altLang="zh-TW" sz="2800" b="0" strike="noStrike" spc="-1" dirty="0"/>
          </a:p>
          <a:p>
            <a:pPr marL="685800" lvl="1" indent="-227160">
              <a:lnSpc>
                <a:spcPct val="100000"/>
              </a:lnSpc>
              <a:buClr>
                <a:srgbClr val="3F3F3F"/>
              </a:buClr>
              <a:buFont typeface="Arial"/>
              <a:buChar char="•"/>
            </a:pPr>
            <a:r>
              <a:rPr lang="en-US" altLang="zh-TW" sz="2000" b="0" strike="noStrike" spc="-1" dirty="0" err="1">
                <a:solidFill>
                  <a:srgbClr val="3F3F3F"/>
                </a:solidFill>
                <a:ea typeface="DejaVu Sans"/>
              </a:rPr>
              <a:t>Project.dsc</a:t>
            </a:r>
            <a:endParaRPr lang="en-US" altLang="zh-TW" sz="2000" spc="-1" dirty="0">
              <a:solidFill>
                <a:srgbClr val="3F3F3F"/>
              </a:solidFill>
              <a:ea typeface="DejaVu Sans"/>
            </a:endParaRPr>
          </a:p>
          <a:p>
            <a:pPr marL="685800" lvl="1" indent="-227160">
              <a:lnSpc>
                <a:spcPct val="100000"/>
              </a:lnSpc>
              <a:buClr>
                <a:srgbClr val="3F3F3F"/>
              </a:buClr>
              <a:buFont typeface="Arial"/>
              <a:buChar char="•"/>
            </a:pPr>
            <a:endParaRPr lang="en-US" altLang="zh-TW" sz="1600" b="0" strike="noStrike" spc="-1" dirty="0"/>
          </a:p>
          <a:p>
            <a:pPr marL="228600" indent="-227160">
              <a:lnSpc>
                <a:spcPct val="100000"/>
              </a:lnSpc>
              <a:buClr>
                <a:srgbClr val="3F3F3F"/>
              </a:buClr>
              <a:buFont typeface="Arial"/>
              <a:buChar char="•"/>
            </a:pPr>
            <a:r>
              <a:rPr lang="en-US" altLang="zh-TW" sz="2800" b="0" strike="noStrike" spc="-1" dirty="0">
                <a:solidFill>
                  <a:srgbClr val="3F3F3F"/>
                </a:solidFill>
                <a:ea typeface="DejaVu Sans"/>
              </a:rPr>
              <a:t>How:</a:t>
            </a:r>
            <a:endParaRPr lang="en-US" altLang="zh-TW" sz="2800" b="0" strike="noStrike" spc="-1" dirty="0"/>
          </a:p>
          <a:p>
            <a:pPr marL="685800" lvl="1" indent="-227160">
              <a:lnSpc>
                <a:spcPct val="100000"/>
              </a:lnSpc>
              <a:buClr>
                <a:srgbClr val="3F3F3F"/>
              </a:buClr>
              <a:buFont typeface="Arial"/>
              <a:buChar char="•"/>
            </a:pPr>
            <a:r>
              <a:rPr lang="en-US" altLang="zh-TW" sz="2000" b="0" strike="noStrike" spc="-1" dirty="0">
                <a:solidFill>
                  <a:srgbClr val="3F3F3F"/>
                </a:solidFill>
                <a:ea typeface="DejaVu Sans"/>
              </a:rPr>
              <a:t>!disable</a:t>
            </a:r>
            <a:endParaRPr lang="en-US" altLang="zh-TW" sz="2000" b="0" strike="noStrike" spc="-1" dirty="0"/>
          </a:p>
          <a:p>
            <a:pPr marL="685800" lvl="1" indent="-227160">
              <a:lnSpc>
                <a:spcPct val="100000"/>
              </a:lnSpc>
              <a:buClr>
                <a:srgbClr val="3F3F3F"/>
              </a:buClr>
              <a:buFont typeface="Arial"/>
              <a:buChar char="•"/>
            </a:pPr>
            <a:r>
              <a:rPr lang="en-US" altLang="zh-TW" sz="2000" b="0" strike="noStrike" spc="-1" dirty="0">
                <a:solidFill>
                  <a:srgbClr val="3F3F3F"/>
                </a:solidFill>
                <a:ea typeface="DejaVu Sans"/>
              </a:rPr>
              <a:t>&lt;SOURCE_OVERRIDE_PATH&gt;</a:t>
            </a:r>
            <a:endParaRPr lang="en-US" altLang="zh-TW" sz="2000" b="0" strike="noStrike" spc="-1" dirty="0"/>
          </a:p>
          <a:p>
            <a:pPr marL="0" indent="0">
              <a:lnSpc>
                <a:spcPct val="100000"/>
              </a:lnSpc>
              <a:spcBef>
                <a:spcPts val="600"/>
              </a:spcBef>
              <a:buNone/>
            </a:pPr>
            <a:r>
              <a:rPr lang="en-US" altLang="zh-TW" sz="1600" b="1" strike="noStrike" spc="-1" dirty="0">
                <a:solidFill>
                  <a:srgbClr val="FF0000"/>
                </a:solidFill>
                <a:ea typeface="DejaVu Sans"/>
              </a:rPr>
              <a:t>!disable</a:t>
            </a:r>
            <a:r>
              <a:rPr lang="en-US" altLang="zh-TW" sz="1600" b="1" strike="noStrike" spc="-1" dirty="0">
                <a:solidFill>
                  <a:srgbClr val="3F3F3F"/>
                </a:solidFill>
                <a:ea typeface="DejaVu Sans"/>
              </a:rPr>
              <a:t>  </a:t>
            </a:r>
            <a:r>
              <a:rPr lang="en-US" altLang="zh-TW" sz="1600" b="1" strike="noStrike" spc="-1" dirty="0" err="1">
                <a:solidFill>
                  <a:srgbClr val="3F3F3F"/>
                </a:solidFill>
                <a:ea typeface="DejaVu Sans"/>
              </a:rPr>
              <a:t>InsydeModulePkg</a:t>
            </a:r>
            <a:r>
              <a:rPr lang="en-US" altLang="zh-TW" sz="1600" b="1" strike="noStrike" spc="-1" dirty="0">
                <a:solidFill>
                  <a:srgbClr val="3F3F3F"/>
                </a:solidFill>
                <a:ea typeface="DejaVu Sans"/>
              </a:rPr>
              <a:t>/Bus/Isa/Ps2KeyboardDxe/Ps2keyboardDxe.inf </a:t>
            </a:r>
            <a:endParaRPr lang="en-US" altLang="zh-TW" sz="1600" b="0" strike="noStrike" spc="-1" dirty="0"/>
          </a:p>
          <a:p>
            <a:pPr marL="0" indent="0">
              <a:lnSpc>
                <a:spcPct val="100000"/>
              </a:lnSpc>
              <a:spcBef>
                <a:spcPts val="600"/>
              </a:spcBef>
              <a:buNone/>
            </a:pPr>
            <a:r>
              <a:rPr lang="en-US" altLang="zh-TW" sz="1600" b="1" strike="noStrike" spc="-1" dirty="0" err="1">
                <a:solidFill>
                  <a:srgbClr val="3F3F3F"/>
                </a:solidFill>
                <a:ea typeface="DejaVu Sans"/>
              </a:rPr>
              <a:t>InsydeModulePkg</a:t>
            </a:r>
            <a:r>
              <a:rPr lang="en-US" altLang="zh-TW" sz="1600" b="1" strike="noStrike" spc="-1" dirty="0">
                <a:solidFill>
                  <a:srgbClr val="3F3F3F"/>
                </a:solidFill>
                <a:ea typeface="DejaVu Sans"/>
              </a:rPr>
              <a:t>/Bus/Isa/Ps2KeyboardDxe/Ps2keyboardDxe.inf {</a:t>
            </a:r>
            <a:endParaRPr lang="en-US" altLang="zh-TW" sz="1600" b="0" strike="noStrike" spc="-1" dirty="0"/>
          </a:p>
          <a:p>
            <a:pPr marL="0" indent="0">
              <a:lnSpc>
                <a:spcPct val="100000"/>
              </a:lnSpc>
              <a:spcBef>
                <a:spcPts val="600"/>
              </a:spcBef>
              <a:buNone/>
            </a:pPr>
            <a:r>
              <a:rPr lang="en-US" altLang="zh-TW" sz="1600" b="1" strike="noStrike" spc="-1" dirty="0">
                <a:solidFill>
                  <a:srgbClr val="3F3F3F"/>
                </a:solidFill>
                <a:ea typeface="DejaVu Sans"/>
              </a:rPr>
              <a:t>    </a:t>
            </a:r>
            <a:r>
              <a:rPr lang="en-US" altLang="zh-TW" sz="1600" b="1" strike="noStrike" spc="-1" dirty="0">
                <a:solidFill>
                  <a:srgbClr val="FF0000"/>
                </a:solidFill>
                <a:ea typeface="DejaVu Sans"/>
              </a:rPr>
              <a:t>&lt;SOURCE_OVERRIDE_PATH&gt;</a:t>
            </a:r>
            <a:r>
              <a:rPr lang="en-US" altLang="zh-TW" sz="1600" b="1" strike="noStrike" spc="-1" dirty="0">
                <a:solidFill>
                  <a:srgbClr val="3F3F3F"/>
                </a:solidFill>
                <a:ea typeface="DejaVu Sans"/>
              </a:rPr>
              <a:t>        </a:t>
            </a:r>
          </a:p>
          <a:p>
            <a:pPr marL="0" indent="0">
              <a:lnSpc>
                <a:spcPct val="100000"/>
              </a:lnSpc>
              <a:spcBef>
                <a:spcPts val="600"/>
              </a:spcBef>
              <a:buNone/>
            </a:pPr>
            <a:r>
              <a:rPr lang="en-US" altLang="zh-TW" sz="1600" b="1" strike="noStrike" spc="-1" dirty="0">
                <a:solidFill>
                  <a:srgbClr val="3F3F3F"/>
                </a:solidFill>
                <a:ea typeface="DejaVu Sans"/>
              </a:rPr>
              <a:t>            $(PROJECT_PKG)/Override/</a:t>
            </a:r>
            <a:r>
              <a:rPr lang="en-US" altLang="zh-TW" sz="1600" b="1" strike="noStrike" spc="-1" dirty="0" err="1">
                <a:solidFill>
                  <a:srgbClr val="3F3F3F"/>
                </a:solidFill>
                <a:ea typeface="DejaVu Sans"/>
              </a:rPr>
              <a:t>Insyde</a:t>
            </a:r>
            <a:r>
              <a:rPr lang="en-US" altLang="zh-TW" sz="1600" b="1" strike="noStrike" spc="-1" dirty="0">
                <a:solidFill>
                  <a:srgbClr val="3F3F3F"/>
                </a:solidFill>
                <a:ea typeface="DejaVu Sans"/>
              </a:rPr>
              <a:t>/</a:t>
            </a:r>
            <a:r>
              <a:rPr lang="en-US" altLang="zh-TW" sz="1600" b="1" strike="noStrike" spc="-1" dirty="0" err="1">
                <a:solidFill>
                  <a:srgbClr val="3F3F3F"/>
                </a:solidFill>
                <a:ea typeface="DejaVu Sans"/>
              </a:rPr>
              <a:t>InsydeModulePkg</a:t>
            </a:r>
            <a:r>
              <a:rPr lang="en-US" altLang="zh-TW" sz="1600" b="1" strike="noStrike" spc="-1" dirty="0">
                <a:solidFill>
                  <a:srgbClr val="3F3F3F"/>
                </a:solidFill>
                <a:ea typeface="DejaVu Sans"/>
              </a:rPr>
              <a:t>/Bus/Isa/Ps2KeyboardDxe</a:t>
            </a:r>
            <a:endParaRPr lang="en-US" altLang="zh-TW" sz="1600" b="0" strike="noStrike" spc="-1" dirty="0"/>
          </a:p>
          <a:p>
            <a:pPr marL="0" indent="0">
              <a:lnSpc>
                <a:spcPct val="100000"/>
              </a:lnSpc>
              <a:spcBef>
                <a:spcPts val="600"/>
              </a:spcBef>
              <a:buNone/>
            </a:pPr>
            <a:r>
              <a:rPr lang="en-US" altLang="zh-TW" sz="1600" b="1" strike="noStrike" spc="-1" dirty="0">
                <a:solidFill>
                  <a:srgbClr val="3F3F3F"/>
                </a:solidFill>
                <a:ea typeface="DejaVu Sans"/>
              </a:rPr>
              <a:t>} </a:t>
            </a:r>
            <a:endParaRPr lang="en-US" altLang="zh-TW" sz="1600" b="0" strike="noStrike" spc="-1" dirty="0"/>
          </a:p>
        </p:txBody>
      </p:sp>
      <p:sp>
        <p:nvSpPr>
          <p:cNvPr id="5" name="CustomShape 3">
            <a:extLst>
              <a:ext uri="{FF2B5EF4-FFF2-40B4-BE49-F238E27FC236}">
                <a16:creationId xmlns:a16="http://schemas.microsoft.com/office/drawing/2014/main" id="{6EC5A68C-C0E1-416E-84A3-95CA294FDFF2}"/>
              </a:ext>
            </a:extLst>
          </p:cNvPr>
          <p:cNvSpPr/>
          <p:nvPr/>
        </p:nvSpPr>
        <p:spPr>
          <a:xfrm>
            <a:off x="1004193" y="5662569"/>
            <a:ext cx="8304480" cy="514394"/>
          </a:xfrm>
          <a:prstGeom prst="rect">
            <a:avLst/>
          </a:prstGeom>
          <a:solidFill>
            <a:srgbClr val="FFBE3B"/>
          </a:solidFill>
          <a:ln w="9360">
            <a:solidFill>
              <a:srgbClr val="FF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2400" b="0" strike="noStrike" spc="-1" dirty="0">
                <a:solidFill>
                  <a:srgbClr val="FF0000"/>
                </a:solidFill>
                <a:latin typeface="Segoe UI"/>
                <a:ea typeface="DejaVu Sans"/>
              </a:rPr>
              <a:t>Use of SOURCE_OVERRIDE_PATH is not recommended !!</a:t>
            </a:r>
            <a:endParaRPr lang="en-US" sz="2400" b="0" strike="noStrike" spc="-1" dirty="0">
              <a:latin typeface="Arial"/>
            </a:endParaRPr>
          </a:p>
        </p:txBody>
      </p:sp>
    </p:spTree>
    <p:extLst>
      <p:ext uri="{BB962C8B-B14F-4D97-AF65-F5344CB8AC3E}">
        <p14:creationId xmlns:p14="http://schemas.microsoft.com/office/powerpoint/2010/main" val="1044831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How to Use Override</a:t>
            </a:r>
            <a:endParaRPr lang="en-US" sz="2000" dirty="0"/>
          </a:p>
        </p:txBody>
      </p:sp>
      <p:sp>
        <p:nvSpPr>
          <p:cNvPr id="3" name="Content Placeholder 2"/>
          <p:cNvSpPr>
            <a:spLocks noGrp="1"/>
          </p:cNvSpPr>
          <p:nvPr>
            <p:ph idx="1"/>
          </p:nvPr>
        </p:nvSpPr>
        <p:spPr/>
        <p:txBody>
          <a:bodyPr>
            <a:normAutofit/>
          </a:bodyPr>
          <a:lstStyle/>
          <a:p>
            <a:pPr marL="228600" indent="-227160">
              <a:lnSpc>
                <a:spcPct val="100000"/>
              </a:lnSpc>
              <a:buClr>
                <a:srgbClr val="3F3F3F"/>
              </a:buClr>
              <a:buFont typeface="Arial"/>
              <a:buChar char="•"/>
            </a:pPr>
            <a:r>
              <a:rPr lang="en-US" altLang="zh-TW" b="1" strike="noStrike" spc="-1" dirty="0">
                <a:solidFill>
                  <a:srgbClr val="3F3F3F"/>
                </a:solidFill>
                <a:ea typeface="DejaVu Sans"/>
              </a:rPr>
              <a:t>Support more than one override path:</a:t>
            </a:r>
          </a:p>
          <a:p>
            <a:pPr marL="1440" indent="0">
              <a:lnSpc>
                <a:spcPct val="100000"/>
              </a:lnSpc>
              <a:buClr>
                <a:srgbClr val="3F3F3F"/>
              </a:buClr>
              <a:buNone/>
            </a:pPr>
            <a:r>
              <a:rPr lang="en-US" altLang="zh-TW" sz="1400" b="1" strike="noStrike" spc="-1" dirty="0" err="1">
                <a:solidFill>
                  <a:srgbClr val="3F3F3F"/>
                </a:solidFill>
                <a:ea typeface="DejaVu Sans"/>
              </a:rPr>
              <a:t>InsydeFrameworkModulePkg</a:t>
            </a:r>
            <a:r>
              <a:rPr lang="en-US" altLang="zh-TW" sz="1400" b="1" strike="noStrike" spc="-1" dirty="0">
                <a:solidFill>
                  <a:srgbClr val="3F3F3F"/>
                </a:solidFill>
                <a:ea typeface="DejaVu Sans"/>
              </a:rPr>
              <a:t>/Compatibility/Library/</a:t>
            </a:r>
            <a:r>
              <a:rPr lang="en-US" altLang="zh-TW" sz="1400" b="1" strike="noStrike" spc="-1" dirty="0" err="1">
                <a:solidFill>
                  <a:srgbClr val="3F3F3F"/>
                </a:solidFill>
                <a:ea typeface="DejaVu Sans"/>
              </a:rPr>
              <a:t>SetupDefaultLib</a:t>
            </a:r>
            <a:r>
              <a:rPr lang="en-US" altLang="zh-TW" sz="1400" b="1" strike="noStrike" spc="-1" dirty="0">
                <a:solidFill>
                  <a:srgbClr val="3F3F3F"/>
                </a:solidFill>
                <a:ea typeface="DejaVu Sans"/>
              </a:rPr>
              <a:t>/SetupDefaultLib.inf {</a:t>
            </a:r>
          </a:p>
          <a:p>
            <a:pPr marL="1440" indent="0">
              <a:lnSpc>
                <a:spcPct val="100000"/>
              </a:lnSpc>
              <a:buClr>
                <a:srgbClr val="3F3F3F"/>
              </a:buClr>
              <a:buNone/>
            </a:pPr>
            <a:r>
              <a:rPr lang="en-US" altLang="zh-TW" sz="1400" b="1" strike="noStrike" spc="-1" dirty="0">
                <a:solidFill>
                  <a:srgbClr val="3F3F3F"/>
                </a:solidFill>
                <a:ea typeface="DejaVu Sans"/>
              </a:rPr>
              <a:t>  </a:t>
            </a:r>
            <a:r>
              <a:rPr lang="en-US" altLang="zh-TW" sz="1400" b="1" strike="noStrike" spc="-1" dirty="0">
                <a:solidFill>
                  <a:srgbClr val="FF0000"/>
                </a:solidFill>
                <a:ea typeface="DejaVu Sans"/>
              </a:rPr>
              <a:t>&lt;SOURCE_OVERRIDE_PATH&gt;</a:t>
            </a:r>
          </a:p>
          <a:p>
            <a:pPr marL="1440" indent="0">
              <a:lnSpc>
                <a:spcPct val="100000"/>
              </a:lnSpc>
              <a:buClr>
                <a:srgbClr val="3F3F3F"/>
              </a:buClr>
              <a:buNone/>
            </a:pPr>
            <a:r>
              <a:rPr lang="en-US" altLang="zh-TW" sz="1400" b="1" strike="noStrike" spc="-1" dirty="0">
                <a:solidFill>
                  <a:srgbClr val="3F3F3F"/>
                </a:solidFill>
                <a:ea typeface="DejaVu Sans"/>
              </a:rPr>
              <a:t>     $(PLATFORM_CRB)/$(DEMOBOARD_FAMILY)/$(DEMOBOARD_NAME)/</a:t>
            </a:r>
            <a:r>
              <a:rPr lang="en-US" altLang="zh-TW" sz="1400" b="1" strike="noStrike" spc="-1" dirty="0" err="1">
                <a:solidFill>
                  <a:srgbClr val="3F3F3F"/>
                </a:solidFill>
                <a:ea typeface="DejaVu Sans"/>
              </a:rPr>
              <a:t>Dxe</a:t>
            </a:r>
            <a:r>
              <a:rPr lang="en-US" altLang="zh-TW" sz="1400" b="1" strike="noStrike" spc="-1" dirty="0">
                <a:solidFill>
                  <a:srgbClr val="3F3F3F"/>
                </a:solidFill>
                <a:ea typeface="DejaVu Sans"/>
              </a:rPr>
              <a:t>/</a:t>
            </a:r>
            <a:r>
              <a:rPr lang="en-US" altLang="zh-TW" sz="1400" b="1" strike="noStrike" spc="-1" dirty="0" err="1">
                <a:solidFill>
                  <a:srgbClr val="3F3F3F"/>
                </a:solidFill>
                <a:ea typeface="DejaVu Sans"/>
              </a:rPr>
              <a:t>UefiSetupUtility</a:t>
            </a:r>
            <a:endParaRPr lang="en-US" altLang="zh-TW" sz="1400" b="1" strike="noStrike" spc="-1" dirty="0">
              <a:solidFill>
                <a:srgbClr val="3F3F3F"/>
              </a:solidFill>
              <a:ea typeface="DejaVu Sans"/>
            </a:endParaRPr>
          </a:p>
          <a:p>
            <a:pPr marL="1440" indent="0">
              <a:lnSpc>
                <a:spcPct val="100000"/>
              </a:lnSpc>
              <a:buClr>
                <a:srgbClr val="3F3F3F"/>
              </a:buClr>
              <a:buNone/>
            </a:pPr>
            <a:r>
              <a:rPr lang="en-US" altLang="zh-TW" sz="1400" b="1" strike="noStrike" spc="-1" dirty="0">
                <a:solidFill>
                  <a:srgbClr val="3F3F3F"/>
                </a:solidFill>
                <a:ea typeface="DejaVu Sans"/>
              </a:rPr>
              <a:t>     $(PLATFORM_CRB)/$(PROJECT_FAMILY)/$(PROJECT_NAME)/</a:t>
            </a:r>
            <a:r>
              <a:rPr lang="en-US" altLang="zh-TW" sz="1400" b="1" strike="noStrike" spc="-1" dirty="0" err="1">
                <a:solidFill>
                  <a:srgbClr val="3F3F3F"/>
                </a:solidFill>
                <a:ea typeface="DejaVu Sans"/>
              </a:rPr>
              <a:t>Dxe</a:t>
            </a:r>
            <a:r>
              <a:rPr lang="en-US" altLang="zh-TW" sz="1400" b="1" strike="noStrike" spc="-1" dirty="0">
                <a:solidFill>
                  <a:srgbClr val="3F3F3F"/>
                </a:solidFill>
                <a:ea typeface="DejaVu Sans"/>
              </a:rPr>
              <a:t>/</a:t>
            </a:r>
            <a:r>
              <a:rPr lang="en-US" altLang="zh-TW" sz="1400" b="1" strike="noStrike" spc="-1" dirty="0" err="1">
                <a:solidFill>
                  <a:srgbClr val="3F3F3F"/>
                </a:solidFill>
                <a:ea typeface="DejaVu Sans"/>
              </a:rPr>
              <a:t>UefiSetupUtility</a:t>
            </a:r>
            <a:endParaRPr lang="en-US" altLang="zh-TW" sz="1400" b="1" strike="noStrike" spc="-1" dirty="0">
              <a:solidFill>
                <a:srgbClr val="3F3F3F"/>
              </a:solidFill>
              <a:ea typeface="DejaVu Sans"/>
            </a:endParaRPr>
          </a:p>
          <a:p>
            <a:pPr marL="1440" indent="0">
              <a:lnSpc>
                <a:spcPct val="100000"/>
              </a:lnSpc>
              <a:buClr>
                <a:srgbClr val="3F3F3F"/>
              </a:buClr>
              <a:buNone/>
            </a:pPr>
            <a:r>
              <a:rPr lang="en-US" altLang="zh-TW" sz="1400" b="1" strike="noStrike" spc="-1" dirty="0">
                <a:solidFill>
                  <a:srgbClr val="3F3F3F"/>
                </a:solidFill>
                <a:ea typeface="DejaVu Sans"/>
              </a:rPr>
              <a:t>     $(PLATFORM_CRB)/Override/$(PLATFORM_CRB)/$(DEMOBOARD_FAMILY)/$(DEMOBOARD_NAME)/</a:t>
            </a:r>
            <a:r>
              <a:rPr lang="en-US" altLang="zh-TW" sz="1400" b="1" strike="noStrike" spc="-1" dirty="0" err="1">
                <a:solidFill>
                  <a:srgbClr val="3F3F3F"/>
                </a:solidFill>
                <a:ea typeface="DejaVu Sans"/>
              </a:rPr>
              <a:t>Dxe</a:t>
            </a:r>
            <a:r>
              <a:rPr lang="en-US" altLang="zh-TW" sz="1400" b="1" strike="noStrike" spc="-1" dirty="0">
                <a:solidFill>
                  <a:srgbClr val="3F3F3F"/>
                </a:solidFill>
                <a:ea typeface="DejaVu Sans"/>
              </a:rPr>
              <a:t>/</a:t>
            </a:r>
            <a:r>
              <a:rPr lang="en-US" altLang="zh-TW" sz="1400" b="1" strike="noStrike" spc="-1" dirty="0" err="1">
                <a:solidFill>
                  <a:srgbClr val="3F3F3F"/>
                </a:solidFill>
                <a:ea typeface="DejaVu Sans"/>
              </a:rPr>
              <a:t>UefiSetupUtility</a:t>
            </a:r>
            <a:endParaRPr lang="en-US" altLang="zh-TW" sz="1400" b="1" strike="noStrike" spc="-1" dirty="0">
              <a:solidFill>
                <a:srgbClr val="3F3F3F"/>
              </a:solidFill>
              <a:ea typeface="DejaVu Sans"/>
            </a:endParaRPr>
          </a:p>
          <a:p>
            <a:pPr marL="1440" indent="0">
              <a:lnSpc>
                <a:spcPct val="100000"/>
              </a:lnSpc>
              <a:buClr>
                <a:srgbClr val="3F3F3F"/>
              </a:buClr>
              <a:buNone/>
            </a:pPr>
            <a:r>
              <a:rPr lang="en-US" altLang="zh-TW" sz="1400" b="1" strike="noStrike" spc="-1" dirty="0">
                <a:solidFill>
                  <a:srgbClr val="3F3F3F"/>
                </a:solidFill>
                <a:ea typeface="DejaVu Sans"/>
              </a:rPr>
              <a:t>     $(PROJECT_PKG)/Override/$(PLATFORM_CRB)/$(DEMOBOARD_FAMILY)/$(DEMOBOARD_NAME)/</a:t>
            </a:r>
            <a:r>
              <a:rPr lang="en-US" altLang="zh-TW" sz="1400" b="1" strike="noStrike" spc="-1" dirty="0" err="1">
                <a:solidFill>
                  <a:srgbClr val="3F3F3F"/>
                </a:solidFill>
                <a:ea typeface="DejaVu Sans"/>
              </a:rPr>
              <a:t>Dxe</a:t>
            </a:r>
            <a:r>
              <a:rPr lang="en-US" altLang="zh-TW" sz="1400" b="1" strike="noStrike" spc="-1" dirty="0">
                <a:solidFill>
                  <a:srgbClr val="3F3F3F"/>
                </a:solidFill>
                <a:ea typeface="DejaVu Sans"/>
              </a:rPr>
              <a:t>/</a:t>
            </a:r>
            <a:r>
              <a:rPr lang="en-US" altLang="zh-TW" sz="1400" b="1" strike="noStrike" spc="-1" dirty="0" err="1">
                <a:solidFill>
                  <a:srgbClr val="3F3F3F"/>
                </a:solidFill>
                <a:ea typeface="DejaVu Sans"/>
              </a:rPr>
              <a:t>UefiSetupUtility</a:t>
            </a:r>
            <a:endParaRPr lang="en-US" altLang="zh-TW" sz="1400" b="1" strike="noStrike" spc="-1" dirty="0">
              <a:solidFill>
                <a:srgbClr val="3F3F3F"/>
              </a:solidFill>
              <a:ea typeface="DejaVu Sans"/>
            </a:endParaRPr>
          </a:p>
          <a:p>
            <a:pPr marL="1440" indent="0">
              <a:lnSpc>
                <a:spcPct val="100000"/>
              </a:lnSpc>
              <a:buClr>
                <a:srgbClr val="3F3F3F"/>
              </a:buClr>
              <a:buNone/>
            </a:pPr>
            <a:r>
              <a:rPr lang="en-US" altLang="zh-TW" sz="1400" b="1" strike="noStrike" spc="-1" dirty="0">
                <a:solidFill>
                  <a:srgbClr val="3F3F3F"/>
                </a:solidFill>
                <a:ea typeface="DejaVu Sans"/>
              </a:rPr>
              <a:t>}</a:t>
            </a:r>
          </a:p>
          <a:p>
            <a:pPr marL="1440" indent="0">
              <a:lnSpc>
                <a:spcPct val="100000"/>
              </a:lnSpc>
              <a:buClr>
                <a:srgbClr val="3F3F3F"/>
              </a:buClr>
              <a:buNone/>
            </a:pPr>
            <a:endParaRPr lang="en-US" altLang="zh-TW" sz="4800" b="1" strike="noStrike" spc="-1" dirty="0">
              <a:solidFill>
                <a:srgbClr val="3F3F3F"/>
              </a:solidFill>
              <a:ea typeface="DejaVu Sans"/>
            </a:endParaRPr>
          </a:p>
        </p:txBody>
      </p:sp>
    </p:spTree>
    <p:extLst>
      <p:ext uri="{BB962C8B-B14F-4D97-AF65-F5344CB8AC3E}">
        <p14:creationId xmlns:p14="http://schemas.microsoft.com/office/powerpoint/2010/main" val="28778530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How to Use Override</a:t>
            </a:r>
            <a:br>
              <a:rPr lang="en-US" dirty="0"/>
            </a:br>
            <a:r>
              <a:rPr lang="en-US" sz="2200" dirty="0" err="1"/>
              <a:t>Override</a:t>
            </a:r>
            <a:r>
              <a:rPr lang="en-US" sz="2200" dirty="0"/>
              <a:t> in </a:t>
            </a:r>
            <a:r>
              <a:rPr lang="en-US" sz="2200" dirty="0" err="1"/>
              <a:t>Project.dsc</a:t>
            </a:r>
            <a:endParaRPr lang="en-US" sz="2200" dirty="0"/>
          </a:p>
        </p:txBody>
      </p:sp>
      <p:grpSp>
        <p:nvGrpSpPr>
          <p:cNvPr id="25" name="群組 24">
            <a:extLst>
              <a:ext uri="{FF2B5EF4-FFF2-40B4-BE49-F238E27FC236}">
                <a16:creationId xmlns:a16="http://schemas.microsoft.com/office/drawing/2014/main" id="{6438FB66-2666-440C-B732-4F1980675EA1}"/>
              </a:ext>
            </a:extLst>
          </p:cNvPr>
          <p:cNvGrpSpPr/>
          <p:nvPr/>
        </p:nvGrpSpPr>
        <p:grpSpPr>
          <a:xfrm>
            <a:off x="1723800" y="1424160"/>
            <a:ext cx="8550260" cy="4669920"/>
            <a:chOff x="207000" y="1424160"/>
            <a:chExt cx="8550260" cy="4669920"/>
          </a:xfrm>
        </p:grpSpPr>
        <p:sp>
          <p:nvSpPr>
            <p:cNvPr id="26" name="CustomShape 2">
              <a:extLst>
                <a:ext uri="{FF2B5EF4-FFF2-40B4-BE49-F238E27FC236}">
                  <a16:creationId xmlns:a16="http://schemas.microsoft.com/office/drawing/2014/main" id="{87F7B913-5317-434F-A3D2-23F4CA712D1F}"/>
                </a:ext>
              </a:extLst>
            </p:cNvPr>
            <p:cNvSpPr/>
            <p:nvPr/>
          </p:nvSpPr>
          <p:spPr>
            <a:xfrm>
              <a:off x="207000" y="1424160"/>
              <a:ext cx="3139920" cy="783720"/>
            </a:xfrm>
            <a:prstGeom prst="roundRect">
              <a:avLst>
                <a:gd name="adj" fmla="val 10000"/>
              </a:avLst>
            </a:prstGeom>
            <a:solidFill>
              <a:schemeClr val="accent1">
                <a:hueOff val="0"/>
                <a:satOff val="0"/>
                <a:lumOff val="0"/>
                <a:alphaOff val="0"/>
              </a:schemeClr>
            </a:solidFill>
            <a:ln>
              <a:noFill/>
            </a:ln>
            <a:effectLst>
              <a:outerShdw blurRad="40000" dist="2304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0">
              <a:scrgbClr r="0" g="0" b="0"/>
            </a:fillRef>
            <a:effectRef idx="2">
              <a:scrgbClr r="0" g="0" b="0"/>
            </a:effectRef>
            <a:fontRef idx="minor"/>
          </p:style>
          <p:txBody>
            <a:bodyPr lIns="48600" tIns="48600" rIns="25560" bIns="48600" anchor="ctr">
              <a:noAutofit/>
            </a:bodyPr>
            <a:lstStyle/>
            <a:p>
              <a:pPr algn="ctr">
                <a:lnSpc>
                  <a:spcPct val="90000"/>
                </a:lnSpc>
              </a:pPr>
              <a:r>
                <a:rPr lang="en-US" sz="2000" b="1" strike="noStrike" spc="-1">
                  <a:solidFill>
                    <a:srgbClr val="FFFFFF"/>
                  </a:solidFill>
                  <a:latin typeface="Segoe UI"/>
                  <a:ea typeface="DejaVu Sans"/>
                </a:rPr>
                <a:t>Syntax</a:t>
              </a:r>
              <a:endParaRPr lang="en-US" sz="2000" b="0" strike="noStrike" spc="-1">
                <a:latin typeface="Arial"/>
              </a:endParaRPr>
            </a:p>
          </p:txBody>
        </p:sp>
        <p:sp>
          <p:nvSpPr>
            <p:cNvPr id="27" name="CustomShape 3">
              <a:extLst>
                <a:ext uri="{FF2B5EF4-FFF2-40B4-BE49-F238E27FC236}">
                  <a16:creationId xmlns:a16="http://schemas.microsoft.com/office/drawing/2014/main" id="{4ADFE3C4-A89E-480E-B3F2-DCBF24172F22}"/>
                </a:ext>
              </a:extLst>
            </p:cNvPr>
            <p:cNvSpPr/>
            <p:nvPr/>
          </p:nvSpPr>
          <p:spPr>
            <a:xfrm rot="5400000">
              <a:off x="1710360" y="2278080"/>
              <a:ext cx="136080" cy="136080"/>
            </a:xfrm>
            <a:prstGeom prst="rightArrow">
              <a:avLst>
                <a:gd name="adj1" fmla="val 66700"/>
                <a:gd name="adj2" fmla="val 50000"/>
              </a:avLst>
            </a:prstGeom>
            <a:solidFill>
              <a:schemeClr val="accent1">
                <a:tint val="60000"/>
                <a:hueOff val="0"/>
                <a:satOff val="0"/>
                <a:lumOff val="0"/>
                <a:alphaOff val="0"/>
              </a:schemeClr>
            </a:solidFill>
            <a:ln>
              <a:noFill/>
            </a:ln>
            <a:scene3d>
              <a:camera prst="orthographicFront">
                <a:rot lat="0" lon="0" rev="0"/>
              </a:camera>
              <a:lightRig rig="contrasting" dir="t">
                <a:rot lat="0" lon="0" rev="1200000"/>
              </a:lightRig>
            </a:scene3d>
            <a:sp3d z="-182000" contourW="19050" prstMaterial="metal">
              <a:bevelT w="88900" h="203200"/>
              <a:bevelB w="165100" h="254000"/>
            </a:sp3d>
          </p:spPr>
          <p:style>
            <a:lnRef idx="0">
              <a:scrgbClr r="0" g="0" b="0"/>
            </a:lnRef>
            <a:fillRef idx="0">
              <a:scrgbClr r="0" g="0" b="0"/>
            </a:fillRef>
            <a:effectRef idx="0">
              <a:scrgbClr r="0" g="0" b="0"/>
            </a:effectRef>
            <a:fontRef idx="minor"/>
          </p:style>
        </p:sp>
        <p:sp>
          <p:nvSpPr>
            <p:cNvPr id="28" name="CustomShape 4">
              <a:extLst>
                <a:ext uri="{FF2B5EF4-FFF2-40B4-BE49-F238E27FC236}">
                  <a16:creationId xmlns:a16="http://schemas.microsoft.com/office/drawing/2014/main" id="{B53C42AF-68A7-438A-A460-387A93B56271}"/>
                </a:ext>
              </a:extLst>
            </p:cNvPr>
            <p:cNvSpPr/>
            <p:nvPr/>
          </p:nvSpPr>
          <p:spPr>
            <a:xfrm>
              <a:off x="207000" y="2484360"/>
              <a:ext cx="3139920" cy="783720"/>
            </a:xfrm>
            <a:prstGeom prst="roundRect">
              <a:avLst>
                <a:gd name="adj" fmla="val 10000"/>
              </a:avLst>
            </a:prstGeom>
            <a:solidFill>
              <a:schemeClr val="accent1">
                <a:alpha val="90000"/>
                <a:tint val="40000"/>
                <a:hueOff val="0"/>
                <a:satOff val="0"/>
                <a:lumOff val="0"/>
                <a:alphaOff val="0"/>
              </a:schemeClr>
            </a:solidFill>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0">
              <a:scrgbClr r="0" g="0" b="0"/>
            </a:fillRef>
            <a:effectRef idx="0">
              <a:scrgbClr r="0" g="0" b="0"/>
            </a:effectRef>
            <a:fontRef idx="minor"/>
          </p:style>
          <p:txBody>
            <a:bodyPr lIns="43200" tIns="43200" rIns="20160" bIns="43200" anchor="ctr">
              <a:noAutofit/>
            </a:bodyPr>
            <a:lstStyle/>
            <a:p>
              <a:pPr algn="ctr">
                <a:lnSpc>
                  <a:spcPct val="90000"/>
                </a:lnSpc>
              </a:pPr>
              <a:r>
                <a:rPr lang="en-US" sz="1600" b="1" strike="noStrike" spc="-1">
                  <a:solidFill>
                    <a:srgbClr val="FF0000"/>
                  </a:solidFill>
                  <a:latin typeface="Segoe UI"/>
                  <a:ea typeface="DejaVu Sans"/>
                </a:rPr>
                <a:t>!disable</a:t>
              </a:r>
              <a:r>
                <a:rPr lang="en-US" sz="1600" b="1" strike="noStrike" spc="-1">
                  <a:solidFill>
                    <a:srgbClr val="3F3F3F"/>
                  </a:solidFill>
                  <a:latin typeface="Segoe UI"/>
                  <a:ea typeface="DejaVu Sans"/>
                </a:rPr>
                <a:t> </a:t>
              </a:r>
              <a:r>
                <a:rPr lang="en-US" sz="1600" b="1" strike="noStrike" spc="-1">
                  <a:solidFill>
                    <a:srgbClr val="004D2B"/>
                  </a:solidFill>
                  <a:latin typeface="Segoe UI"/>
                  <a:ea typeface="DejaVu Sans"/>
                </a:rPr>
                <a:t>Original_Path</a:t>
              </a:r>
              <a:r>
                <a:rPr lang="en-US" sz="1600" b="0" strike="noStrike" spc="-1">
                  <a:solidFill>
                    <a:srgbClr val="3F3F3F"/>
                  </a:solidFill>
                  <a:latin typeface="Segoe UI"/>
                  <a:ea typeface="DejaVu Sans"/>
                </a:rPr>
                <a:t>/</a:t>
              </a:r>
              <a:r>
                <a:rPr lang="en-US" sz="1600" b="0" strike="noStrike" spc="-1">
                  <a:solidFill>
                    <a:srgbClr val="0070C0"/>
                  </a:solidFill>
                  <a:latin typeface="Segoe UI"/>
                  <a:ea typeface="DejaVu Sans"/>
                </a:rPr>
                <a:t>Module.inf</a:t>
              </a:r>
              <a:endParaRPr lang="en-US" sz="1600" b="0" strike="noStrike" spc="-1">
                <a:latin typeface="Arial"/>
              </a:endParaRPr>
            </a:p>
          </p:txBody>
        </p:sp>
        <p:sp>
          <p:nvSpPr>
            <p:cNvPr id="29" name="CustomShape 5">
              <a:extLst>
                <a:ext uri="{FF2B5EF4-FFF2-40B4-BE49-F238E27FC236}">
                  <a16:creationId xmlns:a16="http://schemas.microsoft.com/office/drawing/2014/main" id="{A018D6E1-C05E-4C4D-8231-2D7167D6949B}"/>
                </a:ext>
              </a:extLst>
            </p:cNvPr>
            <p:cNvSpPr/>
            <p:nvPr/>
          </p:nvSpPr>
          <p:spPr>
            <a:xfrm rot="5400000">
              <a:off x="1710360" y="3338280"/>
              <a:ext cx="136080" cy="136080"/>
            </a:xfrm>
            <a:prstGeom prst="rightArrow">
              <a:avLst>
                <a:gd name="adj1" fmla="val 66700"/>
                <a:gd name="adj2" fmla="val 50000"/>
              </a:avLst>
            </a:prstGeom>
            <a:solidFill>
              <a:schemeClr val="accent1">
                <a:tint val="60000"/>
                <a:hueOff val="0"/>
                <a:satOff val="0"/>
                <a:lumOff val="0"/>
                <a:alphaOff val="0"/>
              </a:schemeClr>
            </a:solidFill>
            <a:ln>
              <a:noFill/>
            </a:ln>
            <a:scene3d>
              <a:camera prst="orthographicFront">
                <a:rot lat="0" lon="0" rev="0"/>
              </a:camera>
              <a:lightRig rig="contrasting" dir="t">
                <a:rot lat="0" lon="0" rev="1200000"/>
              </a:lightRig>
            </a:scene3d>
            <a:sp3d z="-182000" contourW="19050" prstMaterial="metal">
              <a:bevelT w="88900" h="203200"/>
              <a:bevelB w="165100" h="254000"/>
            </a:sp3d>
          </p:spPr>
          <p:style>
            <a:lnRef idx="0">
              <a:scrgbClr r="0" g="0" b="0"/>
            </a:lnRef>
            <a:fillRef idx="0">
              <a:scrgbClr r="0" g="0" b="0"/>
            </a:fillRef>
            <a:effectRef idx="0">
              <a:scrgbClr r="0" g="0" b="0"/>
            </a:effectRef>
            <a:fontRef idx="minor"/>
          </p:style>
        </p:sp>
        <p:sp>
          <p:nvSpPr>
            <p:cNvPr id="30" name="CustomShape 6">
              <a:extLst>
                <a:ext uri="{FF2B5EF4-FFF2-40B4-BE49-F238E27FC236}">
                  <a16:creationId xmlns:a16="http://schemas.microsoft.com/office/drawing/2014/main" id="{299EE7BF-6971-457F-A36F-F2F63D198ABD}"/>
                </a:ext>
              </a:extLst>
            </p:cNvPr>
            <p:cNvSpPr/>
            <p:nvPr/>
          </p:nvSpPr>
          <p:spPr>
            <a:xfrm>
              <a:off x="207000" y="3544560"/>
              <a:ext cx="3139920" cy="783720"/>
            </a:xfrm>
            <a:prstGeom prst="roundRect">
              <a:avLst>
                <a:gd name="adj" fmla="val 10000"/>
              </a:avLst>
            </a:prstGeom>
            <a:solidFill>
              <a:schemeClr val="accent1">
                <a:alpha val="90000"/>
                <a:tint val="40000"/>
                <a:hueOff val="0"/>
                <a:satOff val="0"/>
                <a:lumOff val="0"/>
                <a:alphaOff val="0"/>
              </a:schemeClr>
            </a:solidFill>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0">
              <a:scrgbClr r="0" g="0" b="0"/>
            </a:fillRef>
            <a:effectRef idx="0">
              <a:scrgbClr r="0" g="0" b="0"/>
            </a:effectRef>
            <a:fontRef idx="minor"/>
          </p:style>
          <p:txBody>
            <a:bodyPr lIns="43200" tIns="43200" rIns="20160" bIns="43200" anchor="ctr">
              <a:noAutofit/>
            </a:bodyPr>
            <a:lstStyle/>
            <a:p>
              <a:pPr algn="ctr">
                <a:lnSpc>
                  <a:spcPct val="90000"/>
                </a:lnSpc>
              </a:pPr>
              <a:r>
                <a:rPr lang="en-US" sz="1600" b="1" strike="noStrike" spc="-1">
                  <a:solidFill>
                    <a:srgbClr val="004D2B"/>
                  </a:solidFill>
                  <a:latin typeface="Segoe UI"/>
                  <a:ea typeface="DejaVu Sans"/>
                </a:rPr>
                <a:t>Original_Path</a:t>
              </a:r>
              <a:r>
                <a:rPr lang="en-US" sz="1600" b="0" strike="noStrike" spc="-1">
                  <a:solidFill>
                    <a:srgbClr val="3F3F3F"/>
                  </a:solidFill>
                  <a:latin typeface="Segoe UI"/>
                  <a:ea typeface="DejaVu Sans"/>
                </a:rPr>
                <a:t>/</a:t>
              </a:r>
              <a:r>
                <a:rPr lang="en-US" sz="1600" b="0" strike="noStrike" spc="-1">
                  <a:solidFill>
                    <a:srgbClr val="0070C0"/>
                  </a:solidFill>
                  <a:latin typeface="Segoe UI"/>
                  <a:ea typeface="DejaVu Sans"/>
                </a:rPr>
                <a:t>Module.inf </a:t>
              </a:r>
              <a:r>
                <a:rPr lang="en-US" sz="1600" b="0" strike="noStrike" spc="-1">
                  <a:solidFill>
                    <a:srgbClr val="3F3F3F"/>
                  </a:solidFill>
                  <a:latin typeface="Segoe UI"/>
                  <a:ea typeface="DejaVu Sans"/>
                </a:rPr>
                <a:t> {</a:t>
              </a:r>
              <a:endParaRPr lang="en-US" sz="1600" b="0" strike="noStrike" spc="-1">
                <a:latin typeface="Arial"/>
              </a:endParaRPr>
            </a:p>
          </p:txBody>
        </p:sp>
        <p:sp>
          <p:nvSpPr>
            <p:cNvPr id="31" name="CustomShape 7">
              <a:extLst>
                <a:ext uri="{FF2B5EF4-FFF2-40B4-BE49-F238E27FC236}">
                  <a16:creationId xmlns:a16="http://schemas.microsoft.com/office/drawing/2014/main" id="{E8F3C8CB-0900-4875-87EB-52A5F50AD893}"/>
                </a:ext>
              </a:extLst>
            </p:cNvPr>
            <p:cNvSpPr/>
            <p:nvPr/>
          </p:nvSpPr>
          <p:spPr>
            <a:xfrm rot="5400000">
              <a:off x="1710360" y="4398480"/>
              <a:ext cx="136080" cy="136080"/>
            </a:xfrm>
            <a:prstGeom prst="rightArrow">
              <a:avLst>
                <a:gd name="adj1" fmla="val 66700"/>
                <a:gd name="adj2" fmla="val 50000"/>
              </a:avLst>
            </a:prstGeom>
            <a:solidFill>
              <a:schemeClr val="accent1">
                <a:tint val="60000"/>
                <a:hueOff val="0"/>
                <a:satOff val="0"/>
                <a:lumOff val="0"/>
                <a:alphaOff val="0"/>
              </a:schemeClr>
            </a:solidFill>
            <a:ln>
              <a:noFill/>
            </a:ln>
            <a:scene3d>
              <a:camera prst="orthographicFront">
                <a:rot lat="0" lon="0" rev="0"/>
              </a:camera>
              <a:lightRig rig="contrasting" dir="t">
                <a:rot lat="0" lon="0" rev="1200000"/>
              </a:lightRig>
            </a:scene3d>
            <a:sp3d z="-182000" contourW="19050" prstMaterial="metal">
              <a:bevelT w="88900" h="203200"/>
              <a:bevelB w="165100" h="254000"/>
            </a:sp3d>
          </p:spPr>
          <p:style>
            <a:lnRef idx="0">
              <a:scrgbClr r="0" g="0" b="0"/>
            </a:lnRef>
            <a:fillRef idx="0">
              <a:scrgbClr r="0" g="0" b="0"/>
            </a:fillRef>
            <a:effectRef idx="0">
              <a:scrgbClr r="0" g="0" b="0"/>
            </a:effectRef>
            <a:fontRef idx="minor"/>
          </p:style>
        </p:sp>
        <p:sp>
          <p:nvSpPr>
            <p:cNvPr id="32" name="CustomShape 8">
              <a:extLst>
                <a:ext uri="{FF2B5EF4-FFF2-40B4-BE49-F238E27FC236}">
                  <a16:creationId xmlns:a16="http://schemas.microsoft.com/office/drawing/2014/main" id="{0AA157C3-83CD-4E62-A369-5ECBEA8C985D}"/>
                </a:ext>
              </a:extLst>
            </p:cNvPr>
            <p:cNvSpPr/>
            <p:nvPr/>
          </p:nvSpPr>
          <p:spPr>
            <a:xfrm>
              <a:off x="207000" y="4604760"/>
              <a:ext cx="3139920" cy="429480"/>
            </a:xfrm>
            <a:prstGeom prst="roundRect">
              <a:avLst>
                <a:gd name="adj" fmla="val 10000"/>
              </a:avLst>
            </a:prstGeom>
            <a:solidFill>
              <a:schemeClr val="accent1">
                <a:alpha val="90000"/>
                <a:tint val="40000"/>
                <a:hueOff val="0"/>
                <a:satOff val="0"/>
                <a:lumOff val="0"/>
                <a:alphaOff val="0"/>
              </a:schemeClr>
            </a:solidFill>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0">
              <a:scrgbClr r="0" g="0" b="0"/>
            </a:fillRef>
            <a:effectRef idx="0">
              <a:scrgbClr r="0" g="0" b="0"/>
            </a:effectRef>
            <a:fontRef idx="minor"/>
          </p:style>
          <p:txBody>
            <a:bodyPr lIns="32760" tIns="32760" rIns="20160" bIns="32760" anchor="ctr">
              <a:noAutofit/>
            </a:bodyPr>
            <a:lstStyle/>
            <a:p>
              <a:pPr algn="ctr">
                <a:lnSpc>
                  <a:spcPct val="90000"/>
                </a:lnSpc>
              </a:pPr>
              <a:r>
                <a:rPr lang="en-US" sz="1600" b="0" strike="noStrike" spc="-1">
                  <a:solidFill>
                    <a:srgbClr val="FF0000"/>
                  </a:solidFill>
                  <a:latin typeface="Segoe UI"/>
                  <a:ea typeface="DejaVu Sans"/>
                </a:rPr>
                <a:t>&lt;</a:t>
              </a:r>
              <a:r>
                <a:rPr lang="en-US" sz="1600" b="1" strike="noStrike" spc="-1">
                  <a:solidFill>
                    <a:srgbClr val="FF0000"/>
                  </a:solidFill>
                  <a:latin typeface="Segoe UI"/>
                  <a:ea typeface="DejaVu Sans"/>
                </a:rPr>
                <a:t>SOURCE_OVERRIDE_PATH</a:t>
              </a:r>
              <a:r>
                <a:rPr lang="en-US" sz="1600" b="0" strike="noStrike" spc="-1">
                  <a:solidFill>
                    <a:srgbClr val="FF0000"/>
                  </a:solidFill>
                  <a:latin typeface="Segoe UI"/>
                  <a:ea typeface="DejaVu Sans"/>
                </a:rPr>
                <a:t>&gt;</a:t>
              </a:r>
              <a:endParaRPr lang="en-US" sz="1600" b="0" strike="noStrike" spc="-1">
                <a:latin typeface="Arial"/>
              </a:endParaRPr>
            </a:p>
          </p:txBody>
        </p:sp>
        <p:sp>
          <p:nvSpPr>
            <p:cNvPr id="33" name="CustomShape 9">
              <a:extLst>
                <a:ext uri="{FF2B5EF4-FFF2-40B4-BE49-F238E27FC236}">
                  <a16:creationId xmlns:a16="http://schemas.microsoft.com/office/drawing/2014/main" id="{8B8B549D-3547-41BA-AE53-CF8DC6B0D486}"/>
                </a:ext>
              </a:extLst>
            </p:cNvPr>
            <p:cNvSpPr/>
            <p:nvPr/>
          </p:nvSpPr>
          <p:spPr>
            <a:xfrm rot="5400000">
              <a:off x="1710360" y="5104440"/>
              <a:ext cx="136080" cy="136080"/>
            </a:xfrm>
            <a:prstGeom prst="rightArrow">
              <a:avLst>
                <a:gd name="adj1" fmla="val 66700"/>
                <a:gd name="adj2" fmla="val 50000"/>
              </a:avLst>
            </a:prstGeom>
            <a:solidFill>
              <a:schemeClr val="accent1">
                <a:tint val="60000"/>
                <a:hueOff val="0"/>
                <a:satOff val="0"/>
                <a:lumOff val="0"/>
                <a:alphaOff val="0"/>
              </a:schemeClr>
            </a:solidFill>
            <a:ln>
              <a:noFill/>
            </a:ln>
            <a:scene3d>
              <a:camera prst="orthographicFront">
                <a:rot lat="0" lon="0" rev="0"/>
              </a:camera>
              <a:lightRig rig="contrasting" dir="t">
                <a:rot lat="0" lon="0" rev="1200000"/>
              </a:lightRig>
            </a:scene3d>
            <a:sp3d z="-182000" contourW="19050" prstMaterial="metal">
              <a:bevelT w="88900" h="203200"/>
              <a:bevelB w="165100" h="254000"/>
            </a:sp3d>
          </p:spPr>
          <p:style>
            <a:lnRef idx="0">
              <a:scrgbClr r="0" g="0" b="0"/>
            </a:lnRef>
            <a:fillRef idx="0">
              <a:scrgbClr r="0" g="0" b="0"/>
            </a:fillRef>
            <a:effectRef idx="0">
              <a:scrgbClr r="0" g="0" b="0"/>
            </a:effectRef>
            <a:fontRef idx="minor"/>
          </p:style>
        </p:sp>
        <p:sp>
          <p:nvSpPr>
            <p:cNvPr id="34" name="CustomShape 10">
              <a:extLst>
                <a:ext uri="{FF2B5EF4-FFF2-40B4-BE49-F238E27FC236}">
                  <a16:creationId xmlns:a16="http://schemas.microsoft.com/office/drawing/2014/main" id="{947274A7-5034-49A9-9200-715489AEDCA7}"/>
                </a:ext>
              </a:extLst>
            </p:cNvPr>
            <p:cNvSpPr/>
            <p:nvPr/>
          </p:nvSpPr>
          <p:spPr>
            <a:xfrm>
              <a:off x="207000" y="5310360"/>
              <a:ext cx="3139920" cy="783720"/>
            </a:xfrm>
            <a:prstGeom prst="roundRect">
              <a:avLst>
                <a:gd name="adj" fmla="val 10000"/>
              </a:avLst>
            </a:prstGeom>
            <a:solidFill>
              <a:schemeClr val="accent1">
                <a:alpha val="90000"/>
                <a:tint val="40000"/>
                <a:hueOff val="0"/>
                <a:satOff val="0"/>
                <a:lumOff val="0"/>
                <a:alphaOff val="0"/>
              </a:schemeClr>
            </a:solidFill>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0">
              <a:scrgbClr r="0" g="0" b="0"/>
            </a:fillRef>
            <a:effectRef idx="0">
              <a:scrgbClr r="0" g="0" b="0"/>
            </a:effectRef>
            <a:fontRef idx="minor"/>
          </p:style>
          <p:txBody>
            <a:bodyPr lIns="43200" tIns="43200" rIns="20160" bIns="43200" anchor="ctr">
              <a:noAutofit/>
            </a:bodyPr>
            <a:lstStyle/>
            <a:p>
              <a:pPr algn="ctr">
                <a:lnSpc>
                  <a:spcPct val="90000"/>
                </a:lnSpc>
              </a:pPr>
              <a:r>
                <a:rPr lang="en-US" sz="1600" b="1" strike="noStrike" spc="-1">
                  <a:solidFill>
                    <a:srgbClr val="C00000"/>
                  </a:solidFill>
                  <a:latin typeface="Segoe UI"/>
                  <a:ea typeface="DejaVu Sans"/>
                </a:rPr>
                <a:t>Override_Path</a:t>
              </a:r>
              <a:r>
                <a:rPr lang="en-US" sz="1600" b="0" strike="noStrike" spc="-1">
                  <a:solidFill>
                    <a:srgbClr val="3F3F3F"/>
                  </a:solidFill>
                  <a:latin typeface="Segoe UI"/>
                  <a:ea typeface="DejaVu Sans"/>
                </a:rPr>
                <a:t>}</a:t>
              </a:r>
              <a:endParaRPr lang="en-US" sz="1600" b="0" strike="noStrike" spc="-1">
                <a:latin typeface="Arial"/>
              </a:endParaRPr>
            </a:p>
          </p:txBody>
        </p:sp>
        <p:sp>
          <p:nvSpPr>
            <p:cNvPr id="35" name="CustomShape 11">
              <a:extLst>
                <a:ext uri="{FF2B5EF4-FFF2-40B4-BE49-F238E27FC236}">
                  <a16:creationId xmlns:a16="http://schemas.microsoft.com/office/drawing/2014/main" id="{A69E8250-7688-4DF4-B0CE-ED961CD310C8}"/>
                </a:ext>
              </a:extLst>
            </p:cNvPr>
            <p:cNvSpPr/>
            <p:nvPr/>
          </p:nvSpPr>
          <p:spPr>
            <a:xfrm>
              <a:off x="3812040" y="1424160"/>
              <a:ext cx="4945220" cy="783720"/>
            </a:xfrm>
            <a:prstGeom prst="roundRect">
              <a:avLst>
                <a:gd name="adj" fmla="val 10000"/>
              </a:avLst>
            </a:prstGeom>
            <a:solidFill>
              <a:schemeClr val="accent1">
                <a:hueOff val="0"/>
                <a:satOff val="0"/>
                <a:lumOff val="0"/>
                <a:alphaOff val="0"/>
              </a:schemeClr>
            </a:solidFill>
            <a:ln>
              <a:noFill/>
            </a:ln>
            <a:effectLst>
              <a:outerShdw blurRad="40000" dist="2304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0">
              <a:scrgbClr r="0" g="0" b="0"/>
            </a:fillRef>
            <a:effectRef idx="2">
              <a:scrgbClr r="0" g="0" b="0"/>
            </a:effectRef>
            <a:fontRef idx="minor"/>
          </p:style>
          <p:txBody>
            <a:bodyPr lIns="48600" tIns="48600" rIns="25560" bIns="48600" anchor="ctr">
              <a:noAutofit/>
            </a:bodyPr>
            <a:lstStyle/>
            <a:p>
              <a:pPr algn="ctr">
                <a:lnSpc>
                  <a:spcPct val="90000"/>
                </a:lnSpc>
              </a:pPr>
              <a:r>
                <a:rPr lang="en-US" sz="2000" b="1" strike="noStrike" spc="-1">
                  <a:solidFill>
                    <a:srgbClr val="FFFFFF"/>
                  </a:solidFill>
                  <a:latin typeface="Segoe UI"/>
                  <a:ea typeface="DejaVu Sans"/>
                </a:rPr>
                <a:t>Example</a:t>
              </a:r>
              <a:endParaRPr lang="en-US" sz="2000" b="0" strike="noStrike" spc="-1">
                <a:latin typeface="Arial"/>
              </a:endParaRPr>
            </a:p>
          </p:txBody>
        </p:sp>
        <p:sp>
          <p:nvSpPr>
            <p:cNvPr id="36" name="CustomShape 12">
              <a:extLst>
                <a:ext uri="{FF2B5EF4-FFF2-40B4-BE49-F238E27FC236}">
                  <a16:creationId xmlns:a16="http://schemas.microsoft.com/office/drawing/2014/main" id="{BAB8BA43-2678-4507-8B59-AEC7CB6EC668}"/>
                </a:ext>
              </a:extLst>
            </p:cNvPr>
            <p:cNvSpPr/>
            <p:nvPr/>
          </p:nvSpPr>
          <p:spPr>
            <a:xfrm rot="5400000">
              <a:off x="6216610" y="2294315"/>
              <a:ext cx="136080" cy="136080"/>
            </a:xfrm>
            <a:prstGeom prst="rightArrow">
              <a:avLst>
                <a:gd name="adj1" fmla="val 66700"/>
                <a:gd name="adj2" fmla="val 50000"/>
              </a:avLst>
            </a:prstGeom>
            <a:solidFill>
              <a:schemeClr val="accent1">
                <a:tint val="60000"/>
                <a:hueOff val="0"/>
                <a:satOff val="0"/>
                <a:lumOff val="0"/>
                <a:alphaOff val="0"/>
              </a:schemeClr>
            </a:solidFill>
            <a:ln>
              <a:noFill/>
            </a:ln>
            <a:scene3d>
              <a:camera prst="orthographicFront">
                <a:rot lat="0" lon="0" rev="0"/>
              </a:camera>
              <a:lightRig rig="contrasting" dir="t">
                <a:rot lat="0" lon="0" rev="1200000"/>
              </a:lightRig>
            </a:scene3d>
            <a:sp3d z="-182000" contourW="19050" prstMaterial="metal">
              <a:bevelT w="88900" h="203200"/>
              <a:bevelB w="165100" h="254000"/>
            </a:sp3d>
          </p:spPr>
          <p:style>
            <a:lnRef idx="0">
              <a:scrgbClr r="0" g="0" b="0"/>
            </a:lnRef>
            <a:fillRef idx="0">
              <a:scrgbClr r="0" g="0" b="0"/>
            </a:fillRef>
            <a:effectRef idx="0">
              <a:scrgbClr r="0" g="0" b="0"/>
            </a:effectRef>
            <a:fontRef idx="minor"/>
          </p:style>
        </p:sp>
        <p:sp>
          <p:nvSpPr>
            <p:cNvPr id="37" name="CustomShape 13">
              <a:extLst>
                <a:ext uri="{FF2B5EF4-FFF2-40B4-BE49-F238E27FC236}">
                  <a16:creationId xmlns:a16="http://schemas.microsoft.com/office/drawing/2014/main" id="{21D28E48-CA55-4876-857D-476CECFEB8C4}"/>
                </a:ext>
              </a:extLst>
            </p:cNvPr>
            <p:cNvSpPr/>
            <p:nvPr/>
          </p:nvSpPr>
          <p:spPr>
            <a:xfrm>
              <a:off x="3812040" y="2484360"/>
              <a:ext cx="4945220" cy="783720"/>
            </a:xfrm>
            <a:prstGeom prst="roundRect">
              <a:avLst>
                <a:gd name="adj" fmla="val 10000"/>
              </a:avLst>
            </a:prstGeom>
            <a:solidFill>
              <a:schemeClr val="accent1">
                <a:alpha val="90000"/>
                <a:tint val="40000"/>
                <a:hueOff val="0"/>
                <a:satOff val="0"/>
                <a:lumOff val="0"/>
                <a:alphaOff val="0"/>
              </a:schemeClr>
            </a:solidFill>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0">
              <a:scrgbClr r="0" g="0" b="0"/>
            </a:fillRef>
            <a:effectRef idx="0">
              <a:scrgbClr r="0" g="0" b="0"/>
            </a:effectRef>
            <a:fontRef idx="minor"/>
          </p:style>
          <p:txBody>
            <a:bodyPr lIns="43200" tIns="43200" rIns="20160" bIns="43200" anchor="ctr">
              <a:noAutofit/>
            </a:bodyPr>
            <a:lstStyle/>
            <a:p>
              <a:pPr>
                <a:lnSpc>
                  <a:spcPct val="100000"/>
                </a:lnSpc>
              </a:pPr>
              <a:r>
                <a:rPr lang="en-US" sz="1600" b="1" strike="noStrike" spc="-1" dirty="0">
                  <a:solidFill>
                    <a:srgbClr val="FF0000"/>
                  </a:solidFill>
                  <a:latin typeface="Segoe UI"/>
                  <a:ea typeface="DejaVu Sans"/>
                </a:rPr>
                <a:t>!disable </a:t>
              </a:r>
              <a:r>
                <a:rPr lang="en-US" sz="1600" b="0" strike="noStrike" spc="-1" dirty="0" err="1">
                  <a:solidFill>
                    <a:srgbClr val="004D2B"/>
                  </a:solidFill>
                  <a:latin typeface="Segoe UI"/>
                  <a:ea typeface="DejaVu Sans"/>
                </a:rPr>
                <a:t>MdeModulePkg</a:t>
              </a:r>
              <a:r>
                <a:rPr lang="en-US" sz="1600" b="0" strike="noStrike" spc="-1" dirty="0">
                  <a:solidFill>
                    <a:srgbClr val="004D2B"/>
                  </a:solidFill>
                  <a:latin typeface="Segoe UI"/>
                  <a:ea typeface="DejaVu Sans"/>
                </a:rPr>
                <a:t>/Universal/</a:t>
              </a:r>
              <a:r>
                <a:rPr lang="en-US" sz="1600" b="0" strike="noStrike" spc="-1" dirty="0" err="1">
                  <a:solidFill>
                    <a:srgbClr val="004D2B"/>
                  </a:solidFill>
                  <a:latin typeface="Segoe UI"/>
                  <a:ea typeface="DejaVu Sans"/>
                </a:rPr>
                <a:t>StatusCodeHandler</a:t>
              </a:r>
              <a:r>
                <a:rPr lang="en-US" sz="1600" b="0" strike="noStrike" spc="-1" dirty="0">
                  <a:solidFill>
                    <a:srgbClr val="004D2B"/>
                  </a:solidFill>
                  <a:latin typeface="Segoe UI"/>
                  <a:ea typeface="DejaVu Sans"/>
                </a:rPr>
                <a:t>/</a:t>
              </a:r>
              <a:r>
                <a:rPr lang="en-US" sz="1600" b="0" strike="noStrike" spc="-1" dirty="0" err="1">
                  <a:solidFill>
                    <a:srgbClr val="004D2B"/>
                  </a:solidFill>
                  <a:latin typeface="Segoe UI"/>
                  <a:ea typeface="DejaVu Sans"/>
                </a:rPr>
                <a:t>Smm</a:t>
              </a:r>
              <a:r>
                <a:rPr lang="en-US" sz="1600" b="0" strike="noStrike" spc="-1" dirty="0">
                  <a:solidFill>
                    <a:srgbClr val="004D2B"/>
                  </a:solidFill>
                  <a:latin typeface="Segoe UI"/>
                  <a:ea typeface="DejaVu Sans"/>
                </a:rPr>
                <a:t>/</a:t>
              </a:r>
              <a:r>
                <a:rPr lang="en-US" sz="1600" spc="-1" dirty="0">
                  <a:solidFill>
                    <a:srgbClr val="0070C0"/>
                  </a:solidFill>
                  <a:latin typeface="Segoe UI"/>
                </a:rPr>
                <a:t>StatusCodeHandlerSmm.inf</a:t>
              </a:r>
            </a:p>
          </p:txBody>
        </p:sp>
        <p:sp>
          <p:nvSpPr>
            <p:cNvPr id="38" name="CustomShape 14">
              <a:extLst>
                <a:ext uri="{FF2B5EF4-FFF2-40B4-BE49-F238E27FC236}">
                  <a16:creationId xmlns:a16="http://schemas.microsoft.com/office/drawing/2014/main" id="{800B7D25-47F9-479B-8758-E4EDB11AB95D}"/>
                </a:ext>
              </a:extLst>
            </p:cNvPr>
            <p:cNvSpPr/>
            <p:nvPr/>
          </p:nvSpPr>
          <p:spPr>
            <a:xfrm rot="5400000">
              <a:off x="6216610" y="3321479"/>
              <a:ext cx="136080" cy="136080"/>
            </a:xfrm>
            <a:prstGeom prst="rightArrow">
              <a:avLst>
                <a:gd name="adj1" fmla="val 66700"/>
                <a:gd name="adj2" fmla="val 50000"/>
              </a:avLst>
            </a:prstGeom>
            <a:solidFill>
              <a:schemeClr val="accent1">
                <a:tint val="60000"/>
                <a:hueOff val="0"/>
                <a:satOff val="0"/>
                <a:lumOff val="0"/>
                <a:alphaOff val="0"/>
              </a:schemeClr>
            </a:solidFill>
            <a:ln>
              <a:noFill/>
            </a:ln>
            <a:scene3d>
              <a:camera prst="orthographicFront">
                <a:rot lat="0" lon="0" rev="0"/>
              </a:camera>
              <a:lightRig rig="contrasting" dir="t">
                <a:rot lat="0" lon="0" rev="1200000"/>
              </a:lightRig>
            </a:scene3d>
            <a:sp3d z="-182000" contourW="19050" prstMaterial="metal">
              <a:bevelT w="88900" h="203200"/>
              <a:bevelB w="165100" h="254000"/>
            </a:sp3d>
          </p:spPr>
          <p:style>
            <a:lnRef idx="0">
              <a:scrgbClr r="0" g="0" b="0"/>
            </a:lnRef>
            <a:fillRef idx="0">
              <a:scrgbClr r="0" g="0" b="0"/>
            </a:fillRef>
            <a:effectRef idx="0">
              <a:scrgbClr r="0" g="0" b="0"/>
            </a:effectRef>
            <a:fontRef idx="minor"/>
          </p:style>
        </p:sp>
        <p:sp>
          <p:nvSpPr>
            <p:cNvPr id="39" name="CustomShape 15">
              <a:extLst>
                <a:ext uri="{FF2B5EF4-FFF2-40B4-BE49-F238E27FC236}">
                  <a16:creationId xmlns:a16="http://schemas.microsoft.com/office/drawing/2014/main" id="{70965F00-D0B1-49DB-8D39-711466F3ACA6}"/>
                </a:ext>
              </a:extLst>
            </p:cNvPr>
            <p:cNvSpPr/>
            <p:nvPr/>
          </p:nvSpPr>
          <p:spPr>
            <a:xfrm>
              <a:off x="3812040" y="3544560"/>
              <a:ext cx="4945220" cy="783720"/>
            </a:xfrm>
            <a:prstGeom prst="roundRect">
              <a:avLst>
                <a:gd name="adj" fmla="val 10000"/>
              </a:avLst>
            </a:prstGeom>
            <a:solidFill>
              <a:schemeClr val="accent1">
                <a:alpha val="90000"/>
                <a:tint val="40000"/>
                <a:hueOff val="0"/>
                <a:satOff val="0"/>
                <a:lumOff val="0"/>
                <a:alphaOff val="0"/>
              </a:schemeClr>
            </a:solidFill>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0">
              <a:scrgbClr r="0" g="0" b="0"/>
            </a:fillRef>
            <a:effectRef idx="0">
              <a:scrgbClr r="0" g="0" b="0"/>
            </a:effectRef>
            <a:fontRef idx="minor"/>
          </p:style>
          <p:txBody>
            <a:bodyPr lIns="43200" tIns="43200" rIns="20160" bIns="43200" anchor="ctr">
              <a:noAutofit/>
            </a:bodyPr>
            <a:lstStyle/>
            <a:p>
              <a:pPr>
                <a:lnSpc>
                  <a:spcPct val="100000"/>
                </a:lnSpc>
              </a:pPr>
              <a:r>
                <a:rPr lang="en-US" sz="1600" b="0" strike="noStrike" spc="-1" dirty="0" err="1">
                  <a:solidFill>
                    <a:srgbClr val="004D2B"/>
                  </a:solidFill>
                  <a:latin typeface="Segoe UI"/>
                  <a:ea typeface="DejaVu Sans"/>
                </a:rPr>
                <a:t>MdeModulePkg</a:t>
              </a:r>
              <a:r>
                <a:rPr lang="en-US" sz="1600" b="0" strike="noStrike" spc="-1" dirty="0">
                  <a:solidFill>
                    <a:srgbClr val="004D2B"/>
                  </a:solidFill>
                  <a:latin typeface="Segoe UI"/>
                  <a:ea typeface="DejaVu Sans"/>
                </a:rPr>
                <a:t>/Universal/</a:t>
              </a:r>
              <a:r>
                <a:rPr lang="en-US" sz="1600" b="0" strike="noStrike" spc="-1" dirty="0" err="1">
                  <a:solidFill>
                    <a:srgbClr val="004D2B"/>
                  </a:solidFill>
                  <a:latin typeface="Segoe UI"/>
                  <a:ea typeface="DejaVu Sans"/>
                </a:rPr>
                <a:t>StatusCodeHandler</a:t>
              </a:r>
              <a:r>
                <a:rPr lang="en-US" sz="1600" b="0" strike="noStrike" spc="-1" dirty="0">
                  <a:solidFill>
                    <a:srgbClr val="004D2B"/>
                  </a:solidFill>
                  <a:latin typeface="Segoe UI"/>
                  <a:ea typeface="DejaVu Sans"/>
                </a:rPr>
                <a:t>/</a:t>
              </a:r>
              <a:r>
                <a:rPr lang="en-US" sz="1600" b="0" strike="noStrike" spc="-1" dirty="0" err="1">
                  <a:solidFill>
                    <a:srgbClr val="004D2B"/>
                  </a:solidFill>
                  <a:latin typeface="Segoe UI"/>
                  <a:ea typeface="DejaVu Sans"/>
                </a:rPr>
                <a:t>Smm</a:t>
              </a:r>
              <a:r>
                <a:rPr lang="en-US" sz="1600" b="0" strike="noStrike" spc="-1" dirty="0">
                  <a:solidFill>
                    <a:srgbClr val="004D2B"/>
                  </a:solidFill>
                  <a:latin typeface="Segoe UI"/>
                  <a:ea typeface="DejaVu Sans"/>
                </a:rPr>
                <a:t>/</a:t>
              </a:r>
              <a:r>
                <a:rPr lang="en-US" sz="1600" spc="-1" dirty="0">
                  <a:solidFill>
                    <a:srgbClr val="0070C0"/>
                  </a:solidFill>
                  <a:latin typeface="Segoe UI"/>
                </a:rPr>
                <a:t>StatusCodeHandlerSmm.inf </a:t>
              </a:r>
              <a:r>
                <a:rPr lang="en-US" sz="1600" b="0" strike="noStrike" spc="-1" dirty="0">
                  <a:solidFill>
                    <a:srgbClr val="3F3F3F"/>
                  </a:solidFill>
                  <a:latin typeface="Segoe UI"/>
                  <a:ea typeface="DejaVu Sans"/>
                </a:rPr>
                <a:t>{</a:t>
              </a:r>
              <a:endParaRPr lang="en-US" sz="1600" b="0" strike="noStrike" spc="-1" dirty="0">
                <a:latin typeface="Arial"/>
              </a:endParaRPr>
            </a:p>
          </p:txBody>
        </p:sp>
        <p:sp>
          <p:nvSpPr>
            <p:cNvPr id="40" name="CustomShape 16">
              <a:extLst>
                <a:ext uri="{FF2B5EF4-FFF2-40B4-BE49-F238E27FC236}">
                  <a16:creationId xmlns:a16="http://schemas.microsoft.com/office/drawing/2014/main" id="{024C96FB-1B26-4A22-A9F4-CB26E84892E8}"/>
                </a:ext>
              </a:extLst>
            </p:cNvPr>
            <p:cNvSpPr/>
            <p:nvPr/>
          </p:nvSpPr>
          <p:spPr>
            <a:xfrm rot="5400000">
              <a:off x="6216610" y="4398480"/>
              <a:ext cx="136080" cy="136080"/>
            </a:xfrm>
            <a:prstGeom prst="rightArrow">
              <a:avLst>
                <a:gd name="adj1" fmla="val 66700"/>
                <a:gd name="adj2" fmla="val 50000"/>
              </a:avLst>
            </a:prstGeom>
            <a:solidFill>
              <a:schemeClr val="accent1">
                <a:tint val="60000"/>
                <a:hueOff val="0"/>
                <a:satOff val="0"/>
                <a:lumOff val="0"/>
                <a:alphaOff val="0"/>
              </a:schemeClr>
            </a:solidFill>
            <a:ln>
              <a:noFill/>
            </a:ln>
            <a:scene3d>
              <a:camera prst="orthographicFront">
                <a:rot lat="0" lon="0" rev="0"/>
              </a:camera>
              <a:lightRig rig="contrasting" dir="t">
                <a:rot lat="0" lon="0" rev="1200000"/>
              </a:lightRig>
            </a:scene3d>
            <a:sp3d z="-182000" contourW="19050" prstMaterial="metal">
              <a:bevelT w="88900" h="203200"/>
              <a:bevelB w="165100" h="254000"/>
            </a:sp3d>
          </p:spPr>
          <p:style>
            <a:lnRef idx="0">
              <a:scrgbClr r="0" g="0" b="0"/>
            </a:lnRef>
            <a:fillRef idx="0">
              <a:scrgbClr r="0" g="0" b="0"/>
            </a:fillRef>
            <a:effectRef idx="0">
              <a:scrgbClr r="0" g="0" b="0"/>
            </a:effectRef>
            <a:fontRef idx="minor"/>
          </p:style>
        </p:sp>
        <p:sp>
          <p:nvSpPr>
            <p:cNvPr id="41" name="CustomShape 17">
              <a:extLst>
                <a:ext uri="{FF2B5EF4-FFF2-40B4-BE49-F238E27FC236}">
                  <a16:creationId xmlns:a16="http://schemas.microsoft.com/office/drawing/2014/main" id="{B5EAAA6C-068D-4667-A455-356F40E64575}"/>
                </a:ext>
              </a:extLst>
            </p:cNvPr>
            <p:cNvSpPr/>
            <p:nvPr/>
          </p:nvSpPr>
          <p:spPr>
            <a:xfrm>
              <a:off x="3812040" y="4604760"/>
              <a:ext cx="4945220" cy="429480"/>
            </a:xfrm>
            <a:prstGeom prst="roundRect">
              <a:avLst>
                <a:gd name="adj" fmla="val 10000"/>
              </a:avLst>
            </a:prstGeom>
            <a:solidFill>
              <a:schemeClr val="accent1">
                <a:alpha val="90000"/>
                <a:tint val="40000"/>
                <a:hueOff val="0"/>
                <a:satOff val="0"/>
                <a:lumOff val="0"/>
                <a:alphaOff val="0"/>
              </a:schemeClr>
            </a:solidFill>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0">
              <a:scrgbClr r="0" g="0" b="0"/>
            </a:fillRef>
            <a:effectRef idx="0">
              <a:scrgbClr r="0" g="0" b="0"/>
            </a:effectRef>
            <a:fontRef idx="minor"/>
          </p:style>
          <p:txBody>
            <a:bodyPr lIns="32760" tIns="32760" rIns="20160" bIns="32760" anchor="ctr">
              <a:noAutofit/>
            </a:bodyPr>
            <a:lstStyle/>
            <a:p>
              <a:pPr algn="ctr">
                <a:lnSpc>
                  <a:spcPct val="90000"/>
                </a:lnSpc>
              </a:pPr>
              <a:r>
                <a:rPr lang="en-US" sz="1600" b="1" strike="noStrike" spc="-1">
                  <a:solidFill>
                    <a:srgbClr val="FF0000"/>
                  </a:solidFill>
                  <a:latin typeface="Segoe UI"/>
                  <a:ea typeface="DejaVu Sans"/>
                </a:rPr>
                <a:t>&lt;SOURCE_OVERRIDE_PATH&gt;</a:t>
              </a:r>
              <a:endParaRPr lang="en-US" sz="1600" b="0" strike="noStrike" spc="-1">
                <a:latin typeface="Arial"/>
              </a:endParaRPr>
            </a:p>
          </p:txBody>
        </p:sp>
        <p:sp>
          <p:nvSpPr>
            <p:cNvPr id="42" name="CustomShape 18">
              <a:extLst>
                <a:ext uri="{FF2B5EF4-FFF2-40B4-BE49-F238E27FC236}">
                  <a16:creationId xmlns:a16="http://schemas.microsoft.com/office/drawing/2014/main" id="{31F51B9B-1777-4A0C-98A7-12767C25FA1F}"/>
                </a:ext>
              </a:extLst>
            </p:cNvPr>
            <p:cNvSpPr/>
            <p:nvPr/>
          </p:nvSpPr>
          <p:spPr>
            <a:xfrm rot="5400000">
              <a:off x="6216610" y="5104440"/>
              <a:ext cx="136080" cy="136080"/>
            </a:xfrm>
            <a:prstGeom prst="rightArrow">
              <a:avLst>
                <a:gd name="adj1" fmla="val 66700"/>
                <a:gd name="adj2" fmla="val 50000"/>
              </a:avLst>
            </a:prstGeom>
            <a:solidFill>
              <a:schemeClr val="accent1">
                <a:tint val="60000"/>
                <a:hueOff val="0"/>
                <a:satOff val="0"/>
                <a:lumOff val="0"/>
                <a:alphaOff val="0"/>
              </a:schemeClr>
            </a:solidFill>
            <a:ln>
              <a:noFill/>
            </a:ln>
            <a:scene3d>
              <a:camera prst="orthographicFront">
                <a:rot lat="0" lon="0" rev="0"/>
              </a:camera>
              <a:lightRig rig="contrasting" dir="t">
                <a:rot lat="0" lon="0" rev="1200000"/>
              </a:lightRig>
            </a:scene3d>
            <a:sp3d z="-182000" contourW="19050" prstMaterial="metal">
              <a:bevelT w="88900" h="203200"/>
              <a:bevelB w="165100" h="254000"/>
            </a:sp3d>
          </p:spPr>
          <p:style>
            <a:lnRef idx="0">
              <a:scrgbClr r="0" g="0" b="0"/>
            </a:lnRef>
            <a:fillRef idx="0">
              <a:scrgbClr r="0" g="0" b="0"/>
            </a:fillRef>
            <a:effectRef idx="0">
              <a:scrgbClr r="0" g="0" b="0"/>
            </a:effectRef>
            <a:fontRef idx="minor"/>
          </p:style>
        </p:sp>
        <p:sp>
          <p:nvSpPr>
            <p:cNvPr id="43" name="CustomShape 19">
              <a:extLst>
                <a:ext uri="{FF2B5EF4-FFF2-40B4-BE49-F238E27FC236}">
                  <a16:creationId xmlns:a16="http://schemas.microsoft.com/office/drawing/2014/main" id="{8BA9664E-0BA5-4B0C-8937-3E92F35A1A05}"/>
                </a:ext>
              </a:extLst>
            </p:cNvPr>
            <p:cNvSpPr/>
            <p:nvPr/>
          </p:nvSpPr>
          <p:spPr>
            <a:xfrm>
              <a:off x="3788280" y="5310360"/>
              <a:ext cx="4968980" cy="783720"/>
            </a:xfrm>
            <a:prstGeom prst="roundRect">
              <a:avLst>
                <a:gd name="adj" fmla="val 10000"/>
              </a:avLst>
            </a:prstGeom>
            <a:solidFill>
              <a:schemeClr val="accent1">
                <a:alpha val="90000"/>
                <a:tint val="40000"/>
                <a:hueOff val="0"/>
                <a:satOff val="0"/>
                <a:lumOff val="0"/>
                <a:alphaOff val="0"/>
              </a:schemeClr>
            </a:solidFill>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0">
              <a:scrgbClr r="0" g="0" b="0"/>
            </a:fillRef>
            <a:effectRef idx="0">
              <a:scrgbClr r="0" g="0" b="0"/>
            </a:effectRef>
            <a:fontRef idx="minor"/>
          </p:style>
          <p:txBody>
            <a:bodyPr lIns="43200" tIns="43200" rIns="20160" bIns="43200" anchor="ctr">
              <a:noAutofit/>
            </a:bodyPr>
            <a:lstStyle/>
            <a:p>
              <a:pPr>
                <a:lnSpc>
                  <a:spcPct val="100000"/>
                </a:lnSpc>
              </a:pPr>
              <a:r>
                <a:rPr lang="en-US" sz="1600" b="0" strike="noStrike" spc="-1" dirty="0">
                  <a:solidFill>
                    <a:srgbClr val="C00000"/>
                  </a:solidFill>
                  <a:latin typeface="Segoe UI"/>
                  <a:ea typeface="DejaVu Sans"/>
                </a:rPr>
                <a:t>$(PROJECT_PKG)/Override/EDK2/</a:t>
              </a:r>
              <a:r>
                <a:rPr lang="en-US" sz="1600" b="0" strike="noStrike" spc="-1" dirty="0" err="1">
                  <a:solidFill>
                    <a:srgbClr val="C00000"/>
                  </a:solidFill>
                  <a:latin typeface="Segoe UI"/>
                  <a:ea typeface="DejaVu Sans"/>
                </a:rPr>
                <a:t>MdeModulePkg</a:t>
              </a:r>
              <a:r>
                <a:rPr lang="en-US" sz="1600" b="0" strike="noStrike" spc="-1" dirty="0">
                  <a:solidFill>
                    <a:srgbClr val="C00000"/>
                  </a:solidFill>
                  <a:latin typeface="Segoe UI"/>
                  <a:ea typeface="DejaVu Sans"/>
                </a:rPr>
                <a:t>/Universal/</a:t>
              </a:r>
              <a:r>
                <a:rPr lang="en-US" sz="1600" b="0" strike="noStrike" spc="-1" dirty="0" err="1">
                  <a:solidFill>
                    <a:srgbClr val="C00000"/>
                  </a:solidFill>
                  <a:latin typeface="Segoe UI"/>
                  <a:ea typeface="DejaVu Sans"/>
                </a:rPr>
                <a:t>StatusCodeHandler</a:t>
              </a:r>
              <a:r>
                <a:rPr lang="en-US" sz="1600" b="0" strike="noStrike" spc="-1" dirty="0">
                  <a:solidFill>
                    <a:srgbClr val="C00000"/>
                  </a:solidFill>
                  <a:latin typeface="Segoe UI"/>
                  <a:ea typeface="DejaVu Sans"/>
                </a:rPr>
                <a:t>/</a:t>
              </a:r>
              <a:r>
                <a:rPr lang="en-US" sz="1600" b="0" strike="noStrike" spc="-1" dirty="0" err="1">
                  <a:solidFill>
                    <a:srgbClr val="C00000"/>
                  </a:solidFill>
                  <a:latin typeface="Segoe UI"/>
                  <a:ea typeface="DejaVu Sans"/>
                </a:rPr>
                <a:t>Smm</a:t>
              </a:r>
              <a:r>
                <a:rPr lang="en-US" sz="1600" b="0" strike="noStrike" spc="-1" dirty="0">
                  <a:solidFill>
                    <a:srgbClr val="C00000"/>
                  </a:solidFill>
                  <a:latin typeface="Segoe UI"/>
                  <a:ea typeface="DejaVu Sans"/>
                </a:rPr>
                <a:t> </a:t>
              </a:r>
              <a:r>
                <a:rPr lang="en-US" sz="1600" b="0" strike="noStrike" spc="-1" dirty="0">
                  <a:solidFill>
                    <a:srgbClr val="3F3F3F"/>
                  </a:solidFill>
                  <a:latin typeface="Segoe UI"/>
                  <a:ea typeface="DejaVu Sans"/>
                </a:rPr>
                <a:t>}</a:t>
              </a:r>
              <a:endParaRPr lang="en-US" sz="1600" b="0" strike="noStrike" spc="-1" dirty="0">
                <a:latin typeface="Arial"/>
              </a:endParaRPr>
            </a:p>
          </p:txBody>
        </p:sp>
      </p:grpSp>
    </p:spTree>
    <p:extLst>
      <p:ext uri="{BB962C8B-B14F-4D97-AF65-F5344CB8AC3E}">
        <p14:creationId xmlns:p14="http://schemas.microsoft.com/office/powerpoint/2010/main" val="1086467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E996D14-5CAD-4EA4-AF2C-5B6E7E62D9E1}"/>
              </a:ext>
            </a:extLst>
          </p:cNvPr>
          <p:cNvSpPr>
            <a:spLocks noGrp="1"/>
          </p:cNvSpPr>
          <p:nvPr>
            <p:ph type="title"/>
          </p:nvPr>
        </p:nvSpPr>
        <p:spPr/>
        <p:txBody>
          <a:bodyPr>
            <a:normAutofit/>
          </a:bodyPr>
          <a:lstStyle/>
          <a:p>
            <a:r>
              <a:rPr lang="en-US" altLang="zh-TW" dirty="0"/>
              <a:t>How to Use Override</a:t>
            </a:r>
            <a:br>
              <a:rPr lang="en-US" altLang="zh-TW" dirty="0"/>
            </a:br>
            <a:r>
              <a:rPr lang="en-US" altLang="zh-TW" sz="2000" dirty="0"/>
              <a:t>Example</a:t>
            </a:r>
            <a:endParaRPr lang="zh-TW" altLang="en-US" sz="2000" dirty="0"/>
          </a:p>
        </p:txBody>
      </p:sp>
      <p:sp>
        <p:nvSpPr>
          <p:cNvPr id="3" name="內容版面配置區 2">
            <a:extLst>
              <a:ext uri="{FF2B5EF4-FFF2-40B4-BE49-F238E27FC236}">
                <a16:creationId xmlns:a16="http://schemas.microsoft.com/office/drawing/2014/main" id="{CD930E4E-51FC-46C4-BAA0-B597DF86A218}"/>
              </a:ext>
            </a:extLst>
          </p:cNvPr>
          <p:cNvSpPr>
            <a:spLocks noGrp="1"/>
          </p:cNvSpPr>
          <p:nvPr>
            <p:ph idx="1"/>
          </p:nvPr>
        </p:nvSpPr>
        <p:spPr>
          <a:xfrm>
            <a:off x="838200" y="1398494"/>
            <a:ext cx="8257674" cy="4778469"/>
          </a:xfrm>
        </p:spPr>
        <p:txBody>
          <a:bodyPr>
            <a:normAutofit/>
          </a:bodyPr>
          <a:lstStyle/>
          <a:p>
            <a:pPr marL="228600" indent="-227160">
              <a:lnSpc>
                <a:spcPct val="100000"/>
              </a:lnSpc>
              <a:buClr>
                <a:srgbClr val="3F3F3F"/>
              </a:buClr>
              <a:buFont typeface="Arial"/>
              <a:buChar char="•"/>
            </a:pPr>
            <a:r>
              <a:rPr lang="en-US" altLang="zh-TW" sz="2000" b="0" strike="noStrike" spc="-1" dirty="0">
                <a:solidFill>
                  <a:srgbClr val="3F3F3F"/>
                </a:solidFill>
                <a:latin typeface="Segoe UI"/>
                <a:ea typeface="新細明體"/>
              </a:rPr>
              <a:t>Duplicate directory structure</a:t>
            </a:r>
            <a:endParaRPr lang="en-US" altLang="zh-TW" sz="2000" b="0" strike="noStrike" spc="-1" dirty="0">
              <a:latin typeface="Arial"/>
            </a:endParaRPr>
          </a:p>
          <a:p>
            <a:pPr marL="685800" lvl="1" indent="-227160">
              <a:lnSpc>
                <a:spcPct val="100000"/>
              </a:lnSpc>
              <a:buClr>
                <a:srgbClr val="3F3F3F"/>
              </a:buClr>
              <a:buFont typeface="Arial"/>
              <a:buChar char="•"/>
            </a:pPr>
            <a:r>
              <a:rPr lang="en-US" altLang="zh-TW" sz="1600" b="0" strike="noStrike" spc="-1" dirty="0">
                <a:solidFill>
                  <a:srgbClr val="3F3F3F"/>
                </a:solidFill>
                <a:latin typeface="Segoe UI"/>
                <a:ea typeface="新細明體"/>
              </a:rPr>
              <a:t>Ex: EDK2\</a:t>
            </a:r>
            <a:r>
              <a:rPr lang="en-US" altLang="zh-TW" sz="1600" b="0" strike="noStrike" spc="-1" dirty="0" err="1">
                <a:solidFill>
                  <a:srgbClr val="3F3F3F"/>
                </a:solidFill>
                <a:latin typeface="Segoe UI"/>
                <a:ea typeface="新細明體"/>
              </a:rPr>
              <a:t>MdeModulePkg</a:t>
            </a:r>
            <a:r>
              <a:rPr lang="en-US" altLang="zh-TW" sz="1600" spc="-1" dirty="0">
                <a:solidFill>
                  <a:srgbClr val="3F3F3F"/>
                </a:solidFill>
                <a:latin typeface="Segoe UI"/>
                <a:ea typeface="新細明體"/>
              </a:rPr>
              <a:t>\</a:t>
            </a:r>
            <a:r>
              <a:rPr lang="en-US" altLang="zh-TW" sz="1600" b="0" strike="noStrike" spc="-1" dirty="0">
                <a:solidFill>
                  <a:srgbClr val="3F3F3F"/>
                </a:solidFill>
                <a:latin typeface="Segoe UI"/>
                <a:ea typeface="新細明體"/>
              </a:rPr>
              <a:t>Core</a:t>
            </a:r>
            <a:r>
              <a:rPr lang="en-US" altLang="zh-TW" sz="1600" spc="-1" dirty="0">
                <a:solidFill>
                  <a:srgbClr val="3F3F3F"/>
                </a:solidFill>
                <a:latin typeface="Segoe UI"/>
                <a:ea typeface="新細明體"/>
              </a:rPr>
              <a:t>\</a:t>
            </a:r>
            <a:r>
              <a:rPr lang="en-US" altLang="zh-TW" sz="1600" b="0" strike="noStrike" spc="-1" dirty="0" err="1">
                <a:solidFill>
                  <a:srgbClr val="3F3F3F"/>
                </a:solidFill>
                <a:latin typeface="Segoe UI"/>
                <a:ea typeface="新細明體"/>
              </a:rPr>
              <a:t>Dxe</a:t>
            </a:r>
            <a:r>
              <a:rPr lang="en-US" altLang="zh-TW" sz="1600" spc="-1" dirty="0">
                <a:solidFill>
                  <a:srgbClr val="3F3F3F"/>
                </a:solidFill>
                <a:latin typeface="Segoe UI"/>
                <a:ea typeface="新細明體"/>
              </a:rPr>
              <a:t>\</a:t>
            </a:r>
            <a:r>
              <a:rPr lang="en-US" altLang="zh-TW" sz="1600" b="0" strike="noStrike" spc="-1" dirty="0">
                <a:solidFill>
                  <a:srgbClr val="3F3F3F"/>
                </a:solidFill>
                <a:latin typeface="Segoe UI"/>
                <a:ea typeface="新細明體"/>
              </a:rPr>
              <a:t>Event</a:t>
            </a:r>
            <a:endParaRPr lang="en-US" altLang="zh-TW" sz="1400" b="1" strike="noStrike" spc="-1" dirty="0">
              <a:solidFill>
                <a:srgbClr val="5C5C5C"/>
              </a:solidFill>
              <a:latin typeface="Segoe UI"/>
              <a:ea typeface="DejaVu Sans"/>
            </a:endParaRPr>
          </a:p>
          <a:p>
            <a:pPr marL="458640" lvl="1" indent="0">
              <a:lnSpc>
                <a:spcPct val="100000"/>
              </a:lnSpc>
              <a:buNone/>
            </a:pPr>
            <a:endParaRPr lang="en-US" altLang="zh-TW" sz="1400" b="1" strike="noStrike" spc="-1" dirty="0">
              <a:solidFill>
                <a:srgbClr val="5C5C5C"/>
              </a:solidFill>
              <a:latin typeface="Segoe UI"/>
              <a:ea typeface="DejaVu Sans"/>
            </a:endParaRPr>
          </a:p>
          <a:p>
            <a:pPr marL="458640" lvl="1" indent="0">
              <a:lnSpc>
                <a:spcPct val="100000"/>
              </a:lnSpc>
              <a:buNone/>
            </a:pPr>
            <a:endParaRPr lang="en-US" altLang="zh-TW" sz="1400" b="1" strike="noStrike" spc="-1" dirty="0">
              <a:solidFill>
                <a:srgbClr val="5C5C5C"/>
              </a:solidFill>
              <a:latin typeface="Segoe UI"/>
              <a:ea typeface="DejaVu Sans"/>
            </a:endParaRPr>
          </a:p>
          <a:p>
            <a:pPr marL="458640" lvl="1" indent="0">
              <a:lnSpc>
                <a:spcPct val="100000"/>
              </a:lnSpc>
              <a:buNone/>
            </a:pPr>
            <a:r>
              <a:rPr lang="en-US" altLang="zh-TW" sz="1800" b="1" strike="noStrike" spc="-1" dirty="0" err="1">
                <a:solidFill>
                  <a:srgbClr val="5C5C5C"/>
                </a:solidFill>
                <a:latin typeface="Segoe UI"/>
                <a:ea typeface="DejaVu Sans"/>
              </a:rPr>
              <a:t>MdeModulePkg</a:t>
            </a:r>
            <a:r>
              <a:rPr lang="en-US" altLang="zh-TW" sz="1800" b="1" strike="noStrike" spc="-1" dirty="0">
                <a:solidFill>
                  <a:srgbClr val="5C5C5C"/>
                </a:solidFill>
                <a:latin typeface="Segoe UI"/>
                <a:ea typeface="DejaVu Sans"/>
              </a:rPr>
              <a:t>/Core/</a:t>
            </a:r>
            <a:r>
              <a:rPr lang="en-US" altLang="zh-TW" sz="1800" b="1" strike="noStrike" spc="-1" dirty="0" err="1">
                <a:solidFill>
                  <a:srgbClr val="5C5C5C"/>
                </a:solidFill>
                <a:latin typeface="Segoe UI"/>
                <a:ea typeface="DejaVu Sans"/>
              </a:rPr>
              <a:t>Dxe</a:t>
            </a:r>
            <a:r>
              <a:rPr lang="en-US" altLang="zh-TW" sz="1800" b="1" strike="noStrike" spc="-1" dirty="0">
                <a:solidFill>
                  <a:srgbClr val="5C5C5C"/>
                </a:solidFill>
                <a:latin typeface="Segoe UI"/>
                <a:ea typeface="DejaVu Sans"/>
              </a:rPr>
              <a:t>/DxeMain.inf {</a:t>
            </a:r>
            <a:endParaRPr lang="en-US" altLang="zh-TW" sz="1800" b="0" strike="noStrike" spc="-1" dirty="0">
              <a:latin typeface="Arial"/>
            </a:endParaRPr>
          </a:p>
          <a:p>
            <a:pPr marL="458640" lvl="1" indent="0">
              <a:lnSpc>
                <a:spcPct val="100000"/>
              </a:lnSpc>
              <a:buNone/>
            </a:pPr>
            <a:r>
              <a:rPr lang="en-US" altLang="zh-TW" sz="1800" b="1" strike="noStrike" spc="-1" dirty="0">
                <a:solidFill>
                  <a:srgbClr val="5C5C5C"/>
                </a:solidFill>
                <a:latin typeface="Segoe UI"/>
                <a:ea typeface="DejaVu Sans"/>
              </a:rPr>
              <a:t>    </a:t>
            </a:r>
            <a:r>
              <a:rPr lang="en-US" altLang="zh-TW" sz="1800" b="1" strike="noStrike" spc="-1" dirty="0">
                <a:solidFill>
                  <a:srgbClr val="FF0000"/>
                </a:solidFill>
                <a:latin typeface="Segoe UI"/>
                <a:ea typeface="DejaVu Sans"/>
              </a:rPr>
              <a:t>&lt;SOURCE_OVERRIDE_PATH&gt;</a:t>
            </a:r>
            <a:endParaRPr lang="en-US" altLang="zh-TW" sz="1800" b="0" strike="noStrike" spc="-1" dirty="0">
              <a:latin typeface="Arial"/>
            </a:endParaRPr>
          </a:p>
          <a:p>
            <a:pPr marL="458640" lvl="1" indent="0">
              <a:lnSpc>
                <a:spcPct val="100000"/>
              </a:lnSpc>
              <a:buNone/>
            </a:pPr>
            <a:r>
              <a:rPr lang="en-US" altLang="zh-TW" sz="1800" b="1" strike="noStrike" spc="-1" dirty="0">
                <a:solidFill>
                  <a:srgbClr val="5C5C5C"/>
                </a:solidFill>
                <a:latin typeface="Segoe UI"/>
                <a:ea typeface="DejaVu Sans"/>
              </a:rPr>
              <a:t>      </a:t>
            </a:r>
            <a:r>
              <a:rPr lang="zh-TW" altLang="en-US" sz="1800" b="1" strike="noStrike" spc="-1" dirty="0">
                <a:solidFill>
                  <a:srgbClr val="5C5C5C"/>
                </a:solidFill>
                <a:latin typeface="Segoe UI"/>
                <a:ea typeface="DejaVu Sans"/>
              </a:rPr>
              <a:t>  </a:t>
            </a:r>
            <a:r>
              <a:rPr lang="en-US" altLang="zh-TW" sz="1800" b="1" strike="noStrike" spc="-1" dirty="0">
                <a:solidFill>
                  <a:srgbClr val="5C5C5C"/>
                </a:solidFill>
                <a:latin typeface="Segoe UI"/>
                <a:ea typeface="DejaVu Sans"/>
              </a:rPr>
              <a:t> </a:t>
            </a:r>
            <a:r>
              <a:rPr lang="en-US" altLang="zh-TW" sz="1800" b="1" strike="noStrike" spc="-1" dirty="0" err="1">
                <a:solidFill>
                  <a:srgbClr val="5C5C5C"/>
                </a:solidFill>
                <a:latin typeface="Segoe UI"/>
                <a:ea typeface="DejaVu Sans"/>
              </a:rPr>
              <a:t>MdeModulePkg</a:t>
            </a:r>
            <a:r>
              <a:rPr lang="en-US" altLang="zh-TW" sz="1800" b="1" strike="noStrike" spc="-1" dirty="0">
                <a:solidFill>
                  <a:srgbClr val="5C5C5C"/>
                </a:solidFill>
                <a:latin typeface="Segoe UI"/>
                <a:ea typeface="DejaVu Sans"/>
              </a:rPr>
              <a:t>/Override/Core/</a:t>
            </a:r>
            <a:r>
              <a:rPr lang="en-US" altLang="zh-TW" sz="1800" b="1" strike="noStrike" spc="-1" dirty="0" err="1">
                <a:solidFill>
                  <a:srgbClr val="5C5C5C"/>
                </a:solidFill>
                <a:latin typeface="Segoe UI"/>
                <a:ea typeface="DejaVu Sans"/>
              </a:rPr>
              <a:t>Dxe</a:t>
            </a:r>
            <a:endParaRPr lang="en-US" altLang="zh-TW" sz="1800" b="0" strike="noStrike" spc="-1" dirty="0">
              <a:latin typeface="Arial"/>
            </a:endParaRPr>
          </a:p>
          <a:p>
            <a:pPr marL="458640" lvl="1" indent="0">
              <a:lnSpc>
                <a:spcPct val="100000"/>
              </a:lnSpc>
              <a:buNone/>
            </a:pPr>
            <a:r>
              <a:rPr lang="en-US" altLang="zh-TW" sz="1800" b="1" strike="noStrike" spc="-1" dirty="0">
                <a:solidFill>
                  <a:srgbClr val="5C5C5C"/>
                </a:solidFill>
                <a:latin typeface="Segoe UI"/>
                <a:ea typeface="DejaVu Sans"/>
              </a:rPr>
              <a:t>}</a:t>
            </a:r>
            <a:endParaRPr lang="en-US" altLang="zh-TW" sz="1800" b="0" strike="noStrike" spc="-1" dirty="0">
              <a:latin typeface="Arial"/>
            </a:endParaRPr>
          </a:p>
          <a:p>
            <a:endParaRPr lang="zh-TW" altLang="en-US" sz="2000" dirty="0"/>
          </a:p>
        </p:txBody>
      </p:sp>
    </p:spTree>
    <p:extLst>
      <p:ext uri="{BB962C8B-B14F-4D97-AF65-F5344CB8AC3E}">
        <p14:creationId xmlns:p14="http://schemas.microsoft.com/office/powerpoint/2010/main" val="23143737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E996D14-5CAD-4EA4-AF2C-5B6E7E62D9E1}"/>
              </a:ext>
            </a:extLst>
          </p:cNvPr>
          <p:cNvSpPr>
            <a:spLocks noGrp="1"/>
          </p:cNvSpPr>
          <p:nvPr>
            <p:ph type="title"/>
          </p:nvPr>
        </p:nvSpPr>
        <p:spPr/>
        <p:txBody>
          <a:bodyPr>
            <a:normAutofit/>
          </a:bodyPr>
          <a:lstStyle/>
          <a:p>
            <a:r>
              <a:rPr lang="en-US" altLang="zh-TW" dirty="0"/>
              <a:t>How to Use Override</a:t>
            </a:r>
            <a:br>
              <a:rPr lang="en-US" altLang="zh-TW" dirty="0"/>
            </a:br>
            <a:r>
              <a:rPr lang="en-US" altLang="zh-TW" sz="2000" dirty="0"/>
              <a:t>Example</a:t>
            </a:r>
            <a:endParaRPr lang="zh-TW" altLang="en-US" sz="2000" dirty="0"/>
          </a:p>
        </p:txBody>
      </p:sp>
      <p:sp>
        <p:nvSpPr>
          <p:cNvPr id="3" name="內容版面配置區 2">
            <a:extLst>
              <a:ext uri="{FF2B5EF4-FFF2-40B4-BE49-F238E27FC236}">
                <a16:creationId xmlns:a16="http://schemas.microsoft.com/office/drawing/2014/main" id="{CD930E4E-51FC-46C4-BAA0-B597DF86A218}"/>
              </a:ext>
            </a:extLst>
          </p:cNvPr>
          <p:cNvSpPr>
            <a:spLocks noGrp="1"/>
          </p:cNvSpPr>
          <p:nvPr>
            <p:ph idx="1"/>
          </p:nvPr>
        </p:nvSpPr>
        <p:spPr/>
        <p:txBody>
          <a:bodyPr>
            <a:normAutofit fontScale="25000" lnSpcReduction="20000"/>
          </a:bodyPr>
          <a:lstStyle/>
          <a:p>
            <a:pPr marL="228600" indent="-227160">
              <a:lnSpc>
                <a:spcPct val="100000"/>
              </a:lnSpc>
              <a:buClr>
                <a:srgbClr val="3F3F3F"/>
              </a:buClr>
              <a:buFont typeface="Arial"/>
              <a:buChar char="•"/>
            </a:pPr>
            <a:r>
              <a:rPr lang="en-US" altLang="zh-TW" sz="11200" b="0" strike="noStrike" spc="-1" dirty="0">
                <a:solidFill>
                  <a:srgbClr val="3F3F3F"/>
                </a:solidFill>
                <a:ea typeface="新細明體"/>
              </a:rPr>
              <a:t>Override the INF file only when it needs to change</a:t>
            </a:r>
            <a:endParaRPr lang="en-US" altLang="zh-TW" sz="11200" b="0" strike="noStrike" spc="-1" dirty="0"/>
          </a:p>
          <a:p>
            <a:pPr marL="685800" lvl="1" indent="-227160">
              <a:lnSpc>
                <a:spcPct val="100000"/>
              </a:lnSpc>
              <a:buClr>
                <a:srgbClr val="3F3F3F"/>
              </a:buClr>
              <a:buFont typeface="Arial"/>
              <a:buChar char="•"/>
            </a:pPr>
            <a:r>
              <a:rPr lang="en-US" altLang="zh-TW" sz="7200" b="0" strike="noStrike" spc="-1" dirty="0">
                <a:solidFill>
                  <a:srgbClr val="3F3F3F"/>
                </a:solidFill>
                <a:ea typeface="新細明體"/>
              </a:rPr>
              <a:t>Ex: Add GUID/Library Class/PPI/Protocol/PCD/Package/</a:t>
            </a:r>
            <a:r>
              <a:rPr lang="en-US" altLang="zh-TW" sz="7200" b="0" strike="noStrike" spc="-1" dirty="0" err="1">
                <a:solidFill>
                  <a:srgbClr val="3F3F3F"/>
                </a:solidFill>
                <a:ea typeface="新細明體"/>
              </a:rPr>
              <a:t>Depex</a:t>
            </a:r>
            <a:r>
              <a:rPr lang="en-US" altLang="zh-TW" sz="7200" b="0" strike="noStrike" spc="-1" dirty="0">
                <a:solidFill>
                  <a:srgbClr val="3F3F3F"/>
                </a:solidFill>
                <a:ea typeface="新細明體"/>
              </a:rPr>
              <a:t>/…</a:t>
            </a:r>
            <a:endParaRPr lang="en-US" altLang="zh-TW" sz="7200" b="0" strike="noStrike" spc="-1" dirty="0"/>
          </a:p>
          <a:p>
            <a:pPr marL="458640" lvl="1" indent="0">
              <a:lnSpc>
                <a:spcPct val="100000"/>
              </a:lnSpc>
              <a:buNone/>
            </a:pPr>
            <a:endParaRPr lang="en-US" altLang="zh-TW" sz="1800" b="1" strike="noStrike" spc="-1" dirty="0">
              <a:solidFill>
                <a:srgbClr val="5C5C5C"/>
              </a:solidFill>
              <a:latin typeface="Segoe UI"/>
              <a:ea typeface="DejaVu Sans"/>
            </a:endParaRPr>
          </a:p>
          <a:p>
            <a:pPr marL="1440" indent="0">
              <a:lnSpc>
                <a:spcPct val="100000"/>
              </a:lnSpc>
              <a:spcBef>
                <a:spcPts val="600"/>
              </a:spcBef>
              <a:buNone/>
            </a:pPr>
            <a:endParaRPr lang="en-US" altLang="zh-TW" sz="6400" b="1" strike="noStrike" spc="-1" dirty="0">
              <a:solidFill>
                <a:srgbClr val="FF0000"/>
              </a:solidFill>
              <a:ea typeface="DejaVu Sans"/>
            </a:endParaRPr>
          </a:p>
          <a:p>
            <a:pPr marL="1440" indent="0">
              <a:lnSpc>
                <a:spcPct val="100000"/>
              </a:lnSpc>
              <a:spcBef>
                <a:spcPts val="300"/>
              </a:spcBef>
              <a:buNone/>
            </a:pPr>
            <a:r>
              <a:rPr lang="en-US" altLang="zh-TW" sz="6400" b="1" strike="noStrike" spc="-1" dirty="0">
                <a:solidFill>
                  <a:srgbClr val="FF0000"/>
                </a:solidFill>
                <a:ea typeface="DejaVu Sans"/>
              </a:rPr>
              <a:t>!disable </a:t>
            </a:r>
            <a:r>
              <a:rPr lang="en-US" altLang="zh-TW" sz="6400" b="1" strike="noStrike" spc="-1" dirty="0" err="1">
                <a:solidFill>
                  <a:srgbClr val="5C5C5C"/>
                </a:solidFill>
                <a:ea typeface="DejaVu Sans"/>
              </a:rPr>
              <a:t>InsydeModulePkg</a:t>
            </a:r>
            <a:r>
              <a:rPr lang="en-US" altLang="zh-TW" sz="6400" b="1" strike="noStrike" spc="-1" dirty="0">
                <a:solidFill>
                  <a:srgbClr val="5C5C5C"/>
                </a:solidFill>
                <a:ea typeface="DejaVu Sans"/>
              </a:rPr>
              <a:t>/Universal/</a:t>
            </a:r>
            <a:r>
              <a:rPr lang="en-US" altLang="zh-TW" sz="6400" b="1" strike="noStrike" spc="-1" dirty="0" err="1">
                <a:solidFill>
                  <a:srgbClr val="5C5C5C"/>
                </a:solidFill>
                <a:ea typeface="DejaVu Sans"/>
              </a:rPr>
              <a:t>FirmwareVolume</a:t>
            </a:r>
            <a:r>
              <a:rPr lang="en-US" altLang="zh-TW" sz="6400" b="1" strike="noStrike" spc="-1" dirty="0">
                <a:solidFill>
                  <a:srgbClr val="5C5C5C"/>
                </a:solidFill>
                <a:ea typeface="DejaVu Sans"/>
              </a:rPr>
              <a:t>/</a:t>
            </a:r>
            <a:r>
              <a:rPr lang="en-US" altLang="zh-TW" sz="6400" b="1" strike="noStrike" spc="-1" dirty="0" err="1">
                <a:solidFill>
                  <a:srgbClr val="5C5C5C"/>
                </a:solidFill>
                <a:ea typeface="DejaVu Sans"/>
              </a:rPr>
              <a:t>FwBlockServiceSmm</a:t>
            </a:r>
            <a:r>
              <a:rPr lang="en-US" altLang="zh-TW" sz="6400" b="1" strike="noStrike" spc="-1" dirty="0">
                <a:solidFill>
                  <a:srgbClr val="5C5C5C"/>
                </a:solidFill>
                <a:ea typeface="DejaVu Sans"/>
              </a:rPr>
              <a:t>/FwBlockServiceSmm.inf</a:t>
            </a:r>
            <a:endParaRPr lang="en-US" altLang="zh-TW" sz="6400" b="0" strike="noStrike" spc="-1" dirty="0"/>
          </a:p>
          <a:p>
            <a:pPr marL="1440" indent="0">
              <a:lnSpc>
                <a:spcPct val="100000"/>
              </a:lnSpc>
              <a:spcBef>
                <a:spcPts val="300"/>
              </a:spcBef>
              <a:buNone/>
            </a:pPr>
            <a:endParaRPr lang="en-US" altLang="zh-TW" sz="6400" b="1" strike="noStrike" spc="-1" dirty="0">
              <a:solidFill>
                <a:srgbClr val="5C5C5C"/>
              </a:solidFill>
              <a:ea typeface="DejaVu Sans"/>
            </a:endParaRPr>
          </a:p>
          <a:p>
            <a:pPr marL="1440" indent="0">
              <a:lnSpc>
                <a:spcPct val="100000"/>
              </a:lnSpc>
              <a:spcBef>
                <a:spcPts val="300"/>
              </a:spcBef>
              <a:buNone/>
            </a:pPr>
            <a:r>
              <a:rPr lang="en-US" altLang="zh-TW" sz="6400" b="1" strike="noStrike" spc="-1" dirty="0" err="1">
                <a:solidFill>
                  <a:srgbClr val="5C5C5C"/>
                </a:solidFill>
                <a:ea typeface="DejaVu Sans"/>
              </a:rPr>
              <a:t>InsydeModulePkg</a:t>
            </a:r>
            <a:r>
              <a:rPr lang="en-US" altLang="zh-TW" sz="6400" b="1" strike="noStrike" spc="-1" dirty="0">
                <a:solidFill>
                  <a:srgbClr val="5C5C5C"/>
                </a:solidFill>
                <a:ea typeface="DejaVu Sans"/>
              </a:rPr>
              <a:t>/Universal/</a:t>
            </a:r>
            <a:r>
              <a:rPr lang="en-US" altLang="zh-TW" sz="6400" b="1" strike="noStrike" spc="-1" dirty="0" err="1">
                <a:solidFill>
                  <a:srgbClr val="5C5C5C"/>
                </a:solidFill>
                <a:ea typeface="DejaVu Sans"/>
              </a:rPr>
              <a:t>FirmwareVolume</a:t>
            </a:r>
            <a:r>
              <a:rPr lang="en-US" altLang="zh-TW" sz="6400" b="1" strike="noStrike" spc="-1" dirty="0">
                <a:solidFill>
                  <a:srgbClr val="5C5C5C"/>
                </a:solidFill>
                <a:ea typeface="DejaVu Sans"/>
              </a:rPr>
              <a:t>/</a:t>
            </a:r>
            <a:r>
              <a:rPr lang="en-US" altLang="zh-TW" sz="6400" b="1" strike="noStrike" spc="-1" dirty="0" err="1">
                <a:solidFill>
                  <a:srgbClr val="5C5C5C"/>
                </a:solidFill>
                <a:ea typeface="DejaVu Sans"/>
              </a:rPr>
              <a:t>FwBlockServiceSmm</a:t>
            </a:r>
            <a:r>
              <a:rPr lang="en-US" altLang="zh-TW" sz="6400" b="1" strike="noStrike" spc="-1" dirty="0">
                <a:solidFill>
                  <a:srgbClr val="5C5C5C"/>
                </a:solidFill>
                <a:ea typeface="DejaVu Sans"/>
              </a:rPr>
              <a:t>/FwBlockServiceSmm.inf {</a:t>
            </a:r>
            <a:endParaRPr lang="en-US" altLang="zh-TW" sz="6400" b="0" strike="noStrike" spc="-1" dirty="0"/>
          </a:p>
          <a:p>
            <a:pPr marL="1440" indent="0">
              <a:lnSpc>
                <a:spcPct val="100000"/>
              </a:lnSpc>
              <a:spcBef>
                <a:spcPts val="300"/>
              </a:spcBef>
              <a:buNone/>
            </a:pPr>
            <a:r>
              <a:rPr lang="en-US" altLang="zh-TW" sz="6400" b="1" strike="noStrike" spc="-1" dirty="0">
                <a:solidFill>
                  <a:srgbClr val="5C5C5C"/>
                </a:solidFill>
                <a:ea typeface="DejaVu Sans"/>
              </a:rPr>
              <a:t>    </a:t>
            </a:r>
            <a:r>
              <a:rPr lang="en-US" altLang="zh-TW" sz="6400" b="1" strike="noStrike" spc="-1" dirty="0">
                <a:solidFill>
                  <a:srgbClr val="FF0000"/>
                </a:solidFill>
                <a:ea typeface="DejaVu Sans"/>
              </a:rPr>
              <a:t>&lt;SOURCE_OVERRIDE_PATH&gt;</a:t>
            </a:r>
            <a:endParaRPr lang="en-US" altLang="zh-TW" sz="6400" b="0" strike="noStrike" spc="-1" dirty="0"/>
          </a:p>
          <a:p>
            <a:pPr marL="1440" indent="0">
              <a:lnSpc>
                <a:spcPct val="100000"/>
              </a:lnSpc>
              <a:spcBef>
                <a:spcPts val="300"/>
              </a:spcBef>
              <a:buNone/>
            </a:pPr>
            <a:r>
              <a:rPr lang="en-US" altLang="zh-TW" sz="6400" b="1" spc="-1" dirty="0">
                <a:solidFill>
                  <a:srgbClr val="5C5C5C"/>
                </a:solidFill>
                <a:ea typeface="DejaVu Sans"/>
              </a:rPr>
              <a:t> </a:t>
            </a:r>
            <a:r>
              <a:rPr lang="zh-TW" altLang="en-US" sz="6400" b="1" spc="-1" dirty="0">
                <a:solidFill>
                  <a:srgbClr val="5C5C5C"/>
                </a:solidFill>
                <a:ea typeface="DejaVu Sans"/>
              </a:rPr>
              <a:t>        </a:t>
            </a:r>
            <a:r>
              <a:rPr lang="en-US" altLang="zh-TW" sz="6400" b="1" spc="-1" dirty="0">
                <a:solidFill>
                  <a:srgbClr val="5C5C5C"/>
                </a:solidFill>
                <a:ea typeface="DejaVu Sans"/>
              </a:rPr>
              <a:t>$(PROJECT_PKG)/Override/</a:t>
            </a:r>
            <a:r>
              <a:rPr lang="en-US" altLang="zh-TW" sz="6400" b="1" spc="-1" dirty="0" err="1">
                <a:solidFill>
                  <a:srgbClr val="5C5C5C"/>
                </a:solidFill>
                <a:ea typeface="DejaVu Sans"/>
              </a:rPr>
              <a:t>Insyde</a:t>
            </a:r>
            <a:r>
              <a:rPr lang="en-US" altLang="zh-TW" sz="6400" b="1" spc="-1" dirty="0">
                <a:solidFill>
                  <a:srgbClr val="5C5C5C"/>
                </a:solidFill>
                <a:ea typeface="DejaVu Sans"/>
              </a:rPr>
              <a:t>/</a:t>
            </a:r>
            <a:r>
              <a:rPr lang="en-US" altLang="zh-TW" sz="6400" b="1" spc="-1" dirty="0" err="1">
                <a:solidFill>
                  <a:srgbClr val="5C5C5C"/>
                </a:solidFill>
                <a:ea typeface="DejaVu Sans"/>
              </a:rPr>
              <a:t>InsydeModulePkg</a:t>
            </a:r>
            <a:r>
              <a:rPr lang="en-US" altLang="zh-TW" sz="6400" b="1" spc="-1" dirty="0">
                <a:solidFill>
                  <a:srgbClr val="5C5C5C"/>
                </a:solidFill>
                <a:ea typeface="DejaVu Sans"/>
              </a:rPr>
              <a:t>/Universal/</a:t>
            </a:r>
            <a:r>
              <a:rPr lang="en-US" altLang="zh-TW" sz="6400" b="1" spc="-1" dirty="0" err="1">
                <a:solidFill>
                  <a:srgbClr val="5C5C5C"/>
                </a:solidFill>
                <a:ea typeface="DejaVu Sans"/>
              </a:rPr>
              <a:t>FirmwareVolume</a:t>
            </a:r>
            <a:r>
              <a:rPr lang="en-US" altLang="zh-TW" sz="6400" b="1" spc="-1" dirty="0">
                <a:solidFill>
                  <a:srgbClr val="5C5C5C"/>
                </a:solidFill>
                <a:ea typeface="DejaVu Sans"/>
              </a:rPr>
              <a:t>/</a:t>
            </a:r>
            <a:r>
              <a:rPr lang="en-US" altLang="zh-TW" sz="6400" b="1" spc="-1" dirty="0" err="1">
                <a:solidFill>
                  <a:srgbClr val="5C5C5C"/>
                </a:solidFill>
                <a:ea typeface="DejaVu Sans"/>
              </a:rPr>
              <a:t>FwBlockServiceSmm</a:t>
            </a:r>
            <a:endParaRPr lang="en-US" altLang="zh-TW" sz="6400" b="0" strike="noStrike" spc="-1" dirty="0"/>
          </a:p>
          <a:p>
            <a:pPr marL="1440" indent="0">
              <a:lnSpc>
                <a:spcPct val="100000"/>
              </a:lnSpc>
              <a:spcBef>
                <a:spcPts val="300"/>
              </a:spcBef>
              <a:buNone/>
            </a:pPr>
            <a:r>
              <a:rPr lang="en-US" altLang="zh-TW" sz="6400" b="1" strike="noStrike" spc="-1" dirty="0">
                <a:solidFill>
                  <a:srgbClr val="5C5C5C"/>
                </a:solidFill>
                <a:ea typeface="DejaVu Sans"/>
              </a:rPr>
              <a:t>}</a:t>
            </a:r>
            <a:endParaRPr lang="zh-TW" altLang="en-US" dirty="0"/>
          </a:p>
        </p:txBody>
      </p:sp>
    </p:spTree>
    <p:extLst>
      <p:ext uri="{BB962C8B-B14F-4D97-AF65-F5344CB8AC3E}">
        <p14:creationId xmlns:p14="http://schemas.microsoft.com/office/powerpoint/2010/main" val="7606351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E996D14-5CAD-4EA4-AF2C-5B6E7E62D9E1}"/>
              </a:ext>
            </a:extLst>
          </p:cNvPr>
          <p:cNvSpPr>
            <a:spLocks noGrp="1"/>
          </p:cNvSpPr>
          <p:nvPr>
            <p:ph type="title"/>
          </p:nvPr>
        </p:nvSpPr>
        <p:spPr/>
        <p:txBody>
          <a:bodyPr>
            <a:normAutofit/>
          </a:bodyPr>
          <a:lstStyle/>
          <a:p>
            <a:r>
              <a:rPr lang="en-US" altLang="zh-TW" dirty="0"/>
              <a:t>How to Use Override</a:t>
            </a:r>
            <a:br>
              <a:rPr lang="en-US" altLang="zh-TW" dirty="0"/>
            </a:br>
            <a:r>
              <a:rPr lang="en-US" altLang="zh-TW" sz="2000" dirty="0"/>
              <a:t>Example</a:t>
            </a:r>
            <a:endParaRPr lang="zh-TW" altLang="en-US" sz="2000" dirty="0"/>
          </a:p>
        </p:txBody>
      </p:sp>
      <p:pic>
        <p:nvPicPr>
          <p:cNvPr id="6" name="Picture 5">
            <a:extLst>
              <a:ext uri="{FF2B5EF4-FFF2-40B4-BE49-F238E27FC236}">
                <a16:creationId xmlns:a16="http://schemas.microsoft.com/office/drawing/2014/main" id="{D45611DE-539C-4195-806B-B27301DE380E}"/>
              </a:ext>
            </a:extLst>
          </p:cNvPr>
          <p:cNvPicPr>
            <a:picLocks noChangeAspect="1"/>
          </p:cNvPicPr>
          <p:nvPr/>
        </p:nvPicPr>
        <p:blipFill rotWithShape="1">
          <a:blip r:embed="rId2">
            <a:extLst>
              <a:ext uri="{28A0092B-C50C-407E-A947-70E740481C1C}">
                <a14:useLocalDpi xmlns:a14="http://schemas.microsoft.com/office/drawing/2010/main" val="0"/>
              </a:ext>
            </a:extLst>
          </a:blip>
          <a:srcRect t="20393" r="4663" b="6127"/>
          <a:stretch/>
        </p:blipFill>
        <p:spPr>
          <a:xfrm>
            <a:off x="6477002" y="1539563"/>
            <a:ext cx="5394158" cy="4472750"/>
          </a:xfrm>
          <a:prstGeom prst="rect">
            <a:avLst/>
          </a:prstGeom>
        </p:spPr>
      </p:pic>
      <p:pic>
        <p:nvPicPr>
          <p:cNvPr id="8" name="Picture 7">
            <a:extLst>
              <a:ext uri="{FF2B5EF4-FFF2-40B4-BE49-F238E27FC236}">
                <a16:creationId xmlns:a16="http://schemas.microsoft.com/office/drawing/2014/main" id="{0E5531EA-A737-414B-BC3E-416183254F92}"/>
              </a:ext>
            </a:extLst>
          </p:cNvPr>
          <p:cNvPicPr>
            <a:picLocks noChangeAspect="1"/>
          </p:cNvPicPr>
          <p:nvPr/>
        </p:nvPicPr>
        <p:blipFill rotWithShape="1">
          <a:blip r:embed="rId3">
            <a:extLst>
              <a:ext uri="{28A0092B-C50C-407E-A947-70E740481C1C}">
                <a14:useLocalDpi xmlns:a14="http://schemas.microsoft.com/office/drawing/2010/main" val="0"/>
              </a:ext>
            </a:extLst>
          </a:blip>
          <a:srcRect t="20392" r="2325" b="5559"/>
          <a:stretch/>
        </p:blipFill>
        <p:spPr>
          <a:xfrm>
            <a:off x="188495" y="1504966"/>
            <a:ext cx="5526505" cy="4507347"/>
          </a:xfrm>
          <a:prstGeom prst="rect">
            <a:avLst/>
          </a:prstGeom>
        </p:spPr>
      </p:pic>
      <p:sp>
        <p:nvSpPr>
          <p:cNvPr id="9" name="TextBox 8">
            <a:extLst>
              <a:ext uri="{FF2B5EF4-FFF2-40B4-BE49-F238E27FC236}">
                <a16:creationId xmlns:a16="http://schemas.microsoft.com/office/drawing/2014/main" id="{377B686E-4E4B-454C-B7AC-B1D8B21C0EBA}"/>
              </a:ext>
            </a:extLst>
          </p:cNvPr>
          <p:cNvSpPr txBox="1"/>
          <p:nvPr/>
        </p:nvSpPr>
        <p:spPr>
          <a:xfrm>
            <a:off x="9994231" y="4169378"/>
            <a:ext cx="1696453" cy="707886"/>
          </a:xfrm>
          <a:prstGeom prst="rect">
            <a:avLst/>
          </a:prstGeom>
          <a:noFill/>
        </p:spPr>
        <p:txBody>
          <a:bodyPr wrap="square" rtlCol="0">
            <a:spAutoFit/>
          </a:bodyPr>
          <a:lstStyle/>
          <a:p>
            <a:r>
              <a:rPr lang="en-US" sz="4000" b="1" u="sng" dirty="0">
                <a:solidFill>
                  <a:srgbClr val="00B050"/>
                </a:solidFill>
              </a:rPr>
              <a:t>ORI</a:t>
            </a:r>
          </a:p>
        </p:txBody>
      </p:sp>
      <p:sp>
        <p:nvSpPr>
          <p:cNvPr id="10" name="TextBox 9">
            <a:extLst>
              <a:ext uri="{FF2B5EF4-FFF2-40B4-BE49-F238E27FC236}">
                <a16:creationId xmlns:a16="http://schemas.microsoft.com/office/drawing/2014/main" id="{7FB63C50-E532-49F1-85DA-4BCA4D4F49AE}"/>
              </a:ext>
            </a:extLst>
          </p:cNvPr>
          <p:cNvSpPr txBox="1"/>
          <p:nvPr/>
        </p:nvSpPr>
        <p:spPr>
          <a:xfrm>
            <a:off x="2779294" y="4169378"/>
            <a:ext cx="3316706" cy="707886"/>
          </a:xfrm>
          <a:prstGeom prst="rect">
            <a:avLst/>
          </a:prstGeom>
          <a:noFill/>
        </p:spPr>
        <p:txBody>
          <a:bodyPr wrap="square" rtlCol="0">
            <a:spAutoFit/>
          </a:bodyPr>
          <a:lstStyle/>
          <a:p>
            <a:r>
              <a:rPr lang="en-US" sz="4000" b="1" u="sng" dirty="0">
                <a:solidFill>
                  <a:srgbClr val="FF0000"/>
                </a:solidFill>
              </a:rPr>
              <a:t>OVERRIDE</a:t>
            </a:r>
          </a:p>
        </p:txBody>
      </p:sp>
    </p:spTree>
    <p:extLst>
      <p:ext uri="{BB962C8B-B14F-4D97-AF65-F5344CB8AC3E}">
        <p14:creationId xmlns:p14="http://schemas.microsoft.com/office/powerpoint/2010/main" val="10157187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E996D14-5CAD-4EA4-AF2C-5B6E7E62D9E1}"/>
              </a:ext>
            </a:extLst>
          </p:cNvPr>
          <p:cNvSpPr>
            <a:spLocks noGrp="1"/>
          </p:cNvSpPr>
          <p:nvPr>
            <p:ph type="title"/>
          </p:nvPr>
        </p:nvSpPr>
        <p:spPr/>
        <p:txBody>
          <a:bodyPr>
            <a:normAutofit/>
          </a:bodyPr>
          <a:lstStyle/>
          <a:p>
            <a:r>
              <a:rPr lang="en-US" altLang="zh-TW" dirty="0"/>
              <a:t>How to Use Override</a:t>
            </a:r>
            <a:br>
              <a:rPr lang="en-US" altLang="zh-TW" dirty="0"/>
            </a:br>
            <a:r>
              <a:rPr lang="en-US" altLang="zh-TW" sz="2000" dirty="0"/>
              <a:t>Example</a:t>
            </a:r>
            <a:endParaRPr lang="zh-TW" altLang="en-US" sz="2000" dirty="0"/>
          </a:p>
        </p:txBody>
      </p:sp>
      <p:pic>
        <p:nvPicPr>
          <p:cNvPr id="4" name="Picture 3">
            <a:extLst>
              <a:ext uri="{FF2B5EF4-FFF2-40B4-BE49-F238E27FC236}">
                <a16:creationId xmlns:a16="http://schemas.microsoft.com/office/drawing/2014/main" id="{F271916F-1B9D-41BB-9D88-FF31B41066EF}"/>
              </a:ext>
            </a:extLst>
          </p:cNvPr>
          <p:cNvPicPr>
            <a:picLocks noChangeAspect="1"/>
          </p:cNvPicPr>
          <p:nvPr/>
        </p:nvPicPr>
        <p:blipFill rotWithShape="1">
          <a:blip r:embed="rId2">
            <a:extLst>
              <a:ext uri="{28A0092B-C50C-407E-A947-70E740481C1C}">
                <a14:useLocalDpi xmlns:a14="http://schemas.microsoft.com/office/drawing/2010/main" val="0"/>
              </a:ext>
            </a:extLst>
          </a:blip>
          <a:srcRect t="11053" b="3506"/>
          <a:stretch/>
        </p:blipFill>
        <p:spPr>
          <a:xfrm>
            <a:off x="0" y="878308"/>
            <a:ext cx="12192000" cy="5859547"/>
          </a:xfrm>
          <a:prstGeom prst="rect">
            <a:avLst/>
          </a:prstGeom>
        </p:spPr>
      </p:pic>
      <p:sp>
        <p:nvSpPr>
          <p:cNvPr id="9" name="TextBox 8">
            <a:extLst>
              <a:ext uri="{FF2B5EF4-FFF2-40B4-BE49-F238E27FC236}">
                <a16:creationId xmlns:a16="http://schemas.microsoft.com/office/drawing/2014/main" id="{377B686E-4E4B-454C-B7AC-B1D8B21C0EBA}"/>
              </a:ext>
            </a:extLst>
          </p:cNvPr>
          <p:cNvSpPr txBox="1"/>
          <p:nvPr/>
        </p:nvSpPr>
        <p:spPr>
          <a:xfrm>
            <a:off x="9276345" y="2905053"/>
            <a:ext cx="1696453" cy="707886"/>
          </a:xfrm>
          <a:prstGeom prst="rect">
            <a:avLst/>
          </a:prstGeom>
          <a:noFill/>
        </p:spPr>
        <p:txBody>
          <a:bodyPr wrap="square" rtlCol="0">
            <a:spAutoFit/>
          </a:bodyPr>
          <a:lstStyle/>
          <a:p>
            <a:r>
              <a:rPr lang="en-US" sz="4000" b="1" u="sng" dirty="0">
                <a:solidFill>
                  <a:srgbClr val="00B050"/>
                </a:solidFill>
              </a:rPr>
              <a:t>ORI</a:t>
            </a:r>
          </a:p>
        </p:txBody>
      </p:sp>
      <p:sp>
        <p:nvSpPr>
          <p:cNvPr id="10" name="TextBox 9">
            <a:extLst>
              <a:ext uri="{FF2B5EF4-FFF2-40B4-BE49-F238E27FC236}">
                <a16:creationId xmlns:a16="http://schemas.microsoft.com/office/drawing/2014/main" id="{7FB63C50-E532-49F1-85DA-4BCA4D4F49AE}"/>
              </a:ext>
            </a:extLst>
          </p:cNvPr>
          <p:cNvSpPr txBox="1"/>
          <p:nvPr/>
        </p:nvSpPr>
        <p:spPr>
          <a:xfrm>
            <a:off x="2779294" y="2905053"/>
            <a:ext cx="3316706" cy="707886"/>
          </a:xfrm>
          <a:prstGeom prst="rect">
            <a:avLst/>
          </a:prstGeom>
          <a:noFill/>
        </p:spPr>
        <p:txBody>
          <a:bodyPr wrap="square" rtlCol="0">
            <a:spAutoFit/>
          </a:bodyPr>
          <a:lstStyle/>
          <a:p>
            <a:r>
              <a:rPr lang="en-US" sz="4000" b="1" u="sng" dirty="0">
                <a:solidFill>
                  <a:srgbClr val="FF0000"/>
                </a:solidFill>
              </a:rPr>
              <a:t>OVERRIDE</a:t>
            </a:r>
          </a:p>
        </p:txBody>
      </p:sp>
    </p:spTree>
    <p:extLst>
      <p:ext uri="{BB962C8B-B14F-4D97-AF65-F5344CB8AC3E}">
        <p14:creationId xmlns:p14="http://schemas.microsoft.com/office/powerpoint/2010/main" val="27317092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24</a:t>
            </a:fld>
            <a:endParaRPr lang="en-US" dirty="0"/>
          </a:p>
        </p:txBody>
      </p:sp>
      <p:sp>
        <p:nvSpPr>
          <p:cNvPr id="2" name="Title 1"/>
          <p:cNvSpPr>
            <a:spLocks noGrp="1"/>
          </p:cNvSpPr>
          <p:nvPr>
            <p:ph type="title"/>
          </p:nvPr>
        </p:nvSpPr>
        <p:spPr/>
        <p:txBody>
          <a:bodyPr/>
          <a:lstStyle/>
          <a:p>
            <a:r>
              <a:rPr lang="en-US" altLang="zh-TW" dirty="0"/>
              <a:t>Override Report</a:t>
            </a:r>
            <a:endParaRPr lang="en-US" dirty="0"/>
          </a:p>
        </p:txBody>
      </p:sp>
    </p:spTree>
    <p:extLst>
      <p:ext uri="{BB962C8B-B14F-4D97-AF65-F5344CB8AC3E}">
        <p14:creationId xmlns:p14="http://schemas.microsoft.com/office/powerpoint/2010/main" val="21145556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65401D-20E7-43A7-B5EA-393CFB7EF1AA}"/>
              </a:ext>
            </a:extLst>
          </p:cNvPr>
          <p:cNvSpPr>
            <a:spLocks noGrp="1"/>
          </p:cNvSpPr>
          <p:nvPr>
            <p:ph type="title"/>
          </p:nvPr>
        </p:nvSpPr>
        <p:spPr/>
        <p:txBody>
          <a:bodyPr>
            <a:normAutofit/>
          </a:bodyPr>
          <a:lstStyle/>
          <a:p>
            <a:r>
              <a:rPr lang="en-US" altLang="zh-TW" dirty="0"/>
              <a:t>Override Report</a:t>
            </a:r>
            <a:br>
              <a:rPr lang="en-US" altLang="zh-TW" dirty="0"/>
            </a:br>
            <a:r>
              <a:rPr lang="en-US" altLang="zh-TW" sz="2200" dirty="0"/>
              <a:t>Override.txt</a:t>
            </a:r>
            <a:endParaRPr lang="zh-TW" altLang="en-US" sz="2200" dirty="0"/>
          </a:p>
        </p:txBody>
      </p:sp>
      <p:sp>
        <p:nvSpPr>
          <p:cNvPr id="3" name="內容版面配置區 2">
            <a:extLst>
              <a:ext uri="{FF2B5EF4-FFF2-40B4-BE49-F238E27FC236}">
                <a16:creationId xmlns:a16="http://schemas.microsoft.com/office/drawing/2014/main" id="{F0FCE467-6111-4359-951B-7F53AA40749D}"/>
              </a:ext>
            </a:extLst>
          </p:cNvPr>
          <p:cNvSpPr>
            <a:spLocks noGrp="1"/>
          </p:cNvSpPr>
          <p:nvPr>
            <p:ph idx="1"/>
          </p:nvPr>
        </p:nvSpPr>
        <p:spPr/>
        <p:txBody>
          <a:bodyPr>
            <a:normAutofit/>
          </a:bodyPr>
          <a:lstStyle/>
          <a:p>
            <a:pPr marL="228600" indent="-227160">
              <a:lnSpc>
                <a:spcPct val="100000"/>
              </a:lnSpc>
              <a:buClr>
                <a:srgbClr val="3F3F3F"/>
              </a:buClr>
              <a:buFont typeface="Arial"/>
              <a:buChar char="•"/>
            </a:pPr>
            <a:r>
              <a:rPr lang="en-US" altLang="zh-TW" sz="2800" b="1" strike="noStrike" spc="-1" dirty="0">
                <a:solidFill>
                  <a:srgbClr val="3F3F3F"/>
                </a:solidFill>
                <a:latin typeface="Segoe UI"/>
                <a:ea typeface="DejaVu Sans"/>
              </a:rPr>
              <a:t>Location:</a:t>
            </a:r>
            <a:endParaRPr lang="en-US" altLang="zh-TW" sz="2800" b="0" strike="noStrike" spc="-1" dirty="0">
              <a:latin typeface="Arial"/>
            </a:endParaRPr>
          </a:p>
          <a:p>
            <a:pPr marL="685800" lvl="1" indent="-227160">
              <a:lnSpc>
                <a:spcPct val="100000"/>
              </a:lnSpc>
              <a:spcBef>
                <a:spcPts val="200"/>
              </a:spcBef>
              <a:buClr>
                <a:srgbClr val="3F3F3F"/>
              </a:buClr>
              <a:buFont typeface="Arial"/>
              <a:buChar char="•"/>
            </a:pPr>
            <a:r>
              <a:rPr lang="en-US" altLang="zh-TW" sz="2000" b="1" strike="noStrike" spc="-1" dirty="0">
                <a:solidFill>
                  <a:srgbClr val="3F3F3F"/>
                </a:solidFill>
                <a:latin typeface="Segoe UI"/>
                <a:ea typeface="DejaVu Sans"/>
              </a:rPr>
              <a:t>$(WORKSPACE)/Build/$(PROJECT_PKG)/</a:t>
            </a:r>
            <a:r>
              <a:rPr lang="en-US" altLang="zh-TW" sz="2000" b="1" strike="noStrike" spc="-1" dirty="0">
                <a:solidFill>
                  <a:srgbClr val="FF0000"/>
                </a:solidFill>
                <a:latin typeface="Segoe UI"/>
                <a:ea typeface="DejaVu Sans"/>
              </a:rPr>
              <a:t>Override.txt</a:t>
            </a:r>
            <a:endParaRPr lang="en-US" altLang="zh-TW" sz="2000" b="0" strike="noStrike" spc="-1" dirty="0">
              <a:latin typeface="Arial"/>
            </a:endParaRPr>
          </a:p>
          <a:p>
            <a:pPr>
              <a:lnSpc>
                <a:spcPct val="100000"/>
              </a:lnSpc>
            </a:pPr>
            <a:endParaRPr lang="en-US" altLang="zh-TW" sz="2000" b="0" strike="noStrike" spc="-1" dirty="0">
              <a:latin typeface="Arial"/>
            </a:endParaRPr>
          </a:p>
          <a:p>
            <a:pPr marL="228600" indent="-227160">
              <a:lnSpc>
                <a:spcPct val="100000"/>
              </a:lnSpc>
              <a:buClr>
                <a:srgbClr val="3F3F3F"/>
              </a:buClr>
              <a:buFont typeface="Arial"/>
              <a:buChar char="•"/>
            </a:pPr>
            <a:r>
              <a:rPr lang="en-US" altLang="zh-TW" sz="2800" b="1" strike="noStrike" spc="-1" dirty="0">
                <a:solidFill>
                  <a:srgbClr val="3F3F3F"/>
                </a:solidFill>
                <a:latin typeface="Segoe UI"/>
                <a:ea typeface="DejaVu Sans"/>
              </a:rPr>
              <a:t>Format:</a:t>
            </a:r>
            <a:endParaRPr lang="en-US" altLang="zh-TW" sz="2800" b="0" strike="noStrike" spc="-1" dirty="0">
              <a:latin typeface="Arial"/>
            </a:endParaRPr>
          </a:p>
          <a:p>
            <a:pPr marL="1440" indent="0">
              <a:lnSpc>
                <a:spcPct val="100000"/>
              </a:lnSpc>
              <a:spcBef>
                <a:spcPts val="200"/>
              </a:spcBef>
              <a:buNone/>
            </a:pPr>
            <a:r>
              <a:rPr lang="en-US" altLang="zh-TW" sz="1600" b="1" strike="noStrike" spc="-1" dirty="0">
                <a:solidFill>
                  <a:srgbClr val="3F3F3F"/>
                </a:solidFill>
                <a:latin typeface="Segoe UI"/>
                <a:ea typeface="DejaVu Sans"/>
              </a:rPr>
              <a:t>     Path\Module.inf</a:t>
            </a:r>
            <a:endParaRPr lang="en-US" altLang="zh-TW" sz="1600" b="0" strike="noStrike" spc="-1" dirty="0">
              <a:latin typeface="Arial"/>
            </a:endParaRPr>
          </a:p>
          <a:p>
            <a:pPr marL="1440" indent="0">
              <a:lnSpc>
                <a:spcPct val="100000"/>
              </a:lnSpc>
              <a:spcBef>
                <a:spcPts val="200"/>
              </a:spcBef>
              <a:buNone/>
            </a:pPr>
            <a:r>
              <a:rPr lang="en-US" altLang="zh-TW" sz="1600" b="1" spc="-1" dirty="0">
                <a:solidFill>
                  <a:srgbClr val="3F3F3F"/>
                </a:solidFill>
                <a:latin typeface="Segoe UI"/>
                <a:ea typeface="DejaVu Sans"/>
              </a:rPr>
              <a:t>          </a:t>
            </a:r>
            <a:r>
              <a:rPr lang="en-US" altLang="zh-TW" sz="1600" b="1" strike="noStrike" spc="-1" dirty="0">
                <a:solidFill>
                  <a:srgbClr val="0070C0"/>
                </a:solidFill>
                <a:latin typeface="Segoe UI"/>
                <a:ea typeface="DejaVu Sans"/>
              </a:rPr>
              <a:t>Original Path\Original Source File</a:t>
            </a:r>
            <a:r>
              <a:rPr lang="en-US" altLang="zh-TW" sz="1600" b="1" strike="noStrike" spc="-1" dirty="0">
                <a:solidFill>
                  <a:srgbClr val="3F3F3F"/>
                </a:solidFill>
                <a:latin typeface="Segoe UI"/>
                <a:ea typeface="DejaVu Sans"/>
              </a:rPr>
              <a:t>		</a:t>
            </a:r>
            <a:r>
              <a:rPr lang="en-US" altLang="zh-TW" sz="1600" b="1" strike="noStrike" spc="-1" dirty="0">
                <a:solidFill>
                  <a:srgbClr val="FF0000"/>
                </a:solidFill>
                <a:latin typeface="Segoe UI"/>
                <a:ea typeface="DejaVu Sans"/>
              </a:rPr>
              <a:t>Override Path/Override Source File</a:t>
            </a:r>
            <a:endParaRPr lang="en-US" altLang="zh-TW" sz="1600" b="0" strike="noStrike" spc="-1" dirty="0">
              <a:latin typeface="Arial"/>
            </a:endParaRPr>
          </a:p>
          <a:p>
            <a:pPr marL="0" indent="0">
              <a:lnSpc>
                <a:spcPct val="100000"/>
              </a:lnSpc>
              <a:buNone/>
            </a:pPr>
            <a:endParaRPr lang="en-US" altLang="zh-TW" sz="2000" b="0" strike="noStrike" spc="-1" dirty="0"/>
          </a:p>
        </p:txBody>
      </p:sp>
    </p:spTree>
    <p:extLst>
      <p:ext uri="{BB962C8B-B14F-4D97-AF65-F5344CB8AC3E}">
        <p14:creationId xmlns:p14="http://schemas.microsoft.com/office/powerpoint/2010/main" val="11201870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Thanks!</a:t>
            </a:r>
          </a:p>
        </p:txBody>
      </p:sp>
      <p:sp>
        <p:nvSpPr>
          <p:cNvPr id="3" name="Text Placeholder 2"/>
          <p:cNvSpPr>
            <a:spLocks noGrp="1"/>
          </p:cNvSpPr>
          <p:nvPr>
            <p:ph type="body" idx="1"/>
          </p:nvPr>
        </p:nvSpPr>
        <p:spPr/>
        <p:txBody>
          <a:bodyPr/>
          <a:lstStyle/>
          <a:p>
            <a:endParaRPr lang="en-US" dirty="0">
              <a:solidFill>
                <a:schemeClr val="tx1"/>
              </a:solidFill>
            </a:endParaRPr>
          </a:p>
        </p:txBody>
      </p:sp>
      <p:sp>
        <p:nvSpPr>
          <p:cNvPr id="5" name="Slide Number Placeholder 4"/>
          <p:cNvSpPr>
            <a:spLocks noGrp="1"/>
          </p:cNvSpPr>
          <p:nvPr>
            <p:ph type="sldNum" sz="quarter" idx="12"/>
          </p:nvPr>
        </p:nvSpPr>
        <p:spPr/>
        <p:txBody>
          <a:bodyPr/>
          <a:lstStyle/>
          <a:p>
            <a:fld id="{781490A6-A1C6-4034-B8DF-BB0CBB7F3119}" type="slidenum">
              <a:rPr lang="en-US" smtClean="0"/>
              <a:pPr/>
              <a:t>26</a:t>
            </a:fld>
            <a:endParaRPr lang="en-US" dirty="0"/>
          </a:p>
        </p:txBody>
      </p:sp>
    </p:spTree>
    <p:extLst>
      <p:ext uri="{BB962C8B-B14F-4D97-AF65-F5344CB8AC3E}">
        <p14:creationId xmlns:p14="http://schemas.microsoft.com/office/powerpoint/2010/main" val="362235073"/>
      </p:ext>
    </p:extLst>
  </p:cSld>
  <p:clrMapOvr>
    <a:masterClrMapping/>
  </p:clrMapOvr>
</p:sld>
</file>

<file path=ppt/theme/theme1.xml><?xml version="1.0" encoding="utf-8"?>
<a:theme xmlns:a="http://schemas.openxmlformats.org/drawingml/2006/main" name="2018 Theme">
  <a:themeElements>
    <a:clrScheme name="Insyde 2018 New Logo Theme">
      <a:dk1>
        <a:srgbClr val="3F3F3F"/>
      </a:dk1>
      <a:lt1>
        <a:srgbClr val="FFFFFF"/>
      </a:lt1>
      <a:dk2>
        <a:srgbClr val="000000"/>
      </a:dk2>
      <a:lt2>
        <a:srgbClr val="E7E6E6"/>
      </a:lt2>
      <a:accent1>
        <a:srgbClr val="0178BB"/>
      </a:accent1>
      <a:accent2>
        <a:srgbClr val="EE6F31"/>
      </a:accent2>
      <a:accent3>
        <a:srgbClr val="478A2B"/>
      </a:accent3>
      <a:accent4>
        <a:srgbClr val="A5A5A5"/>
      </a:accent4>
      <a:accent5>
        <a:srgbClr val="7030A0"/>
      </a:accent5>
      <a:accent6>
        <a:srgbClr val="8A0000"/>
      </a:accent6>
      <a:hlink>
        <a:srgbClr val="3F3F3F"/>
      </a:hlink>
      <a:folHlink>
        <a:srgbClr val="ED7D31"/>
      </a:folHlink>
    </a:clrScheme>
    <a:fontScheme name="Custom 1">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8 Theme" id="{8EC55A69-5122-477E-9734-D7798E9079A3}" vid="{B8CB949F-261E-411A-B31D-FC720E3CD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2018 Theme</Template>
  <TotalTime>7168</TotalTime>
  <Words>1087</Words>
  <Application>Microsoft Office PowerPoint</Application>
  <PresentationFormat>Widescreen</PresentationFormat>
  <Paragraphs>231</Paragraphs>
  <Slides>26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Segoe UI</vt:lpstr>
      <vt:lpstr>2018 Theme</vt:lpstr>
      <vt:lpstr>Platform Override Mechanism</vt:lpstr>
      <vt:lpstr>Copyright 2021 Insyde Software Corp., All Rights Reserved.</vt:lpstr>
      <vt:lpstr>Agenda</vt:lpstr>
      <vt:lpstr>Goal &amp; Target Audience</vt:lpstr>
      <vt:lpstr>Goal &amp; Target Audience</vt:lpstr>
      <vt:lpstr>Basic Concept of Override</vt:lpstr>
      <vt:lpstr>Basic Concept of Override</vt:lpstr>
      <vt:lpstr>Basic Concept of Override</vt:lpstr>
      <vt:lpstr>Basic Concept of Override</vt:lpstr>
      <vt:lpstr>Basic Concept of Override</vt:lpstr>
      <vt:lpstr>Basic Concept of Override</vt:lpstr>
      <vt:lpstr>Basic Concept of Override</vt:lpstr>
      <vt:lpstr>Basic Concept of Override</vt:lpstr>
      <vt:lpstr>Basic Concept of Override</vt:lpstr>
      <vt:lpstr>Basic Concept of Override</vt:lpstr>
      <vt:lpstr>How to Use Override</vt:lpstr>
      <vt:lpstr>How to Use Override</vt:lpstr>
      <vt:lpstr>How to Use Override</vt:lpstr>
      <vt:lpstr>How to Use Override Override in Project.dsc</vt:lpstr>
      <vt:lpstr>How to Use Override Example</vt:lpstr>
      <vt:lpstr>How to Use Override Example</vt:lpstr>
      <vt:lpstr>How to Use Override Example</vt:lpstr>
      <vt:lpstr>How to Use Override Example</vt:lpstr>
      <vt:lpstr>Override Report</vt:lpstr>
      <vt:lpstr>Override Report Override.txt</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Slide Title</dc:title>
  <dc:creator>Alastair Jones</dc:creator>
  <cp:lastModifiedBy>Yuna</cp:lastModifiedBy>
  <cp:revision>120</cp:revision>
  <dcterms:created xsi:type="dcterms:W3CDTF">2018-02-02T23:50:52Z</dcterms:created>
  <dcterms:modified xsi:type="dcterms:W3CDTF">2021-03-10T07:42:06Z</dcterms:modified>
</cp:coreProperties>
</file>