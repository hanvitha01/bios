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1" r:id="rId1"/>
  </p:sldMasterIdLst>
  <p:notesMasterIdLst>
    <p:notesMasterId r:id="rId49"/>
  </p:notesMasterIdLst>
  <p:sldIdLst>
    <p:sldId id="351" r:id="rId2"/>
    <p:sldId id="364" r:id="rId3"/>
    <p:sldId id="365" r:id="rId4"/>
    <p:sldId id="366" r:id="rId5"/>
    <p:sldId id="367" r:id="rId6"/>
    <p:sldId id="368" r:id="rId7"/>
    <p:sldId id="369" r:id="rId8"/>
    <p:sldId id="370" r:id="rId9"/>
    <p:sldId id="371" r:id="rId10"/>
    <p:sldId id="356" r:id="rId11"/>
    <p:sldId id="362" r:id="rId12"/>
    <p:sldId id="360" r:id="rId13"/>
    <p:sldId id="357" r:id="rId14"/>
    <p:sldId id="431" r:id="rId15"/>
    <p:sldId id="358" r:id="rId16"/>
    <p:sldId id="432" r:id="rId17"/>
    <p:sldId id="433" r:id="rId18"/>
    <p:sldId id="434" r:id="rId19"/>
    <p:sldId id="435" r:id="rId20"/>
    <p:sldId id="436" r:id="rId21"/>
    <p:sldId id="438" r:id="rId22"/>
    <p:sldId id="439" r:id="rId23"/>
    <p:sldId id="352" r:id="rId24"/>
    <p:sldId id="361" r:id="rId25"/>
    <p:sldId id="440" r:id="rId26"/>
    <p:sldId id="441" r:id="rId27"/>
    <p:sldId id="442" r:id="rId28"/>
    <p:sldId id="443" r:id="rId29"/>
    <p:sldId id="444" r:id="rId30"/>
    <p:sldId id="445" r:id="rId31"/>
    <p:sldId id="446" r:id="rId32"/>
    <p:sldId id="447" r:id="rId33"/>
    <p:sldId id="448" r:id="rId34"/>
    <p:sldId id="449" r:id="rId35"/>
    <p:sldId id="353" r:id="rId36"/>
    <p:sldId id="363" r:id="rId37"/>
    <p:sldId id="450" r:id="rId38"/>
    <p:sldId id="451" r:id="rId39"/>
    <p:sldId id="452" r:id="rId40"/>
    <p:sldId id="453" r:id="rId41"/>
    <p:sldId id="454" r:id="rId42"/>
    <p:sldId id="455" r:id="rId43"/>
    <p:sldId id="456" r:id="rId44"/>
    <p:sldId id="457" r:id="rId45"/>
    <p:sldId id="458" r:id="rId46"/>
    <p:sldId id="459" r:id="rId47"/>
    <p:sldId id="460" r:id="rId4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03428"/>
    <a:srgbClr val="5A9541"/>
    <a:srgbClr val="86C34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14" autoAdjust="0"/>
    <p:restoredTop sz="94660"/>
  </p:normalViewPr>
  <p:slideViewPr>
    <p:cSldViewPr snapToGrid="0">
      <p:cViewPr varScale="1">
        <p:scale>
          <a:sx n="62" d="100"/>
          <a:sy n="62" d="100"/>
        </p:scale>
        <p:origin x="48" y="12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B030F8A-27F9-4A22-9386-DE7826FB9ADE}" type="datetimeFigureOut">
              <a:rPr lang="en-US" smtClean="0"/>
              <a:t>3/23/2021</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43976C4-ACCA-4C47-8066-C01E23D4E079}" type="slidenum">
              <a:rPr lang="en-US" smtClean="0"/>
              <a:t>‹#›</a:t>
            </a:fld>
            <a:endParaRPr lang="en-US"/>
          </a:p>
        </p:txBody>
      </p:sp>
    </p:spTree>
    <p:extLst>
      <p:ext uri="{BB962C8B-B14F-4D97-AF65-F5344CB8AC3E}">
        <p14:creationId xmlns:p14="http://schemas.microsoft.com/office/powerpoint/2010/main" val="15742630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7.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secHead"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831850" y="2379194"/>
            <a:ext cx="10515600" cy="2082460"/>
          </a:xfrm>
        </p:spPr>
        <p:txBody>
          <a:bodyPr anchor="ctr">
            <a:normAutofit/>
          </a:bodyPr>
          <a:lstStyle>
            <a:lvl1pPr>
              <a:defRPr sz="4800" b="1">
                <a:solidFill>
                  <a:schemeClr val="tx2"/>
                </a:solidFill>
                <a:latin typeface="Segoe UI" panose="020B0502040204020203" pitchFamily="34" charset="0"/>
                <a:cs typeface="Segoe UI" panose="020B0502040204020203" pitchFamily="34" charset="0"/>
              </a:defRPr>
            </a:lvl1pPr>
          </a:lstStyle>
          <a:p>
            <a:r>
              <a:rPr lang="en-US" dirty="0"/>
              <a:t>Click to edit Master title styles</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bg2">
                    <a:lumMod val="25000"/>
                  </a:schemeClr>
                </a:solidFill>
                <a:latin typeface="Segoe UI" panose="020B0502040204020203" pitchFamily="34" charset="0"/>
                <a:cs typeface="Segoe UI" panose="020B0502040204020203" pitchFamily="34" charset="0"/>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06154" y="885419"/>
            <a:ext cx="6252191" cy="1493775"/>
          </a:xfrm>
          <a:prstGeom prst="rect">
            <a:avLst/>
          </a:prstGeom>
          <a:effectLst/>
        </p:spPr>
      </p:pic>
      <p:sp>
        <p:nvSpPr>
          <p:cNvPr id="9" name="Slide Number Placeholder 5"/>
          <p:cNvSpPr>
            <a:spLocks noGrp="1"/>
          </p:cNvSpPr>
          <p:nvPr>
            <p:ph type="sldNum" sz="quarter" idx="12"/>
          </p:nvPr>
        </p:nvSpPr>
        <p:spPr>
          <a:xfrm>
            <a:off x="7773225" y="6468775"/>
            <a:ext cx="4417951" cy="365125"/>
          </a:xfrm>
        </p:spPr>
        <p:txBody>
          <a:bodyPr/>
          <a:lstStyle>
            <a:lvl1pPr>
              <a:defRPr>
                <a:solidFill>
                  <a:schemeClr val="tx1">
                    <a:lumMod val="50000"/>
                    <a:lumOff val="50000"/>
                  </a:schemeClr>
                </a:solidFill>
                <a:latin typeface="Segoe UI" panose="020B0502040204020203" pitchFamily="34" charset="0"/>
                <a:cs typeface="Segoe UI" panose="020B0502040204020203" pitchFamily="34" charset="0"/>
              </a:defRPr>
            </a:lvl1pPr>
          </a:lstStyle>
          <a:p>
            <a:fld id="{711F1488-76AD-4E7F-AEC8-BF811B7D74A5}" type="slidenum">
              <a:rPr lang="en-US" smtClean="0"/>
              <a:pPr/>
              <a:t>‹#›</a:t>
            </a:fld>
            <a:endParaRPr lang="en-US"/>
          </a:p>
        </p:txBody>
      </p:sp>
      <p:sp>
        <p:nvSpPr>
          <p:cNvPr id="8" name="Footer Placeholder 4"/>
          <p:cNvSpPr txBox="1">
            <a:spLocks/>
          </p:cNvSpPr>
          <p:nvPr userDrawn="1"/>
        </p:nvSpPr>
        <p:spPr>
          <a:xfrm>
            <a:off x="4032250" y="64687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lumMod val="50000"/>
                    <a:lumOff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Confidential  |  © 2021 Insyde Software</a:t>
            </a:r>
          </a:p>
        </p:txBody>
      </p:sp>
      <p:sp>
        <p:nvSpPr>
          <p:cNvPr id="10" name="TextBox 5">
            <a:extLst>
              <a:ext uri="{FF2B5EF4-FFF2-40B4-BE49-F238E27FC236}">
                <a16:creationId xmlns:a16="http://schemas.microsoft.com/office/drawing/2014/main" id="{44817E1B-876F-4D4F-8930-64BF51EB4504}"/>
              </a:ext>
            </a:extLst>
          </p:cNvPr>
          <p:cNvSpPr txBox="1"/>
          <p:nvPr userDrawn="1"/>
        </p:nvSpPr>
        <p:spPr>
          <a:xfrm>
            <a:off x="4190000"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968502309"/>
      </p:ext>
    </p:extLst>
  </p:cSld>
  <p:clrMapOvr>
    <a:masterClrMapping/>
  </p:clrMapOvr>
  <p:hf hd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Content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38200" y="240465"/>
            <a:ext cx="10515600" cy="1075765"/>
          </a:xfrm>
        </p:spPr>
        <p:txBody>
          <a:bodyPr>
            <a:normAutofit/>
          </a:bodyPr>
          <a:lstStyle>
            <a:lvl1pPr>
              <a:defRPr sz="4000" b="1">
                <a:solidFill>
                  <a:schemeClr val="tx2"/>
                </a:solidFill>
                <a:latin typeface="+mn-lt"/>
              </a:defRPr>
            </a:lvl1pPr>
          </a:lstStyle>
          <a:p>
            <a:r>
              <a:rPr lang="en-US"/>
              <a:t>Click to edit Master title style</a:t>
            </a:r>
            <a:endParaRPr lang="en-US" dirty="0"/>
          </a:p>
        </p:txBody>
      </p:sp>
      <p:sp>
        <p:nvSpPr>
          <p:cNvPr id="3" name="Content Placeholder 2"/>
          <p:cNvSpPr>
            <a:spLocks noGrp="1"/>
          </p:cNvSpPr>
          <p:nvPr>
            <p:ph idx="1"/>
          </p:nvPr>
        </p:nvSpPr>
        <p:spPr>
          <a:xfrm>
            <a:off x="838200" y="1398494"/>
            <a:ext cx="10515600" cy="477846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Slide Number Placeholder 5"/>
          <p:cNvSpPr txBox="1">
            <a:spLocks/>
          </p:cNvSpPr>
          <p:nvPr/>
        </p:nvSpPr>
        <p:spPr>
          <a:xfrm>
            <a:off x="7773225" y="6468775"/>
            <a:ext cx="4417951"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11F1488-76AD-4E7F-AEC8-BF811B7D74A5}" type="slidenum">
              <a:rPr lang="en-US" smtClean="0"/>
              <a:pPr/>
              <a:t>‹#›</a:t>
            </a:fld>
            <a:endParaRPr lang="en-US" dirty="0"/>
          </a:p>
        </p:txBody>
      </p: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114" y="6316212"/>
            <a:ext cx="2109995" cy="504120"/>
          </a:xfrm>
          <a:prstGeom prst="rect">
            <a:avLst/>
          </a:prstGeom>
        </p:spPr>
      </p:pic>
      <p:sp>
        <p:nvSpPr>
          <p:cNvPr id="10" name="Footer Placeholder 4"/>
          <p:cNvSpPr txBox="1">
            <a:spLocks/>
          </p:cNvSpPr>
          <p:nvPr/>
        </p:nvSpPr>
        <p:spPr>
          <a:xfrm>
            <a:off x="4032250" y="64687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lumMod val="50000"/>
                    <a:lumOff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t>Confidential  |  © 2021 Insyde Software</a:t>
            </a:r>
          </a:p>
        </p:txBody>
      </p:sp>
      <p:sp>
        <p:nvSpPr>
          <p:cNvPr id="11" name="Slide Number Placeholder 5"/>
          <p:cNvSpPr txBox="1">
            <a:spLocks/>
          </p:cNvSpPr>
          <p:nvPr/>
        </p:nvSpPr>
        <p:spPr>
          <a:xfrm>
            <a:off x="7773225" y="6468775"/>
            <a:ext cx="4417951"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11F1488-76AD-4E7F-AEC8-BF811B7D74A5}" type="slidenum">
              <a:rPr lang="en-US" smtClean="0"/>
              <a:pPr/>
              <a:t>‹#›</a:t>
            </a:fld>
            <a:endParaRPr lang="en-US" dirty="0"/>
          </a:p>
        </p:txBody>
      </p:sp>
      <p:sp>
        <p:nvSpPr>
          <p:cNvPr id="13" name="Slide Number Placeholder 5"/>
          <p:cNvSpPr txBox="1">
            <a:spLocks/>
          </p:cNvSpPr>
          <p:nvPr userDrawn="1"/>
        </p:nvSpPr>
        <p:spPr>
          <a:xfrm>
            <a:off x="7773225" y="6468775"/>
            <a:ext cx="4417951"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711F1488-76AD-4E7F-AEC8-BF811B7D74A5}" type="slidenum">
              <a:rPr lang="en-US" smtClean="0"/>
              <a:pPr/>
              <a:t>‹#›</a:t>
            </a:fld>
            <a:endParaRPr lang="en-US" dirty="0"/>
          </a:p>
        </p:txBody>
      </p:sp>
      <p:sp>
        <p:nvSpPr>
          <p:cNvPr id="12" name="TextBox 5">
            <a:extLst>
              <a:ext uri="{FF2B5EF4-FFF2-40B4-BE49-F238E27FC236}">
                <a16:creationId xmlns:a16="http://schemas.microsoft.com/office/drawing/2014/main" id="{89A48A54-F9FF-4A6E-9BA0-B9BAC4D860C8}"/>
              </a:ext>
            </a:extLst>
          </p:cNvPr>
          <p:cNvSpPr txBox="1"/>
          <p:nvPr userDrawn="1"/>
        </p:nvSpPr>
        <p:spPr>
          <a:xfrm>
            <a:off x="4171146"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178168750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7773225" y="6468775"/>
            <a:ext cx="4417951" cy="365125"/>
          </a:xfrm>
        </p:spPr>
        <p:txBody>
          <a:bodyPr/>
          <a:lstStyle>
            <a:lvl1pPr>
              <a:defRPr>
                <a:solidFill>
                  <a:schemeClr val="tx1">
                    <a:lumMod val="50000"/>
                    <a:lumOff val="50000"/>
                  </a:schemeClr>
                </a:solidFill>
                <a:latin typeface="Segoe UI" panose="020B0502040204020203" pitchFamily="34" charset="0"/>
                <a:cs typeface="Segoe UI" panose="020B0502040204020203" pitchFamily="34" charset="0"/>
              </a:defRPr>
            </a:lvl1pPr>
          </a:lstStyle>
          <a:p>
            <a:fld id="{711F1488-76AD-4E7F-AEC8-BF811B7D74A5}" type="slidenum">
              <a:rPr lang="en-US" smtClean="0"/>
              <a:pPr/>
              <a:t>‹#›</a:t>
            </a:fld>
            <a:endParaRPr lang="en-US"/>
          </a:p>
        </p:txBody>
      </p: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114" y="6317861"/>
            <a:ext cx="2109995" cy="503512"/>
          </a:xfrm>
          <a:prstGeom prst="rect">
            <a:avLst/>
          </a:prstGeom>
        </p:spPr>
      </p:pic>
      <p:sp>
        <p:nvSpPr>
          <p:cNvPr id="10" name="Title 1"/>
          <p:cNvSpPr>
            <a:spLocks noGrp="1"/>
          </p:cNvSpPr>
          <p:nvPr>
            <p:ph type="title"/>
          </p:nvPr>
        </p:nvSpPr>
        <p:spPr>
          <a:xfrm>
            <a:off x="424543" y="2596696"/>
            <a:ext cx="10515600" cy="1325563"/>
          </a:xfrm>
        </p:spPr>
        <p:txBody>
          <a:bodyPr/>
          <a:lstStyle>
            <a:lvl1pPr>
              <a:defRPr b="1">
                <a:solidFill>
                  <a:schemeClr val="bg1"/>
                </a:solidFill>
                <a:latin typeface="Segoe UI" panose="020B0502040204020203" pitchFamily="34" charset="0"/>
                <a:cs typeface="Segoe UI" panose="020B0502040204020203" pitchFamily="34" charset="0"/>
              </a:defRPr>
            </a:lvl1pPr>
          </a:lstStyle>
          <a:p>
            <a:r>
              <a:rPr lang="en-US"/>
              <a:t>Click to edit Master title style</a:t>
            </a:r>
          </a:p>
        </p:txBody>
      </p:sp>
      <p:sp>
        <p:nvSpPr>
          <p:cNvPr id="7" name="Footer Placeholder 4"/>
          <p:cNvSpPr txBox="1">
            <a:spLocks/>
          </p:cNvSpPr>
          <p:nvPr userDrawn="1"/>
        </p:nvSpPr>
        <p:spPr>
          <a:xfrm>
            <a:off x="4032250" y="64687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lumMod val="50000"/>
                    <a:lumOff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bg1"/>
                </a:solidFill>
              </a:rPr>
              <a:t>Confidential  |  © 2021 Insyde Software</a:t>
            </a:r>
          </a:p>
        </p:txBody>
      </p:sp>
      <p:sp>
        <p:nvSpPr>
          <p:cNvPr id="8" name="TextBox 5">
            <a:extLst>
              <a:ext uri="{FF2B5EF4-FFF2-40B4-BE49-F238E27FC236}">
                <a16:creationId xmlns:a16="http://schemas.microsoft.com/office/drawing/2014/main" id="{66C9AA6B-96A7-4B75-B879-8BFF120400CB}"/>
              </a:ext>
            </a:extLst>
          </p:cNvPr>
          <p:cNvSpPr txBox="1"/>
          <p:nvPr userDrawn="1"/>
        </p:nvSpPr>
        <p:spPr>
          <a:xfrm>
            <a:off x="4171146"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24552031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cSld name="Agenda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Title 9"/>
          <p:cNvSpPr>
            <a:spLocks noGrp="1"/>
          </p:cNvSpPr>
          <p:nvPr>
            <p:ph type="title" hasCustomPrompt="1"/>
          </p:nvPr>
        </p:nvSpPr>
        <p:spPr>
          <a:xfrm>
            <a:off x="842682" y="230396"/>
            <a:ext cx="8841908" cy="1095506"/>
          </a:xfrm>
        </p:spPr>
        <p:txBody>
          <a:bodyPr>
            <a:normAutofit/>
          </a:bodyPr>
          <a:lstStyle>
            <a:lvl1pPr>
              <a:defRPr sz="4400" b="1" baseline="0">
                <a:solidFill>
                  <a:schemeClr val="bg1"/>
                </a:solidFill>
                <a:latin typeface="Segoe UI" panose="020B0502040204020203" pitchFamily="34" charset="0"/>
                <a:cs typeface="Segoe UI" panose="020B0502040204020203" pitchFamily="34" charset="0"/>
              </a:defRPr>
            </a:lvl1pPr>
          </a:lstStyle>
          <a:p>
            <a:r>
              <a:rPr lang="en-US" dirty="0"/>
              <a:t>Click to add agenda title</a:t>
            </a:r>
          </a:p>
        </p:txBody>
      </p:sp>
      <p:sp>
        <p:nvSpPr>
          <p:cNvPr id="11" name="Content Placeholder 2"/>
          <p:cNvSpPr>
            <a:spLocks noGrp="1"/>
          </p:cNvSpPr>
          <p:nvPr>
            <p:ph idx="1" hasCustomPrompt="1"/>
          </p:nvPr>
        </p:nvSpPr>
        <p:spPr>
          <a:xfrm>
            <a:off x="842682" y="1428751"/>
            <a:ext cx="11042376" cy="4793473"/>
          </a:xfrm>
        </p:spPr>
        <p:txBody>
          <a:bodyPr/>
          <a:lstStyle>
            <a:lvl1pPr>
              <a:defRPr b="0">
                <a:solidFill>
                  <a:schemeClr val="bg1"/>
                </a:solidFill>
              </a:defRPr>
            </a:lvl1pPr>
            <a:lvl2pPr>
              <a:spcBef>
                <a:spcPts val="450"/>
              </a:spcBef>
              <a:defRPr b="0">
                <a:solidFill>
                  <a:schemeClr val="bg1"/>
                </a:solidFill>
              </a:defRPr>
            </a:lvl2pPr>
            <a:lvl3pPr>
              <a:spcBef>
                <a:spcPts val="450"/>
              </a:spcBef>
              <a:defRPr>
                <a:solidFill>
                  <a:schemeClr val="bg1"/>
                </a:solidFill>
              </a:defRPr>
            </a:lvl3pPr>
            <a:lvl4pPr>
              <a:spcBef>
                <a:spcPts val="450"/>
              </a:spcBef>
              <a:defRPr>
                <a:solidFill>
                  <a:schemeClr val="bg1"/>
                </a:solidFill>
              </a:defRPr>
            </a:lvl4pPr>
            <a:lvl5pPr>
              <a:spcBef>
                <a:spcPts val="450"/>
              </a:spcBef>
              <a:defRPr>
                <a:solidFill>
                  <a:schemeClr val="bg1"/>
                </a:solidFill>
              </a:defRPr>
            </a:lvl5pPr>
          </a:lstStyle>
          <a:p>
            <a:pPr lvl="0"/>
            <a:r>
              <a:rPr lang="en-US" dirty="0"/>
              <a:t>Click to add agenda items</a:t>
            </a:r>
          </a:p>
          <a:p>
            <a:pPr lvl="1"/>
            <a:r>
              <a:rPr lang="en-US" dirty="0"/>
              <a:t>Second level</a:t>
            </a:r>
          </a:p>
        </p:txBody>
      </p:sp>
      <p:pic>
        <p:nvPicPr>
          <p:cNvPr id="7" name="Picture 6"/>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114" y="6317861"/>
            <a:ext cx="2109995" cy="503512"/>
          </a:xfrm>
          <a:prstGeom prst="rect">
            <a:avLst/>
          </a:prstGeom>
        </p:spPr>
      </p:pic>
      <p:sp>
        <p:nvSpPr>
          <p:cNvPr id="12" name="Slide Number Placeholder 5"/>
          <p:cNvSpPr>
            <a:spLocks noGrp="1"/>
          </p:cNvSpPr>
          <p:nvPr>
            <p:ph type="sldNum" sz="quarter" idx="12"/>
          </p:nvPr>
        </p:nvSpPr>
        <p:spPr>
          <a:xfrm>
            <a:off x="7773225" y="6468775"/>
            <a:ext cx="4417951" cy="365125"/>
          </a:xfrm>
        </p:spPr>
        <p:txBody>
          <a:bodyPr/>
          <a:lstStyle>
            <a:lvl1pPr>
              <a:defRPr>
                <a:solidFill>
                  <a:schemeClr val="bg1"/>
                </a:solidFill>
                <a:latin typeface="Segoe UI" panose="020B0502040204020203" pitchFamily="34" charset="0"/>
                <a:cs typeface="Segoe UI" panose="020B0502040204020203" pitchFamily="34" charset="0"/>
              </a:defRPr>
            </a:lvl1pPr>
          </a:lstStyle>
          <a:p>
            <a:fld id="{711F1488-76AD-4E7F-AEC8-BF811B7D74A5}" type="slidenum">
              <a:rPr lang="en-US" smtClean="0"/>
              <a:pPr/>
              <a:t>‹#›</a:t>
            </a:fld>
            <a:endParaRPr lang="en-US"/>
          </a:p>
        </p:txBody>
      </p:sp>
      <p:sp>
        <p:nvSpPr>
          <p:cNvPr id="10" name="Footer Placeholder 4"/>
          <p:cNvSpPr txBox="1">
            <a:spLocks/>
          </p:cNvSpPr>
          <p:nvPr userDrawn="1"/>
        </p:nvSpPr>
        <p:spPr>
          <a:xfrm>
            <a:off x="4032250" y="64687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lumMod val="50000"/>
                    <a:lumOff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bg1"/>
                </a:solidFill>
              </a:rPr>
              <a:t>Confidential  |  © 2021 Insyde Software</a:t>
            </a:r>
          </a:p>
        </p:txBody>
      </p:sp>
      <p:sp>
        <p:nvSpPr>
          <p:cNvPr id="8" name="TextBox 5">
            <a:extLst>
              <a:ext uri="{FF2B5EF4-FFF2-40B4-BE49-F238E27FC236}">
                <a16:creationId xmlns:a16="http://schemas.microsoft.com/office/drawing/2014/main" id="{0A68CEBE-9F26-49A2-8CCE-EEAD64D82454}"/>
              </a:ext>
            </a:extLst>
          </p:cNvPr>
          <p:cNvSpPr txBox="1"/>
          <p:nvPr userDrawn="1"/>
        </p:nvSpPr>
        <p:spPr>
          <a:xfrm>
            <a:off x="4171146"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177832854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Section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a:xfrm>
            <a:off x="7773225" y="6468775"/>
            <a:ext cx="4417951" cy="365125"/>
          </a:xfrm>
        </p:spPr>
        <p:txBody>
          <a:bodyPr/>
          <a:lstStyle>
            <a:lvl1pPr>
              <a:defRPr>
                <a:solidFill>
                  <a:schemeClr val="tx1">
                    <a:lumMod val="50000"/>
                    <a:lumOff val="50000"/>
                  </a:schemeClr>
                </a:solidFill>
                <a:latin typeface="Segoe UI" panose="020B0502040204020203" pitchFamily="34" charset="0"/>
                <a:cs typeface="Segoe UI" panose="020B0502040204020203" pitchFamily="34" charset="0"/>
              </a:defRPr>
            </a:lvl1pPr>
          </a:lstStyle>
          <a:p>
            <a:fld id="{711F1488-76AD-4E7F-AEC8-BF811B7D74A5}" type="slidenum">
              <a:rPr lang="en-US" smtClean="0"/>
              <a:pPr/>
              <a:t>‹#›</a:t>
            </a:fld>
            <a:endParaRPr lang="en-US"/>
          </a:p>
        </p:txBody>
      </p: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63114" y="6317861"/>
            <a:ext cx="2109995" cy="503512"/>
          </a:xfrm>
          <a:prstGeom prst="rect">
            <a:avLst/>
          </a:prstGeom>
        </p:spPr>
      </p:pic>
      <p:sp>
        <p:nvSpPr>
          <p:cNvPr id="10" name="Title 1"/>
          <p:cNvSpPr>
            <a:spLocks noGrp="1"/>
          </p:cNvSpPr>
          <p:nvPr>
            <p:ph type="title"/>
          </p:nvPr>
        </p:nvSpPr>
        <p:spPr>
          <a:xfrm>
            <a:off x="424543" y="2596696"/>
            <a:ext cx="10515600" cy="1325563"/>
          </a:xfrm>
        </p:spPr>
        <p:txBody>
          <a:bodyPr/>
          <a:lstStyle>
            <a:lvl1pPr>
              <a:defRPr b="1">
                <a:solidFill>
                  <a:schemeClr val="bg1"/>
                </a:solidFill>
                <a:latin typeface="Segoe UI" panose="020B0502040204020203" pitchFamily="34" charset="0"/>
                <a:cs typeface="Segoe UI" panose="020B0502040204020203" pitchFamily="34" charset="0"/>
              </a:defRPr>
            </a:lvl1pPr>
          </a:lstStyle>
          <a:p>
            <a:r>
              <a:rPr lang="en-US"/>
              <a:t>Click to edit Master title style</a:t>
            </a:r>
          </a:p>
        </p:txBody>
      </p:sp>
      <p:sp>
        <p:nvSpPr>
          <p:cNvPr id="7" name="Footer Placeholder 4"/>
          <p:cNvSpPr txBox="1">
            <a:spLocks/>
          </p:cNvSpPr>
          <p:nvPr userDrawn="1"/>
        </p:nvSpPr>
        <p:spPr>
          <a:xfrm>
            <a:off x="4032250" y="6468775"/>
            <a:ext cx="4114800" cy="365125"/>
          </a:xfrm>
          <a:prstGeom prst="rect">
            <a:avLst/>
          </a:prstGeom>
        </p:spPr>
        <p:txBody>
          <a:bodyPr vert="horz" lIns="91440" tIns="45720" rIns="91440" bIns="45720" rtlCol="0" anchor="ctr"/>
          <a:lstStyle>
            <a:defPPr>
              <a:defRPr lang="en-US"/>
            </a:defPPr>
            <a:lvl1pPr marL="0" algn="ctr" defTabSz="914400" rtl="0" eaLnBrk="1" latinLnBrk="0" hangingPunct="1">
              <a:defRPr sz="1000" kern="1200">
                <a:solidFill>
                  <a:schemeClr val="tx1">
                    <a:lumMod val="50000"/>
                    <a:lumOff val="50000"/>
                  </a:schemeClr>
                </a:solidFill>
                <a:latin typeface="Segoe UI" panose="020B0502040204020203" pitchFamily="34" charset="0"/>
                <a:ea typeface="+mn-ea"/>
                <a:cs typeface="Segoe UI" panose="020B0502040204020203" pitchFamily="34" charset="0"/>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bg1"/>
                </a:solidFill>
              </a:rPr>
              <a:t>Confidential  |  © 2021 Insyde Software</a:t>
            </a:r>
          </a:p>
        </p:txBody>
      </p:sp>
      <p:sp>
        <p:nvSpPr>
          <p:cNvPr id="8" name="TextBox 5">
            <a:extLst>
              <a:ext uri="{FF2B5EF4-FFF2-40B4-BE49-F238E27FC236}">
                <a16:creationId xmlns:a16="http://schemas.microsoft.com/office/drawing/2014/main" id="{3339FC29-4D78-4E4E-B634-55DC631F0AE3}"/>
              </a:ext>
            </a:extLst>
          </p:cNvPr>
          <p:cNvSpPr txBox="1"/>
          <p:nvPr userDrawn="1"/>
        </p:nvSpPr>
        <p:spPr>
          <a:xfrm>
            <a:off x="4171146"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4276929830"/>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9D5BCCF-7831-40ED-9885-59B8E3FA0D4D}" type="datetime1">
              <a:rPr lang="en-US" smtClean="0"/>
              <a:t>3/23/2021</a:t>
            </a:fld>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11F1488-76AD-4E7F-AEC8-BF811B7D74A5}" type="slidenum">
              <a:rPr lang="en-US" smtClean="0"/>
              <a:t>‹#›</a:t>
            </a:fld>
            <a:endParaRPr lang="en-US"/>
          </a:p>
        </p:txBody>
      </p:sp>
      <p:sp>
        <p:nvSpPr>
          <p:cNvPr id="7" name="Footer Placeholder 4"/>
          <p:cNvSpPr>
            <a:spLocks noGrp="1"/>
          </p:cNvSpPr>
          <p:nvPr>
            <p:ph type="ftr" sz="quarter" idx="3"/>
          </p:nvPr>
        </p:nvSpPr>
        <p:spPr>
          <a:xfrm>
            <a:off x="4032250" y="6468775"/>
            <a:ext cx="4114800" cy="365125"/>
          </a:xfrm>
          <a:prstGeom prst="rect">
            <a:avLst/>
          </a:prstGeom>
        </p:spPr>
        <p:txBody>
          <a:bodyPr/>
          <a:lstStyle>
            <a:lvl1pPr algn="ctr">
              <a:defRPr sz="1000">
                <a:solidFill>
                  <a:schemeClr val="tx1">
                    <a:lumMod val="50000"/>
                    <a:lumOff val="50000"/>
                  </a:schemeClr>
                </a:solidFill>
                <a:latin typeface="Segoe UI" panose="020B0502040204020203" pitchFamily="34" charset="0"/>
                <a:cs typeface="Segoe UI" panose="020B0502040204020203" pitchFamily="34" charset="0"/>
              </a:defRPr>
            </a:lvl1pPr>
          </a:lstStyle>
          <a:p>
            <a:r>
              <a:rPr lang="en-US" dirty="0"/>
              <a:t>Confidential  |  © 2021 Insyde Software</a:t>
            </a:r>
          </a:p>
        </p:txBody>
      </p:sp>
    </p:spTree>
    <p:extLst>
      <p:ext uri="{BB962C8B-B14F-4D97-AF65-F5344CB8AC3E}">
        <p14:creationId xmlns:p14="http://schemas.microsoft.com/office/powerpoint/2010/main" val="1317963390"/>
      </p:ext>
    </p:extLst>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0" r:id="rId5"/>
  </p:sldLayoutIdLst>
  <p:hf hdr="0" ftr="0" dt="0"/>
  <p:txStyles>
    <p:titleStyle>
      <a:lvl1pPr algn="l" defTabSz="914400" rtl="0" eaLnBrk="1" latinLnBrk="0" hangingPunct="1">
        <a:lnSpc>
          <a:spcPct val="90000"/>
        </a:lnSpc>
        <a:spcBef>
          <a:spcPct val="0"/>
        </a:spcBef>
        <a:buNone/>
        <a:defRPr sz="4000" b="1" kern="1200">
          <a:solidFill>
            <a:schemeClr val="tx1"/>
          </a:solidFill>
          <a:latin typeface="+mn-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altLang="zh-TW" dirty="0"/>
              <a:t>InsydeH2O Code Structure</a:t>
            </a:r>
            <a:endParaRPr lang="en-US" dirty="0"/>
          </a:p>
        </p:txBody>
      </p:sp>
      <p:sp>
        <p:nvSpPr>
          <p:cNvPr id="5" name="Text Placeholder 4"/>
          <p:cNvSpPr>
            <a:spLocks noGrp="1"/>
          </p:cNvSpPr>
          <p:nvPr>
            <p:ph type="body" idx="1"/>
          </p:nvPr>
        </p:nvSpPr>
        <p:spPr/>
        <p:txBody>
          <a:bodyPr/>
          <a:lstStyle/>
          <a:p>
            <a:pPr>
              <a:lnSpc>
                <a:spcPct val="100000"/>
              </a:lnSpc>
              <a:spcBef>
                <a:spcPts val="600"/>
              </a:spcBef>
            </a:pPr>
            <a:br>
              <a:rPr lang="en-US" dirty="0">
                <a:solidFill>
                  <a:schemeClr val="tx1"/>
                </a:solidFill>
              </a:rPr>
            </a:br>
            <a:r>
              <a:rPr lang="en-US" dirty="0">
                <a:solidFill>
                  <a:schemeClr val="tx1"/>
                </a:solidFill>
              </a:rPr>
              <a:t>Insyde Software</a:t>
            </a:r>
            <a:br>
              <a:rPr lang="en-US">
                <a:solidFill>
                  <a:schemeClr val="tx1"/>
                </a:solidFill>
              </a:rPr>
            </a:br>
            <a:r>
              <a:rPr lang="en-US" altLang="zh-TW">
                <a:solidFill>
                  <a:schemeClr val="tx1"/>
                </a:solidFill>
              </a:rPr>
              <a:t>March</a:t>
            </a:r>
            <a:r>
              <a:rPr lang="en-US">
                <a:solidFill>
                  <a:schemeClr val="tx1"/>
                </a:solidFill>
              </a:rPr>
              <a:t> </a:t>
            </a:r>
            <a:r>
              <a:rPr lang="en-US" dirty="0">
                <a:solidFill>
                  <a:schemeClr val="tx1"/>
                </a:solidFill>
              </a:rPr>
              <a:t>2021</a:t>
            </a:r>
          </a:p>
        </p:txBody>
      </p:sp>
      <p:sp>
        <p:nvSpPr>
          <p:cNvPr id="7" name="Slide Number Placeholder 6"/>
          <p:cNvSpPr>
            <a:spLocks noGrp="1"/>
          </p:cNvSpPr>
          <p:nvPr>
            <p:ph type="sldNum" sz="quarter" idx="12"/>
          </p:nvPr>
        </p:nvSpPr>
        <p:spPr/>
        <p:txBody>
          <a:bodyPr/>
          <a:lstStyle/>
          <a:p>
            <a:fld id="{781490A6-A1C6-4034-B8DF-BB0CBB7F3119}" type="slidenum">
              <a:rPr lang="en-US" smtClean="0"/>
              <a:pPr/>
              <a:t>1</a:t>
            </a:fld>
            <a:endParaRPr lang="en-US" dirty="0"/>
          </a:p>
        </p:txBody>
      </p:sp>
      <p:pic>
        <p:nvPicPr>
          <p:cNvPr id="8" name="Picture 7"/>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10959737" y="-52251"/>
            <a:ext cx="1080000" cy="1196003"/>
          </a:xfrm>
          <a:prstGeom prst="rect">
            <a:avLst/>
          </a:prstGeo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2706154720"/>
      </p:ext>
    </p:extLst>
  </p:cSld>
  <p:clrMapOvr>
    <a:masterClrMapping/>
  </p:clrMapOvr>
  <mc:AlternateContent xmlns:mc="http://schemas.openxmlformats.org/markup-compatibility/2006" xmlns:p14="http://schemas.microsoft.com/office/powerpoint/2010/main">
    <mc:Choice Requires="p14">
      <p:transition p14:dur="0" advClick="0" advTm="3000"/>
    </mc:Choice>
    <mc:Fallback xmlns="">
      <p:transition advClick="0" advTm="3000"/>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0C7C8C5D-4E84-4558-91AB-23ABAA91BFD1}"/>
              </a:ext>
            </a:extLst>
          </p:cNvPr>
          <p:cNvSpPr>
            <a:spLocks noGrp="1"/>
          </p:cNvSpPr>
          <p:nvPr>
            <p:ph type="title"/>
          </p:nvPr>
        </p:nvSpPr>
        <p:spPr/>
        <p:txBody>
          <a:bodyPr>
            <a:noAutofit/>
          </a:bodyPr>
          <a:lstStyle/>
          <a:p>
            <a:r>
              <a:rPr lang="en-US" altLang="zh-TW" sz="2800" b="1" dirty="0">
                <a:solidFill>
                  <a:srgbClr val="3F3F3F"/>
                </a:solidFill>
                <a:latin typeface="Segoe UI" panose="020B0502040204020203" pitchFamily="34" charset="0"/>
                <a:cs typeface="DejaVu Sans" charset="0"/>
              </a:rPr>
              <a:t>Copyright 2021 </a:t>
            </a:r>
            <a:r>
              <a:rPr lang="en-US" altLang="zh-TW" sz="2800" b="1" dirty="0" err="1">
                <a:solidFill>
                  <a:srgbClr val="3F3F3F"/>
                </a:solidFill>
                <a:latin typeface="Segoe UI" panose="020B0502040204020203" pitchFamily="34" charset="0"/>
                <a:cs typeface="DejaVu Sans" charset="0"/>
              </a:rPr>
              <a:t>Insyde</a:t>
            </a:r>
            <a:r>
              <a:rPr lang="en-US" altLang="zh-TW" sz="2800" b="1" dirty="0">
                <a:solidFill>
                  <a:srgbClr val="3F3F3F"/>
                </a:solidFill>
                <a:latin typeface="Segoe UI" panose="020B0502040204020203" pitchFamily="34" charset="0"/>
                <a:cs typeface="DejaVu Sans" charset="0"/>
              </a:rPr>
              <a:t> Software Corp., All Rights Reserved.</a:t>
            </a:r>
            <a:endParaRPr lang="zh-TW" altLang="en-US" sz="2800" dirty="0"/>
          </a:p>
        </p:txBody>
      </p:sp>
      <p:sp>
        <p:nvSpPr>
          <p:cNvPr id="3" name="內容版面配置區 2">
            <a:extLst>
              <a:ext uri="{FF2B5EF4-FFF2-40B4-BE49-F238E27FC236}">
                <a16:creationId xmlns:a16="http://schemas.microsoft.com/office/drawing/2014/main" id="{2913F1E2-AB87-42F7-A7EC-5FD38E93038B}"/>
              </a:ext>
            </a:extLst>
          </p:cNvPr>
          <p:cNvSpPr>
            <a:spLocks noGrp="1"/>
          </p:cNvSpPr>
          <p:nvPr>
            <p:ph idx="1"/>
          </p:nvPr>
        </p:nvSpPr>
        <p:spPr/>
        <p:txBody>
          <a:bodyPr>
            <a:normAutofit fontScale="47500" lnSpcReduction="20000"/>
          </a:bodyPr>
          <a:lstStyle/>
          <a:p>
            <a:pPr marL="0" indent="0">
              <a:lnSpc>
                <a:spcPct val="100000"/>
              </a:lnSpc>
              <a:buNone/>
            </a:pPr>
            <a:r>
              <a:rPr lang="en-US" altLang="zh-TW" sz="2800" dirty="0">
                <a:solidFill>
                  <a:srgbClr val="3F3F3F"/>
                </a:solidFill>
                <a:latin typeface="Segoe UI" panose="020B0502040204020203" pitchFamily="34" charset="0"/>
                <a:cs typeface="DejaVu Sans" charset="0"/>
              </a:rPr>
              <a:t>No part of this publication may be reproduced, transmitted, transcribed, stored in a retrieval system, or translated into any language or computer language, in any form, or by any means, electronic, mechanical, magnetic, optical, chemical, manual or otherwise, without the prior written permission of </a:t>
            </a: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Software Corp.</a:t>
            </a:r>
          </a:p>
          <a:p>
            <a:pPr marL="0" indent="0">
              <a:lnSpc>
                <a:spcPct val="100000"/>
              </a:lnSpc>
              <a:buNone/>
            </a:pPr>
            <a:endParaRPr lang="en-US" altLang="zh-TW" sz="2800" dirty="0">
              <a:cs typeface="DejaVu Sans" charset="0"/>
            </a:endParaRPr>
          </a:p>
          <a:p>
            <a:pPr marL="0" indent="0">
              <a:lnSpc>
                <a:spcPct val="100000"/>
              </a:lnSpc>
              <a:buNone/>
            </a:pPr>
            <a:r>
              <a:rPr lang="en-US" altLang="zh-TW" sz="3200" b="1" dirty="0">
                <a:solidFill>
                  <a:srgbClr val="3F3F3F"/>
                </a:solidFill>
                <a:latin typeface="Segoe UI" panose="020B0502040204020203" pitchFamily="34" charset="0"/>
                <a:cs typeface="DejaVu Sans" charset="0"/>
              </a:rPr>
              <a:t>Disclaimer</a:t>
            </a:r>
          </a:p>
          <a:p>
            <a:pPr marL="0" indent="0">
              <a:lnSpc>
                <a:spcPct val="100000"/>
              </a:lnSpc>
              <a:buNone/>
            </a:pPr>
            <a:endParaRPr lang="en-US" altLang="zh-TW" sz="3200" dirty="0">
              <a:cs typeface="DejaVu Sans" charset="0"/>
            </a:endParaRPr>
          </a:p>
          <a:p>
            <a:pPr marL="0" indent="0">
              <a:lnSpc>
                <a:spcPct val="100000"/>
              </a:lnSpc>
              <a:buNone/>
            </a:pP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Software Corp. (“</a:t>
            </a: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provides this document and the programs "as is" without warranty of any kind, either expressed or implied, including, but not limited to, the implied warranties of merchantability or fitness for a particular purpose.</a:t>
            </a:r>
          </a:p>
          <a:p>
            <a:pPr marL="0" indent="0">
              <a:lnSpc>
                <a:spcPct val="100000"/>
              </a:lnSpc>
              <a:buNone/>
            </a:pPr>
            <a:r>
              <a:rPr lang="en-US" altLang="zh-TW" sz="3200" dirty="0">
                <a:solidFill>
                  <a:srgbClr val="3F3F3F"/>
                </a:solidFill>
                <a:latin typeface="Segoe UI" panose="020B0502040204020203" pitchFamily="34" charset="0"/>
                <a:cs typeface="DejaVu Sans" charset="0"/>
              </a:rPr>
              <a:t>  </a:t>
            </a:r>
          </a:p>
          <a:p>
            <a:pPr marL="0" indent="0">
              <a:lnSpc>
                <a:spcPct val="100000"/>
              </a:lnSpc>
              <a:buNone/>
            </a:pPr>
            <a:r>
              <a:rPr lang="en-US" altLang="zh-TW" sz="2800" dirty="0">
                <a:solidFill>
                  <a:srgbClr val="3F3F3F"/>
                </a:solidFill>
                <a:latin typeface="Segoe UI" panose="020B0502040204020203" pitchFamily="34" charset="0"/>
                <a:cs typeface="DejaVu Sans" charset="0"/>
              </a:rPr>
              <a:t>This document may contain technical inaccuracies or typographical errors.  Changes are periodically made to the information herein; these changes will be incorporated in future revisions of this document.  </a:t>
            </a: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is under no obligation to notify any person of the changes. Some code names featured in this document are used to identify products that are in development and not yet publicly announced for release.  </a:t>
            </a: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is not obligated for its accuracy or completeness.</a:t>
            </a:r>
          </a:p>
          <a:p>
            <a:pPr marL="0" indent="0">
              <a:lnSpc>
                <a:spcPct val="120000"/>
              </a:lnSpc>
              <a:spcBef>
                <a:spcPts val="863"/>
              </a:spcBef>
              <a:buNone/>
            </a:pPr>
            <a:r>
              <a:rPr lang="en-US" altLang="zh-TW" sz="2800" dirty="0">
                <a:solidFill>
                  <a:srgbClr val="3F3F3F"/>
                </a:solidFill>
                <a:latin typeface="Segoe UI" panose="020B0502040204020203" pitchFamily="34" charset="0"/>
                <a:cs typeface="DejaVu Sans" charset="0"/>
              </a:rPr>
              <a:t>This document may contain third party’s information, features, schedules, code names, and product names, which are based on </a:t>
            </a:r>
            <a:r>
              <a:rPr lang="en-US" altLang="zh-TW" sz="2800" dirty="0" err="1">
                <a:solidFill>
                  <a:srgbClr val="3F3F3F"/>
                </a:solidFill>
                <a:latin typeface="Segoe UI" panose="020B0502040204020203" pitchFamily="34" charset="0"/>
                <a:cs typeface="DejaVu Sans" charset="0"/>
              </a:rPr>
              <a:t>Insyde’s</a:t>
            </a:r>
            <a:r>
              <a:rPr lang="en-US" altLang="zh-TW" sz="2800" dirty="0">
                <a:solidFill>
                  <a:srgbClr val="3F3F3F"/>
                </a:solidFill>
                <a:latin typeface="Segoe UI" panose="020B0502040204020203" pitchFamily="34" charset="0"/>
                <a:cs typeface="DejaVu Sans" charset="0"/>
              </a:rPr>
              <a:t> interpretation available as of the creation of this document and may be changed from time to time. Neither </a:t>
            </a:r>
            <a:r>
              <a:rPr lang="en-US" altLang="zh-TW" sz="2800" dirty="0" err="1">
                <a:solidFill>
                  <a:srgbClr val="3F3F3F"/>
                </a:solidFill>
                <a:latin typeface="Segoe UI" panose="020B0502040204020203" pitchFamily="34" charset="0"/>
                <a:cs typeface="DejaVu Sans" charset="0"/>
              </a:rPr>
              <a:t>Insyde</a:t>
            </a:r>
            <a:r>
              <a:rPr lang="en-US" altLang="zh-TW" sz="2800" dirty="0">
                <a:solidFill>
                  <a:srgbClr val="3F3F3F"/>
                </a:solidFill>
                <a:latin typeface="Segoe UI" panose="020B0502040204020203" pitchFamily="34" charset="0"/>
                <a:cs typeface="DejaVu Sans" charset="0"/>
              </a:rPr>
              <a:t> nor the third party is obligated to notify such change. If you are interested in third party’s information, you may contact the local third party sales office or the local distributor to obtain the latest specifications. All the intellectual property right of any third party information remains to its owner or steward.</a:t>
            </a:r>
          </a:p>
        </p:txBody>
      </p:sp>
    </p:spTree>
    <p:extLst>
      <p:ext uri="{BB962C8B-B14F-4D97-AF65-F5344CB8AC3E}">
        <p14:creationId xmlns:p14="http://schemas.microsoft.com/office/powerpoint/2010/main" val="72539650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標題 4"/>
          <p:cNvSpPr>
            <a:spLocks noGrp="1"/>
          </p:cNvSpPr>
          <p:nvPr>
            <p:ph type="title"/>
          </p:nvPr>
        </p:nvSpPr>
        <p:spPr/>
        <p:txBody>
          <a:bodyPr>
            <a:normAutofit/>
          </a:bodyPr>
          <a:lstStyle/>
          <a:p>
            <a:pPr>
              <a:tabLst>
                <a:tab pos="2243138" algn="l"/>
              </a:tabLst>
            </a:pPr>
            <a:r>
              <a:rPr lang="en-US" altLang="zh-TW" sz="4000" dirty="0"/>
              <a:t>Agenda</a:t>
            </a:r>
            <a:endParaRPr lang="zh-TW" altLang="en-US" sz="4000" dirty="0"/>
          </a:p>
        </p:txBody>
      </p:sp>
      <p:sp>
        <p:nvSpPr>
          <p:cNvPr id="6" name="內容版面配置區 5"/>
          <p:cNvSpPr>
            <a:spLocks noGrp="1"/>
          </p:cNvSpPr>
          <p:nvPr>
            <p:ph idx="1"/>
          </p:nvPr>
        </p:nvSpPr>
        <p:spPr/>
        <p:txBody>
          <a:bodyPr>
            <a:normAutofit/>
          </a:bodyPr>
          <a:lstStyle/>
          <a:p>
            <a:pPr marL="228600" indent="-223560">
              <a:lnSpc>
                <a:spcPct val="100000"/>
              </a:lnSpc>
              <a:buClr>
                <a:srgbClr val="FFFFFF"/>
              </a:buClr>
              <a:buFont typeface="Arial"/>
              <a:buChar char="•"/>
            </a:pPr>
            <a:r>
              <a:rPr lang="en-US" altLang="zh-TW" dirty="0"/>
              <a:t>Goals &amp; Target Audience</a:t>
            </a:r>
          </a:p>
          <a:p>
            <a:pPr marL="228600" indent="-223560">
              <a:lnSpc>
                <a:spcPct val="100000"/>
              </a:lnSpc>
              <a:buClr>
                <a:srgbClr val="FFFFFF"/>
              </a:buClr>
              <a:buFont typeface="Arial"/>
              <a:buChar char="•"/>
            </a:pPr>
            <a:r>
              <a:rPr lang="en-US" altLang="zh-TW" dirty="0"/>
              <a:t>History.txt</a:t>
            </a:r>
          </a:p>
          <a:p>
            <a:pPr marL="228600" indent="-223560">
              <a:lnSpc>
                <a:spcPct val="100000"/>
              </a:lnSpc>
              <a:buClr>
                <a:srgbClr val="FFFFFF"/>
              </a:buClr>
              <a:buFont typeface="Arial"/>
              <a:buChar char="•"/>
            </a:pPr>
            <a:r>
              <a:rPr lang="en-US" altLang="zh-TW" dirty="0"/>
              <a:t>InsydeH2O 5.4 Code Structure</a:t>
            </a:r>
          </a:p>
          <a:p>
            <a:pPr marL="228600" indent="-223560">
              <a:lnSpc>
                <a:spcPct val="100000"/>
              </a:lnSpc>
              <a:buClr>
                <a:srgbClr val="FFFFFF"/>
              </a:buClr>
              <a:buFont typeface="Arial"/>
              <a:buChar char="•"/>
            </a:pPr>
            <a:r>
              <a:rPr lang="en-US" altLang="zh-TW" dirty="0"/>
              <a:t>Package Declaration File</a:t>
            </a:r>
          </a:p>
          <a:p>
            <a:pPr marL="228600" indent="-223560">
              <a:lnSpc>
                <a:spcPct val="100000"/>
              </a:lnSpc>
              <a:buClr>
                <a:srgbClr val="FFFFFF"/>
              </a:buClr>
              <a:buFont typeface="Arial"/>
              <a:buChar char="•"/>
            </a:pPr>
            <a:r>
              <a:rPr lang="en-US" altLang="zh-TW" dirty="0"/>
              <a:t>Platform Description File</a:t>
            </a:r>
          </a:p>
          <a:p>
            <a:endParaRPr lang="en-US" b="0" dirty="0"/>
          </a:p>
        </p:txBody>
      </p:sp>
      <p:sp>
        <p:nvSpPr>
          <p:cNvPr id="4" name="投影片編號版面配置區 3"/>
          <p:cNvSpPr>
            <a:spLocks noGrp="1"/>
          </p:cNvSpPr>
          <p:nvPr>
            <p:ph type="sldNum" sz="quarter" idx="12"/>
          </p:nvPr>
        </p:nvSpPr>
        <p:spPr/>
        <p:txBody>
          <a:bodyPr/>
          <a:lstStyle/>
          <a:p>
            <a:fld id="{781490A6-A1C6-4034-B8DF-BB0CBB7F3119}" type="slidenum">
              <a:rPr lang="en-US" smtClean="0">
                <a:solidFill>
                  <a:schemeClr val="bg1"/>
                </a:solidFill>
              </a:rPr>
              <a:pPr/>
              <a:t>3</a:t>
            </a:fld>
            <a:endParaRPr lang="en-US" dirty="0">
              <a:solidFill>
                <a:schemeClr val="bg1"/>
              </a:solidFill>
            </a:endParaRPr>
          </a:p>
        </p:txBody>
      </p:sp>
      <p:sp>
        <p:nvSpPr>
          <p:cNvPr id="7" name="TextBox 5">
            <a:extLst>
              <a:ext uri="{FF2B5EF4-FFF2-40B4-BE49-F238E27FC236}">
                <a16:creationId xmlns:a16="http://schemas.microsoft.com/office/drawing/2014/main" id="{E098D49E-55A9-4A8F-AE23-F1C0005ABE63}"/>
              </a:ext>
            </a:extLst>
          </p:cNvPr>
          <p:cNvSpPr txBox="1"/>
          <p:nvPr/>
        </p:nvSpPr>
        <p:spPr>
          <a:xfrm>
            <a:off x="4171146" y="6524481"/>
            <a:ext cx="859531" cy="246221"/>
          </a:xfrm>
          <a:prstGeom prst="rect">
            <a:avLst/>
          </a:prstGeom>
          <a:noFill/>
        </p:spPr>
        <p:txBody>
          <a:bodyPr wrap="none" rtlCol="0">
            <a:spAutoFit/>
          </a:bodyPr>
          <a:lstStyle/>
          <a:p>
            <a:r>
              <a:rPr lang="en-US" sz="1000" dirty="0">
                <a:solidFill>
                  <a:schemeClr val="accent2"/>
                </a:solidFill>
              </a:rPr>
              <a:t>Internal Use</a:t>
            </a:r>
          </a:p>
        </p:txBody>
      </p:sp>
    </p:spTree>
    <p:extLst>
      <p:ext uri="{BB962C8B-B14F-4D97-AF65-F5344CB8AC3E}">
        <p14:creationId xmlns:p14="http://schemas.microsoft.com/office/powerpoint/2010/main" val="21244014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781490A6-A1C6-4034-B8DF-BB0CBB7F3119}" type="slidenum">
              <a:rPr lang="en-US" smtClean="0"/>
              <a:pPr/>
              <a:t>4</a:t>
            </a:fld>
            <a:endParaRPr lang="en-US" dirty="0"/>
          </a:p>
        </p:txBody>
      </p:sp>
      <p:sp>
        <p:nvSpPr>
          <p:cNvPr id="2" name="Title 1"/>
          <p:cNvSpPr>
            <a:spLocks noGrp="1"/>
          </p:cNvSpPr>
          <p:nvPr>
            <p:ph type="title"/>
          </p:nvPr>
        </p:nvSpPr>
        <p:spPr/>
        <p:txBody>
          <a:bodyPr/>
          <a:lstStyle/>
          <a:p>
            <a:r>
              <a:rPr lang="en-US" dirty="0"/>
              <a:t>Goals &amp; Target Audience</a:t>
            </a:r>
          </a:p>
        </p:txBody>
      </p:sp>
    </p:spTree>
    <p:extLst>
      <p:ext uri="{BB962C8B-B14F-4D97-AF65-F5344CB8AC3E}">
        <p14:creationId xmlns:p14="http://schemas.microsoft.com/office/powerpoint/2010/main" val="7472007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915E959A-1308-4D9B-AB25-3191C7A05DBE}"/>
              </a:ext>
            </a:extLst>
          </p:cNvPr>
          <p:cNvSpPr>
            <a:spLocks noGrp="1"/>
          </p:cNvSpPr>
          <p:nvPr>
            <p:ph type="title"/>
          </p:nvPr>
        </p:nvSpPr>
        <p:spPr/>
        <p:txBody>
          <a:bodyPr>
            <a:normAutofit/>
          </a:bodyPr>
          <a:lstStyle/>
          <a:p>
            <a:r>
              <a:rPr lang="en-US" altLang="zh-TW" b="1" dirty="0">
                <a:solidFill>
                  <a:srgbClr val="3F3F3F"/>
                </a:solidFill>
                <a:cs typeface="DejaVu Sans" charset="0"/>
              </a:rPr>
              <a:t>Goals &amp; Target Audience</a:t>
            </a:r>
            <a:endParaRPr lang="zh-TW" altLang="en-US" dirty="0"/>
          </a:p>
        </p:txBody>
      </p:sp>
      <p:sp>
        <p:nvSpPr>
          <p:cNvPr id="3" name="內容版面配置區 2">
            <a:extLst>
              <a:ext uri="{FF2B5EF4-FFF2-40B4-BE49-F238E27FC236}">
                <a16:creationId xmlns:a16="http://schemas.microsoft.com/office/drawing/2014/main" id="{FAF9E885-887B-4B99-B6F8-CEE4089A4DEB}"/>
              </a:ext>
            </a:extLst>
          </p:cNvPr>
          <p:cNvSpPr>
            <a:spLocks noGrp="1"/>
          </p:cNvSpPr>
          <p:nvPr>
            <p:ph idx="1"/>
          </p:nvPr>
        </p:nvSpPr>
        <p:spPr/>
        <p:txBody>
          <a:bodyPr/>
          <a:lstStyle/>
          <a:p>
            <a:pPr marL="228600" indent="-223560">
              <a:lnSpc>
                <a:spcPct val="100000"/>
              </a:lnSpc>
              <a:buClr>
                <a:srgbClr val="3F3F3F"/>
              </a:buClr>
              <a:buFont typeface="Arial"/>
              <a:buChar char="•"/>
            </a:pPr>
            <a:r>
              <a:rPr lang="en-US" altLang="zh-TW" sz="2800" b="0" strike="noStrike" spc="-1" dirty="0">
                <a:solidFill>
                  <a:srgbClr val="3F3F3F"/>
                </a:solidFill>
                <a:ea typeface="DejaVu Sans"/>
              </a:rPr>
              <a:t>Target Audience:</a:t>
            </a:r>
            <a:endParaRPr lang="en-US" altLang="zh-TW" sz="2800" b="0" strike="noStrike" spc="-1" dirty="0"/>
          </a:p>
          <a:p>
            <a:pPr marL="685800" lvl="1" indent="-223560">
              <a:lnSpc>
                <a:spcPct val="100000"/>
              </a:lnSpc>
              <a:buClr>
                <a:srgbClr val="3F3F3F"/>
              </a:buClr>
              <a:buFont typeface="Arial"/>
              <a:buChar char="•"/>
            </a:pPr>
            <a:r>
              <a:rPr lang="en-US" altLang="zh-TW" sz="2000" b="0" strike="noStrike" spc="-1" dirty="0">
                <a:solidFill>
                  <a:srgbClr val="3F3F3F"/>
                </a:solidFill>
                <a:ea typeface="DejaVu Sans"/>
              </a:rPr>
              <a:t>BIOS developers who use InsydeH2O 5.4 (EDK II) to create their firmware products.</a:t>
            </a:r>
            <a:endParaRPr lang="en-US" altLang="zh-TW" sz="2000" b="0" strike="noStrike" spc="-1" dirty="0"/>
          </a:p>
          <a:p>
            <a:pPr>
              <a:lnSpc>
                <a:spcPct val="100000"/>
              </a:lnSpc>
            </a:pPr>
            <a:endParaRPr lang="en-US" altLang="zh-TW" sz="2000" b="0" strike="noStrike" spc="-1" dirty="0"/>
          </a:p>
          <a:p>
            <a:pPr marL="228600" indent="-223560">
              <a:lnSpc>
                <a:spcPct val="100000"/>
              </a:lnSpc>
              <a:buClr>
                <a:srgbClr val="3F3F3F"/>
              </a:buClr>
              <a:buFont typeface="Arial"/>
              <a:buChar char="•"/>
            </a:pPr>
            <a:r>
              <a:rPr lang="en-US" altLang="zh-TW" sz="2800" b="0" strike="noStrike" spc="-1" dirty="0">
                <a:solidFill>
                  <a:srgbClr val="3F3F3F"/>
                </a:solidFill>
                <a:ea typeface="DejaVu Sans"/>
              </a:rPr>
              <a:t>Goals:</a:t>
            </a:r>
            <a:endParaRPr lang="en-US" altLang="zh-TW" sz="2800" b="0" strike="noStrike" spc="-1" dirty="0"/>
          </a:p>
          <a:p>
            <a:pPr marL="685800" lvl="1" indent="-223560">
              <a:lnSpc>
                <a:spcPct val="100000"/>
              </a:lnSpc>
              <a:buClr>
                <a:srgbClr val="3F3F3F"/>
              </a:buClr>
              <a:buFont typeface="Arial"/>
              <a:buChar char="•"/>
            </a:pPr>
            <a:r>
              <a:rPr lang="en-US" altLang="zh-TW" sz="2000" b="0" strike="noStrike" spc="-1" dirty="0">
                <a:solidFill>
                  <a:srgbClr val="3F3F3F"/>
                </a:solidFill>
                <a:ea typeface="DejaVu Sans"/>
              </a:rPr>
              <a:t>Be familiar with InsydeH2O 5.4 code structure.</a:t>
            </a:r>
            <a:endParaRPr lang="en-US" altLang="zh-TW" sz="2000" b="0" strike="noStrike" spc="-1" dirty="0"/>
          </a:p>
          <a:p>
            <a:pPr>
              <a:lnSpc>
                <a:spcPct val="100000"/>
              </a:lnSpc>
            </a:pPr>
            <a:endParaRPr lang="en-US" altLang="zh-TW" sz="2000" b="0" strike="noStrike" spc="-1" dirty="0"/>
          </a:p>
          <a:p>
            <a:pPr marL="228600" indent="-223560">
              <a:lnSpc>
                <a:spcPct val="100000"/>
              </a:lnSpc>
              <a:buClr>
                <a:srgbClr val="3F3F3F"/>
              </a:buClr>
              <a:buFont typeface="Arial"/>
              <a:buChar char="•"/>
            </a:pPr>
            <a:r>
              <a:rPr lang="en-US" altLang="zh-TW" sz="2800" b="0" strike="noStrike" spc="-1" dirty="0">
                <a:solidFill>
                  <a:srgbClr val="3F3F3F"/>
                </a:solidFill>
                <a:ea typeface="DejaVu Sans"/>
              </a:rPr>
              <a:t>Requirements:</a:t>
            </a:r>
            <a:endParaRPr lang="en-US" altLang="zh-TW" sz="2800" b="0" strike="noStrike" spc="-1" dirty="0"/>
          </a:p>
          <a:p>
            <a:pPr marL="685800" lvl="1" indent="-223560">
              <a:lnSpc>
                <a:spcPct val="100000"/>
              </a:lnSpc>
              <a:buClr>
                <a:srgbClr val="3F3F3F"/>
              </a:buClr>
              <a:buFont typeface="Arial"/>
              <a:buChar char="•"/>
            </a:pPr>
            <a:r>
              <a:rPr lang="en-US" altLang="zh-TW" sz="2000" b="0" strike="noStrike" spc="-1" dirty="0">
                <a:solidFill>
                  <a:srgbClr val="3F3F3F"/>
                </a:solidFill>
                <a:ea typeface="DejaVu Sans"/>
              </a:rPr>
              <a:t>InsydeH2O 5.4 source code</a:t>
            </a:r>
            <a:endParaRPr lang="en-US" altLang="zh-TW" sz="2000" b="0" strike="noStrike" spc="-1" dirty="0"/>
          </a:p>
          <a:p>
            <a:pPr marL="1143000" lvl="2" indent="-223560">
              <a:lnSpc>
                <a:spcPct val="100000"/>
              </a:lnSpc>
              <a:buClr>
                <a:srgbClr val="3F3F3F"/>
              </a:buClr>
              <a:buFont typeface="Arial"/>
              <a:buChar char="•"/>
            </a:pPr>
            <a:r>
              <a:rPr lang="en-US" altLang="zh-TW" sz="1800" b="0" strike="noStrike" spc="-1" dirty="0">
                <a:solidFill>
                  <a:srgbClr val="3F3F3F"/>
                </a:solidFill>
                <a:ea typeface="DejaVu Sans"/>
              </a:rPr>
              <a:t>05.4x.yy.zzzz</a:t>
            </a:r>
            <a:endParaRPr lang="en-US" altLang="zh-TW" sz="1800" b="0" strike="noStrike" spc="-1" dirty="0"/>
          </a:p>
        </p:txBody>
      </p:sp>
    </p:spTree>
    <p:extLst>
      <p:ext uri="{BB962C8B-B14F-4D97-AF65-F5344CB8AC3E}">
        <p14:creationId xmlns:p14="http://schemas.microsoft.com/office/powerpoint/2010/main" val="10765089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781490A6-A1C6-4034-B8DF-BB0CBB7F3119}" type="slidenum">
              <a:rPr lang="en-US" smtClean="0"/>
              <a:pPr/>
              <a:t>6</a:t>
            </a:fld>
            <a:endParaRPr lang="en-US" dirty="0"/>
          </a:p>
        </p:txBody>
      </p:sp>
      <p:sp>
        <p:nvSpPr>
          <p:cNvPr id="2" name="Title 1"/>
          <p:cNvSpPr>
            <a:spLocks noGrp="1"/>
          </p:cNvSpPr>
          <p:nvPr>
            <p:ph type="title"/>
          </p:nvPr>
        </p:nvSpPr>
        <p:spPr/>
        <p:txBody>
          <a:bodyPr/>
          <a:lstStyle/>
          <a:p>
            <a:r>
              <a:rPr lang="en-US" altLang="zh-TW" dirty="0"/>
              <a:t>History.txt</a:t>
            </a:r>
            <a:endParaRPr lang="en-US" dirty="0"/>
          </a:p>
        </p:txBody>
      </p:sp>
    </p:spTree>
    <p:extLst>
      <p:ext uri="{BB962C8B-B14F-4D97-AF65-F5344CB8AC3E}">
        <p14:creationId xmlns:p14="http://schemas.microsoft.com/office/powerpoint/2010/main" val="35560201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16745E5C-0D92-4A8B-AECD-801B718D41A7}"/>
              </a:ext>
            </a:extLst>
          </p:cNvPr>
          <p:cNvSpPr>
            <a:spLocks noGrp="1"/>
          </p:cNvSpPr>
          <p:nvPr>
            <p:ph type="title"/>
          </p:nvPr>
        </p:nvSpPr>
        <p:spPr/>
        <p:txBody>
          <a:bodyPr/>
          <a:lstStyle/>
          <a:p>
            <a:r>
              <a:rPr lang="en-US" altLang="zh-TW" dirty="0"/>
              <a:t>History.txt</a:t>
            </a:r>
            <a:endParaRPr lang="zh-TW" altLang="en-US" dirty="0"/>
          </a:p>
        </p:txBody>
      </p:sp>
      <p:sp>
        <p:nvSpPr>
          <p:cNvPr id="3" name="內容版面配置區 2">
            <a:extLst>
              <a:ext uri="{FF2B5EF4-FFF2-40B4-BE49-F238E27FC236}">
                <a16:creationId xmlns:a16="http://schemas.microsoft.com/office/drawing/2014/main" id="{6DA42965-659E-4B0F-BF50-BB1D2C5DBC7C}"/>
              </a:ext>
            </a:extLst>
          </p:cNvPr>
          <p:cNvSpPr>
            <a:spLocks noGrp="1"/>
          </p:cNvSpPr>
          <p:nvPr>
            <p:ph idx="1"/>
          </p:nvPr>
        </p:nvSpPr>
        <p:spPr/>
        <p:txBody>
          <a:bodyPr>
            <a:normAutofit fontScale="47500" lnSpcReduction="20000"/>
          </a:bodyPr>
          <a:lstStyle/>
          <a:p>
            <a:pPr marL="0" indent="0">
              <a:lnSpc>
                <a:spcPct val="100000"/>
              </a:lnSpc>
              <a:buNone/>
            </a:pPr>
            <a:r>
              <a:rPr lang="en-US" altLang="zh-TW" sz="2800" b="0" strike="noStrike" spc="-1" dirty="0">
                <a:solidFill>
                  <a:srgbClr val="3F3F3F"/>
                </a:solidFill>
                <a:ea typeface="DejaVu Sans"/>
              </a:rPr>
              <a:t>Label#: </a:t>
            </a:r>
            <a:r>
              <a:rPr lang="en-US" altLang="zh-TW" sz="2800" b="1" strike="noStrike" spc="-1" dirty="0">
                <a:solidFill>
                  <a:srgbClr val="3F3F3F"/>
                </a:solidFill>
                <a:ea typeface="DejaVu Sans"/>
              </a:rPr>
              <a:t>05.43.02</a:t>
            </a:r>
            <a:r>
              <a:rPr lang="en-US" altLang="zh-TW" sz="2800" b="0" strike="noStrike" spc="-1" dirty="0">
                <a:solidFill>
                  <a:srgbClr val="3F3F3F"/>
                </a:solidFill>
                <a:ea typeface="DejaVu Sans"/>
              </a:rPr>
              <a:t>.0007</a:t>
            </a:r>
            <a:endParaRPr lang="en-US" altLang="zh-TW" sz="2800" b="0" strike="noStrike" spc="-1" dirty="0"/>
          </a:p>
          <a:p>
            <a:pPr marL="5400" indent="0">
              <a:lnSpc>
                <a:spcPct val="100000"/>
              </a:lnSpc>
              <a:buClr>
                <a:srgbClr val="3F3F3F"/>
              </a:buClr>
              <a:buNone/>
            </a:pPr>
            <a:r>
              <a:rPr lang="en-US" altLang="zh-TW" sz="2800" spc="-1" dirty="0">
                <a:solidFill>
                  <a:srgbClr val="3F3F3F"/>
                </a:solidFill>
              </a:rPr>
              <a:t>Status: Build tip : </a:t>
            </a:r>
            <a:r>
              <a:rPr lang="en-US" altLang="zh-TW" sz="2800" spc="-1" dirty="0" err="1">
                <a:solidFill>
                  <a:srgbClr val="3F3F3F"/>
                </a:solidFill>
              </a:rPr>
              <a:t>EagleStreamMultiBoardPkg</a:t>
            </a:r>
            <a:r>
              <a:rPr lang="en-US" altLang="zh-TW" sz="2800" spc="-1" dirty="0">
                <a:solidFill>
                  <a:srgbClr val="3F3F3F"/>
                </a:solidFill>
              </a:rPr>
              <a:t> Test Platform : </a:t>
            </a:r>
            <a:r>
              <a:rPr lang="en-US" altLang="zh-TW" sz="2800" spc="-1" dirty="0" err="1">
                <a:solidFill>
                  <a:srgbClr val="3F3F3F"/>
                </a:solidFill>
              </a:rPr>
              <a:t>Simics</a:t>
            </a:r>
            <a:r>
              <a:rPr lang="en-US" altLang="zh-TW" sz="2800" spc="-1" dirty="0">
                <a:solidFill>
                  <a:srgbClr val="3F3F3F"/>
                </a:solidFill>
              </a:rPr>
              <a:t>, Archer City RP CRB</a:t>
            </a:r>
          </a:p>
          <a:p>
            <a:pPr marL="5400" indent="0">
              <a:lnSpc>
                <a:spcPct val="100000"/>
              </a:lnSpc>
              <a:buClr>
                <a:srgbClr val="3F3F3F"/>
              </a:buClr>
              <a:buNone/>
            </a:pPr>
            <a:r>
              <a:rPr lang="en-US" altLang="zh-TW" sz="2800" spc="-1" dirty="0">
                <a:solidFill>
                  <a:srgbClr val="3F3F3F"/>
                </a:solidFill>
              </a:rPr>
              <a:t>1. uefi64, </a:t>
            </a:r>
            <a:r>
              <a:rPr lang="en-US" altLang="zh-TW" sz="2700" spc="-1" dirty="0">
                <a:solidFill>
                  <a:srgbClr val="3F3F3F"/>
                </a:solidFill>
              </a:rPr>
              <a:t>uefi64ddt ,</a:t>
            </a:r>
            <a:r>
              <a:rPr lang="zh-TW" altLang="en-US" sz="2700" spc="-1" dirty="0">
                <a:solidFill>
                  <a:srgbClr val="3F3F3F"/>
                </a:solidFill>
              </a:rPr>
              <a:t> </a:t>
            </a:r>
            <a:r>
              <a:rPr lang="zh-TW" altLang="zh-TW" sz="2700" spc="-1" dirty="0">
                <a:solidFill>
                  <a:srgbClr val="3F3F3F"/>
                </a:solidFill>
              </a:rPr>
              <a:t>uefi64fsp, efidebugfsp</a:t>
            </a:r>
            <a:r>
              <a:rPr lang="en-US" altLang="zh-TW" sz="2700" spc="-1" dirty="0">
                <a:solidFill>
                  <a:srgbClr val="3F3F3F"/>
                </a:solidFill>
              </a:rPr>
              <a:t> and </a:t>
            </a:r>
            <a:r>
              <a:rPr lang="en-US" altLang="zh-TW" sz="2700" spc="-1" dirty="0" err="1">
                <a:solidFill>
                  <a:srgbClr val="3F3F3F"/>
                </a:solidFill>
              </a:rPr>
              <a:t>efidebug</a:t>
            </a:r>
            <a:r>
              <a:rPr lang="en-US" altLang="zh-TW" sz="2700" spc="-1" dirty="0">
                <a:solidFill>
                  <a:srgbClr val="3F3F3F"/>
                </a:solidFill>
              </a:rPr>
              <a:t> compiler successfully</a:t>
            </a:r>
          </a:p>
          <a:p>
            <a:pPr marL="5400" indent="0">
              <a:lnSpc>
                <a:spcPct val="100000"/>
              </a:lnSpc>
              <a:buClr>
                <a:srgbClr val="3F3F3F"/>
              </a:buClr>
              <a:buNone/>
            </a:pPr>
            <a:r>
              <a:rPr lang="en-US" altLang="zh-TW" sz="2700" spc="-1" dirty="0">
                <a:solidFill>
                  <a:srgbClr val="3F3F3F"/>
                </a:solidFill>
              </a:rPr>
              <a:t>2. BIOS image location:</a:t>
            </a:r>
          </a:p>
          <a:p>
            <a:pPr marL="5400" indent="0">
              <a:lnSpc>
                <a:spcPct val="100000"/>
              </a:lnSpc>
              <a:buClr>
                <a:srgbClr val="3F3F3F"/>
              </a:buClr>
              <a:buNone/>
            </a:pPr>
            <a:r>
              <a:rPr lang="en-US" altLang="zh-TW" sz="2800" spc="-1" dirty="0">
                <a:solidFill>
                  <a:srgbClr val="3F3F3F"/>
                </a:solidFill>
              </a:rPr>
              <a:t>      \Board\Intel\</a:t>
            </a:r>
            <a:r>
              <a:rPr lang="en-US" altLang="zh-TW" sz="2800" spc="-1" dirty="0" err="1">
                <a:solidFill>
                  <a:srgbClr val="3F3F3F"/>
                </a:solidFill>
              </a:rPr>
              <a:t>EagleStreamMultiBoardPkg</a:t>
            </a:r>
            <a:r>
              <a:rPr lang="en-US" altLang="zh-TW" sz="2800" spc="-1" dirty="0">
                <a:solidFill>
                  <a:srgbClr val="3F3F3F"/>
                </a:solidFill>
              </a:rPr>
              <a:t>\BIOS\05.43.02.0007.fd           -&gt; uefi64fsp</a:t>
            </a:r>
          </a:p>
          <a:p>
            <a:pPr marL="5400" indent="0">
              <a:lnSpc>
                <a:spcPct val="100000"/>
              </a:lnSpc>
              <a:buClr>
                <a:srgbClr val="3F3F3F"/>
              </a:buClr>
              <a:buNone/>
            </a:pPr>
            <a:r>
              <a:rPr lang="en-US" altLang="zh-TW" sz="2800" spc="-1" dirty="0">
                <a:solidFill>
                  <a:srgbClr val="3F3F3F"/>
                </a:solidFill>
              </a:rPr>
              <a:t>      \Board\Intel\</a:t>
            </a:r>
            <a:r>
              <a:rPr lang="en-US" altLang="zh-TW" sz="2800" spc="-1" dirty="0" err="1">
                <a:solidFill>
                  <a:srgbClr val="3F3F3F"/>
                </a:solidFill>
              </a:rPr>
              <a:t>EagleStreamMultiBoardPkg</a:t>
            </a:r>
            <a:r>
              <a:rPr lang="en-US" altLang="zh-TW" sz="2800" spc="-1" dirty="0">
                <a:solidFill>
                  <a:srgbClr val="3F3F3F"/>
                </a:solidFill>
              </a:rPr>
              <a:t>\BIOS\05.43.02.0007_edbg.fd -&gt; </a:t>
            </a:r>
            <a:r>
              <a:rPr lang="en-US" altLang="zh-TW" sz="2800" spc="-1" dirty="0" err="1">
                <a:solidFill>
                  <a:srgbClr val="3F3F3F"/>
                </a:solidFill>
              </a:rPr>
              <a:t>efidebugfsp</a:t>
            </a:r>
            <a:endParaRPr lang="en-US" altLang="zh-TW" sz="2800" spc="-1" dirty="0">
              <a:solidFill>
                <a:srgbClr val="3F3F3F"/>
              </a:solidFill>
            </a:endParaRPr>
          </a:p>
          <a:p>
            <a:pPr marL="5400" indent="0">
              <a:lnSpc>
                <a:spcPct val="100000"/>
              </a:lnSpc>
              <a:buClr>
                <a:srgbClr val="3F3F3F"/>
              </a:buClr>
              <a:buNone/>
            </a:pPr>
            <a:r>
              <a:rPr lang="en-US" altLang="zh-TW" sz="2800" spc="-1" dirty="0">
                <a:solidFill>
                  <a:srgbClr val="3F3F3F"/>
                </a:solidFill>
              </a:rPr>
              <a:t>3. Reference Code:</a:t>
            </a:r>
          </a:p>
          <a:p>
            <a:pPr marL="5400" indent="0">
              <a:lnSpc>
                <a:spcPct val="100000"/>
              </a:lnSpc>
              <a:buClr>
                <a:srgbClr val="3F3F3F"/>
              </a:buClr>
              <a:buNone/>
            </a:pPr>
            <a:r>
              <a:rPr lang="en-US" altLang="zh-TW" sz="2800" spc="-1" dirty="0">
                <a:solidFill>
                  <a:srgbClr val="3F3F3F"/>
                </a:solidFill>
              </a:rPr>
              <a:t>    RC: 52D25</a:t>
            </a:r>
          </a:p>
          <a:p>
            <a:pPr marL="5400" indent="0">
              <a:lnSpc>
                <a:spcPct val="100000"/>
              </a:lnSpc>
              <a:buClr>
                <a:srgbClr val="3F3F3F"/>
              </a:buClr>
              <a:buNone/>
            </a:pPr>
            <a:r>
              <a:rPr lang="en-US" altLang="zh-TW" sz="2800" spc="-1" dirty="0">
                <a:solidFill>
                  <a:srgbClr val="3F3F3F"/>
                </a:solidFill>
              </a:rPr>
              <a:t>    BKC: 2021 WW07</a:t>
            </a:r>
          </a:p>
          <a:p>
            <a:pPr marL="0" indent="0">
              <a:lnSpc>
                <a:spcPct val="100000"/>
              </a:lnSpc>
              <a:buNone/>
            </a:pPr>
            <a:r>
              <a:rPr lang="en-US" altLang="zh-TW" sz="2800" b="0" strike="noStrike" spc="-1" dirty="0">
                <a:solidFill>
                  <a:srgbClr val="3F3F3F"/>
                </a:solidFill>
                <a:ea typeface="DejaVu Sans"/>
              </a:rPr>
              <a:t>4. Status summary:</a:t>
            </a:r>
            <a:endParaRPr lang="en-US" altLang="zh-TW" sz="2800" b="0" strike="noStrike" spc="-1" dirty="0"/>
          </a:p>
          <a:p>
            <a:pPr marL="0" indent="0">
              <a:lnSpc>
                <a:spcPct val="100000"/>
              </a:lnSpc>
              <a:buNone/>
            </a:pPr>
            <a:r>
              <a:rPr lang="en-US" altLang="zh-TW" sz="2800" b="0" strike="noStrike" spc="-1" dirty="0">
                <a:solidFill>
                  <a:srgbClr val="3F3F3F"/>
                </a:solidFill>
                <a:ea typeface="DejaVu Sans"/>
              </a:rPr>
              <a:t>   v: pass, x: fail, n: not test (S1/S3/S4 only 10 cycles for each)</a:t>
            </a:r>
            <a:endParaRPr lang="en-US" altLang="zh-TW" sz="2800" b="0" strike="noStrike" spc="-1" dirty="0"/>
          </a:p>
          <a:p>
            <a:pPr marL="0" indent="0">
              <a:lnSpc>
                <a:spcPct val="100000"/>
              </a:lnSpc>
              <a:buNone/>
            </a:pPr>
            <a:r>
              <a:rPr lang="en-US" altLang="zh-TW" sz="2800" b="0" strike="noStrike" spc="-1" dirty="0">
                <a:solidFill>
                  <a:srgbClr val="3F3F3F"/>
                </a:solidFill>
                <a:ea typeface="DejaVu Sans"/>
              </a:rPr>
              <a:t>   +--------------------------------------+-----+-----+-----+-----+----------+</a:t>
            </a:r>
            <a:endParaRPr lang="en-US" altLang="zh-TW" sz="2800" b="0" strike="noStrike" spc="-1" dirty="0"/>
          </a:p>
          <a:p>
            <a:pPr marL="0" indent="0">
              <a:lnSpc>
                <a:spcPct val="100000"/>
              </a:lnSpc>
              <a:buNone/>
            </a:pPr>
            <a:r>
              <a:rPr lang="en-US" altLang="zh-TW" sz="2800" b="0" strike="noStrike" spc="-1" dirty="0">
                <a:solidFill>
                  <a:srgbClr val="3F3F3F"/>
                </a:solidFill>
                <a:ea typeface="DejaVu Sans"/>
              </a:rPr>
              <a:t>   |                                                           |    S1  |   S3  |   S4  |   S5  |   Install    |</a:t>
            </a:r>
            <a:endParaRPr lang="en-US" altLang="zh-TW" sz="2800" b="0" strike="noStrike" spc="-1" dirty="0"/>
          </a:p>
          <a:p>
            <a:pPr marL="0" indent="0">
              <a:lnSpc>
                <a:spcPct val="100000"/>
              </a:lnSpc>
              <a:buNone/>
            </a:pPr>
            <a:r>
              <a:rPr lang="en-US" altLang="zh-TW" sz="2800" b="0" strike="noStrike" spc="-1" dirty="0">
                <a:solidFill>
                  <a:srgbClr val="3F3F3F"/>
                </a:solidFill>
                <a:ea typeface="DejaVu Sans"/>
              </a:rPr>
              <a:t>   +--------------------------------------+-----+-----+-----+-----+----------+</a:t>
            </a:r>
            <a:endParaRPr lang="en-US" altLang="zh-TW" sz="2800" b="0" strike="noStrike" spc="-1" dirty="0"/>
          </a:p>
          <a:p>
            <a:pPr marL="0" indent="0">
              <a:lnSpc>
                <a:spcPct val="100000"/>
              </a:lnSpc>
              <a:buNone/>
            </a:pPr>
            <a:r>
              <a:rPr lang="en-US" altLang="zh-TW" sz="2800" b="0" strike="noStrike" spc="-1" dirty="0">
                <a:solidFill>
                  <a:srgbClr val="3F3F3F"/>
                </a:solidFill>
                <a:ea typeface="DejaVu Sans"/>
              </a:rPr>
              <a:t>   | Windows 2019 (UEFI)                        | N/A  | N/A | N/A |   (v)   |      (v)      |</a:t>
            </a:r>
            <a:endParaRPr lang="en-US" altLang="zh-TW" sz="2800" b="0" strike="noStrike" spc="-1" dirty="0"/>
          </a:p>
          <a:p>
            <a:pPr marL="0" indent="0">
              <a:lnSpc>
                <a:spcPct val="100000"/>
              </a:lnSpc>
              <a:buNone/>
            </a:pPr>
            <a:r>
              <a:rPr lang="en-US" altLang="zh-TW" sz="2800" b="0" strike="noStrike" spc="-1" dirty="0">
                <a:solidFill>
                  <a:srgbClr val="3F3F3F"/>
                </a:solidFill>
                <a:ea typeface="DejaVu Sans"/>
              </a:rPr>
              <a:t>   +--------------------------------------+-----+-----+-----+-----+----------+</a:t>
            </a:r>
            <a:endParaRPr lang="en-US" altLang="zh-TW" sz="2800" b="0" strike="noStrike" spc="-1" dirty="0"/>
          </a:p>
        </p:txBody>
      </p:sp>
    </p:spTree>
    <p:extLst>
      <p:ext uri="{BB962C8B-B14F-4D97-AF65-F5344CB8AC3E}">
        <p14:creationId xmlns:p14="http://schemas.microsoft.com/office/powerpoint/2010/main" val="39453836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編號版面配置區 1">
            <a:extLst>
              <a:ext uri="{FF2B5EF4-FFF2-40B4-BE49-F238E27FC236}">
                <a16:creationId xmlns:a16="http://schemas.microsoft.com/office/drawing/2014/main" id="{0040D184-CB63-4AF9-BB39-2ADA5B161084}"/>
              </a:ext>
            </a:extLst>
          </p:cNvPr>
          <p:cNvSpPr>
            <a:spLocks noGrp="1"/>
          </p:cNvSpPr>
          <p:nvPr>
            <p:ph type="sldNum" sz="quarter" idx="12"/>
          </p:nvPr>
        </p:nvSpPr>
        <p:spPr/>
        <p:txBody>
          <a:bodyPr/>
          <a:lstStyle/>
          <a:p>
            <a:fld id="{711F1488-76AD-4E7F-AEC8-BF811B7D74A5}" type="slidenum">
              <a:rPr lang="en-US" smtClean="0"/>
              <a:pPr/>
              <a:t>8</a:t>
            </a:fld>
            <a:endParaRPr lang="en-US"/>
          </a:p>
        </p:txBody>
      </p:sp>
      <p:sp>
        <p:nvSpPr>
          <p:cNvPr id="3" name="標題 2">
            <a:extLst>
              <a:ext uri="{FF2B5EF4-FFF2-40B4-BE49-F238E27FC236}">
                <a16:creationId xmlns:a16="http://schemas.microsoft.com/office/drawing/2014/main" id="{1BFF41FB-B82C-4BC3-A6B0-910356B87408}"/>
              </a:ext>
            </a:extLst>
          </p:cNvPr>
          <p:cNvSpPr>
            <a:spLocks noGrp="1"/>
          </p:cNvSpPr>
          <p:nvPr>
            <p:ph type="title"/>
          </p:nvPr>
        </p:nvSpPr>
        <p:spPr/>
        <p:txBody>
          <a:bodyPr/>
          <a:lstStyle/>
          <a:p>
            <a:r>
              <a:rPr lang="en-US" altLang="zh-TW" dirty="0"/>
              <a:t>InsydeH2O 5.4 Code Structure</a:t>
            </a:r>
            <a:endParaRPr lang="zh-TW" altLang="en-US" dirty="0"/>
          </a:p>
        </p:txBody>
      </p:sp>
    </p:spTree>
    <p:extLst>
      <p:ext uri="{BB962C8B-B14F-4D97-AF65-F5344CB8AC3E}">
        <p14:creationId xmlns:p14="http://schemas.microsoft.com/office/powerpoint/2010/main" val="39647594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56BCFEE4-171D-44D7-A4DA-4CD4E9513C04}"/>
              </a:ext>
            </a:extLst>
          </p:cNvPr>
          <p:cNvSpPr>
            <a:spLocks noGrp="1"/>
          </p:cNvSpPr>
          <p:nvPr>
            <p:ph type="title"/>
          </p:nvPr>
        </p:nvSpPr>
        <p:spPr/>
        <p:txBody>
          <a:bodyPr>
            <a:normAutofit/>
          </a:bodyPr>
          <a:lstStyle/>
          <a:p>
            <a:r>
              <a:rPr lang="en-US" altLang="zh-TW" dirty="0"/>
              <a:t>InsydeH2O 5.4 Code Structure</a:t>
            </a:r>
            <a:br>
              <a:rPr lang="en-US" altLang="zh-TW" dirty="0"/>
            </a:br>
            <a:r>
              <a:rPr lang="en-US" altLang="zh-TW" sz="2000" dirty="0"/>
              <a:t>Goal</a:t>
            </a:r>
            <a:endParaRPr lang="zh-TW" altLang="en-US" sz="2000" dirty="0"/>
          </a:p>
        </p:txBody>
      </p:sp>
      <p:sp>
        <p:nvSpPr>
          <p:cNvPr id="3" name="內容版面配置區 2">
            <a:extLst>
              <a:ext uri="{FF2B5EF4-FFF2-40B4-BE49-F238E27FC236}">
                <a16:creationId xmlns:a16="http://schemas.microsoft.com/office/drawing/2014/main" id="{D3C2B135-190B-4587-BE1A-7A434849EE92}"/>
              </a:ext>
            </a:extLst>
          </p:cNvPr>
          <p:cNvSpPr>
            <a:spLocks noGrp="1"/>
          </p:cNvSpPr>
          <p:nvPr>
            <p:ph idx="1"/>
          </p:nvPr>
        </p:nvSpPr>
        <p:spPr/>
        <p:txBody>
          <a:bodyPr/>
          <a:lstStyle/>
          <a:p>
            <a:pPr marL="228600" indent="-223560">
              <a:lnSpc>
                <a:spcPct val="100000"/>
              </a:lnSpc>
              <a:buClr>
                <a:srgbClr val="3F3F3F"/>
              </a:buClr>
              <a:buFont typeface="Arial"/>
              <a:buChar char="•"/>
            </a:pPr>
            <a:r>
              <a:rPr lang="en-US" altLang="zh-TW" sz="2800" b="0" strike="noStrike" spc="-1" dirty="0">
                <a:solidFill>
                  <a:srgbClr val="3F3F3F"/>
                </a:solidFill>
                <a:ea typeface="DejaVu Sans"/>
              </a:rPr>
              <a:t>Simplify Customization</a:t>
            </a:r>
            <a:endParaRPr lang="en-US" altLang="zh-TW" sz="2800" b="0" strike="noStrike" spc="-1" dirty="0"/>
          </a:p>
          <a:p>
            <a:pPr>
              <a:lnSpc>
                <a:spcPct val="100000"/>
              </a:lnSpc>
            </a:pPr>
            <a:endParaRPr lang="en-US" altLang="zh-TW" sz="2800" b="0" strike="noStrike" spc="-1" dirty="0"/>
          </a:p>
          <a:p>
            <a:pPr marL="228600" indent="-223560">
              <a:lnSpc>
                <a:spcPct val="100000"/>
              </a:lnSpc>
              <a:buClr>
                <a:srgbClr val="3F3F3F"/>
              </a:buClr>
              <a:buFont typeface="Arial"/>
              <a:buChar char="•"/>
            </a:pPr>
            <a:r>
              <a:rPr lang="en-US" altLang="zh-TW" sz="2800" b="0" strike="noStrike" spc="-1" dirty="0">
                <a:solidFill>
                  <a:srgbClr val="3F3F3F"/>
                </a:solidFill>
                <a:ea typeface="DejaVu Sans"/>
              </a:rPr>
              <a:t>Common “Look-and-Feel” for </a:t>
            </a:r>
            <a:r>
              <a:rPr lang="en-US" altLang="zh-TW" sz="2800" b="0" strike="noStrike" spc="-1" dirty="0" err="1">
                <a:solidFill>
                  <a:srgbClr val="3F3F3F"/>
                </a:solidFill>
                <a:ea typeface="DejaVu Sans"/>
              </a:rPr>
              <a:t>Insyde</a:t>
            </a:r>
            <a:r>
              <a:rPr lang="en-US" altLang="zh-TW" sz="2800" b="0" strike="noStrike" spc="-1" dirty="0">
                <a:solidFill>
                  <a:srgbClr val="3F3F3F"/>
                </a:solidFill>
                <a:ea typeface="DejaVu Sans"/>
              </a:rPr>
              <a:t> Code</a:t>
            </a:r>
            <a:endParaRPr lang="en-US" altLang="zh-TW" sz="2800" b="0" strike="noStrike" spc="-1" dirty="0"/>
          </a:p>
          <a:p>
            <a:pPr>
              <a:lnSpc>
                <a:spcPct val="100000"/>
              </a:lnSpc>
            </a:pPr>
            <a:endParaRPr lang="en-US" altLang="zh-TW" sz="2800" b="0" strike="noStrike" spc="-1" dirty="0"/>
          </a:p>
          <a:p>
            <a:pPr marL="228600" indent="-223560">
              <a:lnSpc>
                <a:spcPct val="100000"/>
              </a:lnSpc>
              <a:buClr>
                <a:srgbClr val="3F3F3F"/>
              </a:buClr>
              <a:buFont typeface="Arial"/>
              <a:buChar char="•"/>
            </a:pPr>
            <a:r>
              <a:rPr lang="en-US" altLang="zh-TW" sz="2800" b="0" strike="noStrike" spc="-1" dirty="0">
                <a:solidFill>
                  <a:srgbClr val="3F3F3F"/>
                </a:solidFill>
                <a:ea typeface="DejaVu Sans"/>
              </a:rPr>
              <a:t>Reduce Transition Effort</a:t>
            </a:r>
            <a:endParaRPr lang="en-US" altLang="zh-TW" sz="2800" b="0" strike="noStrike" spc="-1" dirty="0"/>
          </a:p>
        </p:txBody>
      </p:sp>
    </p:spTree>
    <p:extLst>
      <p:ext uri="{BB962C8B-B14F-4D97-AF65-F5344CB8AC3E}">
        <p14:creationId xmlns:p14="http://schemas.microsoft.com/office/powerpoint/2010/main" val="22539134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InydeH2O 5.4 Code Structure</a:t>
            </a:r>
            <a:br>
              <a:rPr lang="en-US" dirty="0"/>
            </a:br>
            <a:r>
              <a:rPr lang="en-US" sz="2000" dirty="0"/>
              <a:t>Overview</a:t>
            </a:r>
            <a:endParaRPr lang="en-US" dirty="0"/>
          </a:p>
        </p:txBody>
      </p:sp>
      <p:sp>
        <p:nvSpPr>
          <p:cNvPr id="3" name="Content Placeholder 2"/>
          <p:cNvSpPr>
            <a:spLocks noGrp="1"/>
          </p:cNvSpPr>
          <p:nvPr>
            <p:ph idx="1"/>
          </p:nvPr>
        </p:nvSpPr>
        <p:spPr/>
        <p:txBody>
          <a:bodyPr/>
          <a:lstStyle/>
          <a:p>
            <a:pPr marL="228600" indent="-223200">
              <a:lnSpc>
                <a:spcPct val="100000"/>
              </a:lnSpc>
              <a:buClr>
                <a:srgbClr val="3F3F3F"/>
              </a:buClr>
              <a:buFont typeface="Arial"/>
              <a:buChar char="•"/>
            </a:pPr>
            <a:r>
              <a:rPr lang="en-US" altLang="zh-TW" sz="2800" b="0" strike="noStrike" spc="-1" dirty="0">
                <a:solidFill>
                  <a:srgbClr val="3F3F3F"/>
                </a:solidFill>
                <a:latin typeface="Segoe UI"/>
                <a:ea typeface="DejaVu Sans"/>
              </a:rPr>
              <a:t>Takes full advantage of the EDK2 features.</a:t>
            </a:r>
            <a:endParaRPr lang="en-US" altLang="zh-TW" sz="2800" b="0" strike="noStrike" spc="-1" dirty="0">
              <a:latin typeface="Arial"/>
            </a:endParaRPr>
          </a:p>
          <a:p>
            <a:pPr marL="685800" lvl="1" indent="-223200">
              <a:lnSpc>
                <a:spcPct val="100000"/>
              </a:lnSpc>
              <a:buClr>
                <a:srgbClr val="3F3F3F"/>
              </a:buClr>
              <a:buFont typeface="Arial"/>
              <a:buChar char="•"/>
            </a:pPr>
            <a:r>
              <a:rPr lang="en-US" altLang="zh-TW" sz="2400" b="0" strike="noStrike" spc="-1" dirty="0">
                <a:solidFill>
                  <a:srgbClr val="3F3F3F"/>
                </a:solidFill>
                <a:latin typeface="Segoe UI"/>
                <a:ea typeface="DejaVu Sans"/>
              </a:rPr>
              <a:t>Highly modular package-based features.</a:t>
            </a:r>
            <a:endParaRPr lang="en-US" altLang="zh-TW" sz="2400" b="0" strike="noStrike" spc="-1" dirty="0">
              <a:latin typeface="Arial"/>
            </a:endParaRPr>
          </a:p>
          <a:p>
            <a:pPr marL="685800" lvl="1" indent="-223200">
              <a:lnSpc>
                <a:spcPct val="100000"/>
              </a:lnSpc>
              <a:buClr>
                <a:srgbClr val="3F3F3F"/>
              </a:buClr>
              <a:buFont typeface="Arial"/>
              <a:buChar char="•"/>
            </a:pPr>
            <a:r>
              <a:rPr lang="en-US" altLang="zh-TW" sz="2400" b="0" strike="noStrike" spc="-1" dirty="0">
                <a:solidFill>
                  <a:srgbClr val="3F3F3F"/>
                </a:solidFill>
                <a:latin typeface="Segoe UI"/>
                <a:ea typeface="DejaVu Sans"/>
              </a:rPr>
              <a:t>Fully configurable with build-time PCD switches.</a:t>
            </a:r>
            <a:endParaRPr lang="en-US" dirty="0"/>
          </a:p>
        </p:txBody>
      </p:sp>
      <p:pic>
        <p:nvPicPr>
          <p:cNvPr id="4" name="Picture 2">
            <a:extLst>
              <a:ext uri="{FF2B5EF4-FFF2-40B4-BE49-F238E27FC236}">
                <a16:creationId xmlns:a16="http://schemas.microsoft.com/office/drawing/2014/main" id="{CB562A8E-2578-41F2-A35E-E11D48235E95}"/>
              </a:ext>
            </a:extLst>
          </p:cNvPr>
          <p:cNvPicPr/>
          <p:nvPr/>
        </p:nvPicPr>
        <p:blipFill>
          <a:blip r:embed="rId2"/>
          <a:stretch/>
        </p:blipFill>
        <p:spPr>
          <a:xfrm>
            <a:off x="2964261" y="2926361"/>
            <a:ext cx="4585680" cy="3099600"/>
          </a:xfrm>
          <a:prstGeom prst="rect">
            <a:avLst/>
          </a:prstGeom>
          <a:ln>
            <a:noFill/>
          </a:ln>
          <a:effectLst>
            <a:outerShdw dist="35638" dir="2700000">
              <a:srgbClr val="EEECE1"/>
            </a:outerShdw>
          </a:effectLst>
        </p:spPr>
      </p:pic>
    </p:spTree>
    <p:extLst>
      <p:ext uri="{BB962C8B-B14F-4D97-AF65-F5344CB8AC3E}">
        <p14:creationId xmlns:p14="http://schemas.microsoft.com/office/powerpoint/2010/main" val="41276464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InydeH2O 5.4 Code Structure</a:t>
            </a:r>
            <a:br>
              <a:rPr lang="en-US" dirty="0"/>
            </a:br>
            <a:r>
              <a:rPr lang="en-US" sz="2000" dirty="0"/>
              <a:t>Terminology</a:t>
            </a:r>
            <a:endParaRPr lang="en-US" dirty="0"/>
          </a:p>
        </p:txBody>
      </p:sp>
      <p:sp>
        <p:nvSpPr>
          <p:cNvPr id="3" name="Content Placeholder 2"/>
          <p:cNvSpPr>
            <a:spLocks noGrp="1"/>
          </p:cNvSpPr>
          <p:nvPr>
            <p:ph idx="1"/>
          </p:nvPr>
        </p:nvSpPr>
        <p:spPr/>
        <p:txBody>
          <a:bodyPr/>
          <a:lstStyle/>
          <a:p>
            <a:pPr marL="228600" indent="-223200">
              <a:lnSpc>
                <a:spcPct val="100000"/>
              </a:lnSpc>
              <a:buClr>
                <a:srgbClr val="3F3F3F"/>
              </a:buClr>
              <a:buFont typeface="Arial"/>
              <a:buChar char="•"/>
            </a:pPr>
            <a:r>
              <a:rPr lang="en-US" altLang="zh-TW" sz="2800" b="1" strike="noStrike" spc="-1" dirty="0">
                <a:solidFill>
                  <a:srgbClr val="3F3F3F"/>
                </a:solidFill>
                <a:latin typeface="Segoe UI"/>
                <a:ea typeface="DejaVu Sans"/>
              </a:rPr>
              <a:t>Reference Code Package</a:t>
            </a:r>
            <a:r>
              <a:rPr lang="en-US" altLang="zh-TW" sz="2800" b="0" strike="noStrike" spc="-1" dirty="0">
                <a:solidFill>
                  <a:srgbClr val="3F3F3F"/>
                </a:solidFill>
                <a:latin typeface="Segoe UI"/>
                <a:ea typeface="DejaVu Sans"/>
              </a:rPr>
              <a:t> – Vendor-maintained chipset support code.</a:t>
            </a:r>
            <a:endParaRPr lang="en-US" altLang="zh-TW" sz="2800" b="0" strike="noStrike" spc="-1" dirty="0">
              <a:latin typeface="Arial"/>
            </a:endParaRPr>
          </a:p>
          <a:p>
            <a:pPr marL="228600" indent="-223200">
              <a:lnSpc>
                <a:spcPct val="100000"/>
              </a:lnSpc>
              <a:buClr>
                <a:srgbClr val="3F3F3F"/>
              </a:buClr>
              <a:buFont typeface="Arial"/>
              <a:buChar char="•"/>
            </a:pPr>
            <a:r>
              <a:rPr lang="en-US" altLang="zh-TW" sz="2800" b="1" strike="noStrike" spc="-1" dirty="0" err="1">
                <a:solidFill>
                  <a:srgbClr val="3F3F3F"/>
                </a:solidFill>
                <a:latin typeface="Segoe UI"/>
                <a:ea typeface="DejaVu Sans"/>
              </a:rPr>
              <a:t>Insyde</a:t>
            </a:r>
            <a:r>
              <a:rPr lang="en-US" altLang="zh-TW" sz="2800" b="1" strike="noStrike" spc="-1" dirty="0">
                <a:solidFill>
                  <a:srgbClr val="3F3F3F"/>
                </a:solidFill>
                <a:latin typeface="Segoe UI"/>
                <a:ea typeface="DejaVu Sans"/>
              </a:rPr>
              <a:t> Chipset Package </a:t>
            </a:r>
            <a:r>
              <a:rPr lang="en-US" altLang="zh-TW" sz="2800" b="0" strike="noStrike" spc="-1" dirty="0">
                <a:solidFill>
                  <a:srgbClr val="3F3F3F"/>
                </a:solidFill>
                <a:latin typeface="Segoe UI"/>
                <a:ea typeface="DejaVu Sans"/>
              </a:rPr>
              <a:t>– </a:t>
            </a:r>
            <a:r>
              <a:rPr lang="en-US" altLang="zh-TW" sz="2800" b="0" strike="noStrike" spc="-1" dirty="0" err="1">
                <a:solidFill>
                  <a:srgbClr val="3F3F3F"/>
                </a:solidFill>
                <a:latin typeface="Segoe UI"/>
                <a:ea typeface="DejaVu Sans"/>
              </a:rPr>
              <a:t>Insyde</a:t>
            </a:r>
            <a:r>
              <a:rPr lang="en-US" altLang="zh-TW" sz="2800" b="0" strike="noStrike" spc="-1" dirty="0">
                <a:solidFill>
                  <a:srgbClr val="3F3F3F"/>
                </a:solidFill>
                <a:latin typeface="Segoe UI"/>
                <a:ea typeface="DejaVu Sans"/>
              </a:rPr>
              <a:t>-maintained chipset support code.</a:t>
            </a:r>
            <a:endParaRPr lang="en-US" altLang="zh-TW" sz="2800" b="0" strike="noStrike" spc="-1" dirty="0">
              <a:latin typeface="Arial"/>
            </a:endParaRPr>
          </a:p>
          <a:p>
            <a:pPr marL="228600" indent="-223200">
              <a:lnSpc>
                <a:spcPct val="100000"/>
              </a:lnSpc>
              <a:buClr>
                <a:srgbClr val="3F3F3F"/>
              </a:buClr>
              <a:buFont typeface="Arial"/>
              <a:buChar char="•"/>
            </a:pPr>
            <a:r>
              <a:rPr lang="en-US" altLang="zh-TW" sz="2800" b="1" strike="noStrike" spc="-1" dirty="0">
                <a:solidFill>
                  <a:srgbClr val="3F3F3F"/>
                </a:solidFill>
                <a:latin typeface="Segoe UI"/>
                <a:ea typeface="DejaVu Sans"/>
              </a:rPr>
              <a:t>Project Package </a:t>
            </a:r>
            <a:r>
              <a:rPr lang="en-US" altLang="zh-TW" sz="2800" b="0" strike="noStrike" spc="-1" dirty="0">
                <a:solidFill>
                  <a:srgbClr val="3F3F3F"/>
                </a:solidFill>
                <a:latin typeface="Segoe UI"/>
                <a:ea typeface="DejaVu Sans"/>
              </a:rPr>
              <a:t>– </a:t>
            </a:r>
            <a:r>
              <a:rPr lang="en-US" altLang="zh-TW" sz="2800" b="0" strike="noStrike" spc="-1" dirty="0" err="1">
                <a:solidFill>
                  <a:srgbClr val="3F3F3F"/>
                </a:solidFill>
                <a:latin typeface="Segoe UI"/>
                <a:ea typeface="DejaVu Sans"/>
              </a:rPr>
              <a:t>Insyde</a:t>
            </a:r>
            <a:r>
              <a:rPr lang="en-US" altLang="zh-TW" sz="2800" b="0" strike="noStrike" spc="-1" dirty="0">
                <a:solidFill>
                  <a:srgbClr val="3F3F3F"/>
                </a:solidFill>
                <a:latin typeface="Segoe UI"/>
                <a:ea typeface="DejaVu Sans"/>
              </a:rPr>
              <a:t> or OEM-maintained board support code.</a:t>
            </a:r>
            <a:endParaRPr lang="en-US" altLang="zh-TW" sz="2800" b="0" strike="noStrike" spc="-1" dirty="0">
              <a:latin typeface="Arial"/>
            </a:endParaRPr>
          </a:p>
          <a:p>
            <a:pPr marL="228600" indent="-223200">
              <a:lnSpc>
                <a:spcPct val="100000"/>
              </a:lnSpc>
              <a:buClr>
                <a:srgbClr val="3F3F3F"/>
              </a:buClr>
              <a:buFont typeface="Arial"/>
              <a:buChar char="•"/>
            </a:pPr>
            <a:r>
              <a:rPr lang="en-US" altLang="zh-TW" sz="2800" b="1" strike="noStrike" spc="-1" dirty="0">
                <a:solidFill>
                  <a:srgbClr val="3F3F3F"/>
                </a:solidFill>
                <a:latin typeface="Segoe UI"/>
                <a:ea typeface="DejaVu Sans"/>
              </a:rPr>
              <a:t>Kernel Package </a:t>
            </a:r>
            <a:r>
              <a:rPr lang="en-US" altLang="zh-TW" sz="2800" b="0" strike="noStrike" spc="-1" dirty="0">
                <a:solidFill>
                  <a:srgbClr val="3F3F3F"/>
                </a:solidFill>
                <a:latin typeface="Segoe UI"/>
                <a:ea typeface="DejaVu Sans"/>
              </a:rPr>
              <a:t>– </a:t>
            </a:r>
            <a:r>
              <a:rPr lang="en-US" altLang="zh-TW" sz="2800" b="0" strike="noStrike" spc="-1" dirty="0" err="1">
                <a:solidFill>
                  <a:srgbClr val="3F3F3F"/>
                </a:solidFill>
                <a:latin typeface="Segoe UI"/>
                <a:ea typeface="DejaVu Sans"/>
              </a:rPr>
              <a:t>Insyde</a:t>
            </a:r>
            <a:r>
              <a:rPr lang="en-US" altLang="zh-TW" sz="2800" b="0" strike="noStrike" spc="-1" dirty="0">
                <a:solidFill>
                  <a:srgbClr val="3F3F3F"/>
                </a:solidFill>
                <a:latin typeface="Segoe UI"/>
                <a:ea typeface="DejaVu Sans"/>
              </a:rPr>
              <a:t>-maintained industry-standard or </a:t>
            </a:r>
            <a:r>
              <a:rPr lang="en-US" altLang="zh-TW" sz="2800" b="0" strike="noStrike" spc="-1" dirty="0" err="1">
                <a:solidFill>
                  <a:srgbClr val="3F3F3F"/>
                </a:solidFill>
                <a:latin typeface="Segoe UI"/>
                <a:ea typeface="DejaVu Sans"/>
              </a:rPr>
              <a:t>Insyde</a:t>
            </a:r>
            <a:r>
              <a:rPr lang="en-US" altLang="zh-TW" sz="2800" b="0" strike="noStrike" spc="-1" dirty="0">
                <a:solidFill>
                  <a:srgbClr val="3F3F3F"/>
                </a:solidFill>
                <a:latin typeface="Segoe UI"/>
                <a:ea typeface="DejaVu Sans"/>
              </a:rPr>
              <a:t>-standard support code.</a:t>
            </a:r>
            <a:endParaRPr lang="en-US" altLang="zh-TW" sz="2800" b="0" strike="noStrike" spc="-1" dirty="0">
              <a:latin typeface="Arial"/>
            </a:endParaRPr>
          </a:p>
        </p:txBody>
      </p:sp>
    </p:spTree>
    <p:extLst>
      <p:ext uri="{BB962C8B-B14F-4D97-AF65-F5344CB8AC3E}">
        <p14:creationId xmlns:p14="http://schemas.microsoft.com/office/powerpoint/2010/main" val="123595241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886ABDC1-99BC-46C1-BCC3-852267E3AE1F}"/>
              </a:ext>
            </a:extLst>
          </p:cNvPr>
          <p:cNvPicPr>
            <a:picLocks noChangeAspect="1"/>
          </p:cNvPicPr>
          <p:nvPr/>
        </p:nvPicPr>
        <p:blipFill>
          <a:blip r:embed="rId2"/>
          <a:stretch>
            <a:fillRect/>
          </a:stretch>
        </p:blipFill>
        <p:spPr>
          <a:xfrm>
            <a:off x="1153669" y="1316230"/>
            <a:ext cx="2238618" cy="4993130"/>
          </a:xfrm>
          <a:prstGeom prst="rect">
            <a:avLst/>
          </a:prstGeom>
        </p:spPr>
      </p:pic>
      <p:sp>
        <p:nvSpPr>
          <p:cNvPr id="2" name="Title 1"/>
          <p:cNvSpPr>
            <a:spLocks noGrp="1"/>
          </p:cNvSpPr>
          <p:nvPr>
            <p:ph type="title"/>
          </p:nvPr>
        </p:nvSpPr>
        <p:spPr/>
        <p:txBody>
          <a:bodyPr>
            <a:normAutofit/>
          </a:bodyPr>
          <a:lstStyle/>
          <a:p>
            <a:r>
              <a:rPr lang="en-US" altLang="zh-TW" dirty="0"/>
              <a:t>InydeH2O 5.4 Code Structure</a:t>
            </a:r>
            <a:br>
              <a:rPr lang="en-US" altLang="zh-TW" dirty="0"/>
            </a:br>
            <a:r>
              <a:rPr lang="en-US" altLang="zh-TW" sz="2000" b="1" strike="noStrike" spc="-1" dirty="0">
                <a:solidFill>
                  <a:srgbClr val="3F3F3F"/>
                </a:solidFill>
                <a:latin typeface="Segoe UI"/>
                <a:ea typeface="DejaVu Sans"/>
              </a:rPr>
              <a:t>Folder Introduction</a:t>
            </a:r>
            <a:endParaRPr lang="en-US" dirty="0"/>
          </a:p>
        </p:txBody>
      </p:sp>
      <p:sp>
        <p:nvSpPr>
          <p:cNvPr id="3" name="Content Placeholder 2"/>
          <p:cNvSpPr>
            <a:spLocks noGrp="1"/>
          </p:cNvSpPr>
          <p:nvPr>
            <p:ph idx="1"/>
          </p:nvPr>
        </p:nvSpPr>
        <p:spPr>
          <a:xfrm>
            <a:off x="4320330" y="1398494"/>
            <a:ext cx="7033470" cy="4778469"/>
          </a:xfrm>
        </p:spPr>
        <p:txBody>
          <a:bodyPr>
            <a:normAutofit fontScale="92500" lnSpcReduction="20000"/>
          </a:bodyPr>
          <a:lstStyle/>
          <a:p>
            <a:endParaRPr lang="en-US" altLang="zh-TW" dirty="0"/>
          </a:p>
          <a:p>
            <a:endParaRPr lang="en-US" altLang="zh-TW" dirty="0"/>
          </a:p>
          <a:p>
            <a:endParaRPr lang="en-US" altLang="zh-TW" dirty="0"/>
          </a:p>
          <a:p>
            <a:endParaRPr lang="en-US" altLang="zh-TW" dirty="0"/>
          </a:p>
          <a:p>
            <a:r>
              <a:rPr lang="en-US" altLang="zh-TW" dirty="0" err="1"/>
              <a:t>BaseTools</a:t>
            </a:r>
            <a:r>
              <a:rPr lang="en-US" altLang="zh-TW" dirty="0"/>
              <a:t>:	 Base tool related binaries</a:t>
            </a:r>
          </a:p>
          <a:p>
            <a:r>
              <a:rPr lang="en-US" altLang="zh-TW" dirty="0"/>
              <a:t>Board: CRB or Project board package</a:t>
            </a:r>
          </a:p>
          <a:p>
            <a:r>
              <a:rPr lang="en-US" altLang="zh-TW" dirty="0"/>
              <a:t>EDK2: EDK2 modules</a:t>
            </a:r>
          </a:p>
          <a:p>
            <a:r>
              <a:rPr lang="en-US" altLang="zh-TW" dirty="0" err="1"/>
              <a:t>Insyde</a:t>
            </a:r>
            <a:r>
              <a:rPr lang="en-US" altLang="zh-TW" dirty="0"/>
              <a:t>: </a:t>
            </a:r>
            <a:r>
              <a:rPr lang="en-US" altLang="zh-TW" dirty="0" err="1"/>
              <a:t>Insyde</a:t>
            </a:r>
            <a:r>
              <a:rPr lang="en-US" altLang="zh-TW" dirty="0"/>
              <a:t> kernel modules</a:t>
            </a:r>
          </a:p>
          <a:p>
            <a:r>
              <a:rPr lang="en-US" altLang="zh-TW" dirty="0"/>
              <a:t>Intel: Chipset related modules</a:t>
            </a:r>
          </a:p>
          <a:p>
            <a:r>
              <a:rPr lang="en-US" altLang="zh-TW" dirty="0" err="1"/>
              <a:t>SegFeature</a:t>
            </a:r>
            <a:r>
              <a:rPr lang="en-US" altLang="zh-TW" dirty="0"/>
              <a:t>: SEG feature Packages</a:t>
            </a:r>
          </a:p>
          <a:p>
            <a:r>
              <a:rPr lang="en-US" altLang="zh-TW" dirty="0" err="1"/>
              <a:t>Sio</a:t>
            </a:r>
            <a:r>
              <a:rPr lang="en-US" altLang="zh-TW" dirty="0"/>
              <a:t>: SIO related modules</a:t>
            </a:r>
          </a:p>
        </p:txBody>
      </p:sp>
      <p:sp>
        <p:nvSpPr>
          <p:cNvPr id="13" name="CustomShape 5">
            <a:extLst>
              <a:ext uri="{FF2B5EF4-FFF2-40B4-BE49-F238E27FC236}">
                <a16:creationId xmlns:a16="http://schemas.microsoft.com/office/drawing/2014/main" id="{D396B260-D4A8-49E5-9982-ECB275D3AA67}"/>
              </a:ext>
            </a:extLst>
          </p:cNvPr>
          <p:cNvSpPr/>
          <p:nvPr/>
        </p:nvSpPr>
        <p:spPr>
          <a:xfrm>
            <a:off x="1132514" y="2989537"/>
            <a:ext cx="2387460" cy="508671"/>
          </a:xfrm>
          <a:prstGeom prst="rect">
            <a:avLst/>
          </a:prstGeom>
          <a:noFill/>
          <a:ln w="28440">
            <a:solidFill>
              <a:srgbClr val="00599D"/>
            </a:solidFill>
            <a:round/>
          </a:ln>
        </p:spPr>
        <p:style>
          <a:lnRef idx="0">
            <a:scrgbClr r="0" g="0" b="0"/>
          </a:lnRef>
          <a:fillRef idx="0">
            <a:scrgbClr r="0" g="0" b="0"/>
          </a:fillRef>
          <a:effectRef idx="0">
            <a:scrgbClr r="0" g="0" b="0"/>
          </a:effectRef>
          <a:fontRef idx="minor"/>
        </p:style>
      </p:sp>
      <p:sp>
        <p:nvSpPr>
          <p:cNvPr id="14" name="CustomShape 5">
            <a:extLst>
              <a:ext uri="{FF2B5EF4-FFF2-40B4-BE49-F238E27FC236}">
                <a16:creationId xmlns:a16="http://schemas.microsoft.com/office/drawing/2014/main" id="{6C71EAAF-A6E9-414F-9222-D4B14D917190}"/>
              </a:ext>
            </a:extLst>
          </p:cNvPr>
          <p:cNvSpPr/>
          <p:nvPr/>
        </p:nvSpPr>
        <p:spPr>
          <a:xfrm>
            <a:off x="1132514" y="3813056"/>
            <a:ext cx="2387460" cy="1915617"/>
          </a:xfrm>
          <a:prstGeom prst="rect">
            <a:avLst/>
          </a:prstGeom>
          <a:noFill/>
          <a:ln w="28440">
            <a:solidFill>
              <a:srgbClr val="00599D"/>
            </a:solidFill>
            <a:round/>
          </a:ln>
        </p:spPr>
        <p:style>
          <a:lnRef idx="0">
            <a:scrgbClr r="0" g="0" b="0"/>
          </a:lnRef>
          <a:fillRef idx="0">
            <a:scrgbClr r="0" g="0" b="0"/>
          </a:fillRef>
          <a:effectRef idx="0">
            <a:scrgbClr r="0" g="0" b="0"/>
          </a:effectRef>
          <a:fontRef idx="minor"/>
        </p:style>
      </p:sp>
      <p:sp>
        <p:nvSpPr>
          <p:cNvPr id="15" name="CustomShape 18">
            <a:extLst>
              <a:ext uri="{FF2B5EF4-FFF2-40B4-BE49-F238E27FC236}">
                <a16:creationId xmlns:a16="http://schemas.microsoft.com/office/drawing/2014/main" id="{9463F180-073A-4DF0-A142-CC925B08F107}"/>
              </a:ext>
            </a:extLst>
          </p:cNvPr>
          <p:cNvSpPr/>
          <p:nvPr/>
        </p:nvSpPr>
        <p:spPr>
          <a:xfrm>
            <a:off x="1132514" y="1892170"/>
            <a:ext cx="2387460" cy="515868"/>
          </a:xfrm>
          <a:prstGeom prst="rect">
            <a:avLst/>
          </a:prstGeom>
          <a:noFill/>
          <a:ln w="28440">
            <a:solidFill>
              <a:srgbClr val="FF0000"/>
            </a:solidFill>
            <a:round/>
          </a:ln>
        </p:spPr>
        <p:style>
          <a:lnRef idx="0">
            <a:scrgbClr r="0" g="0" b="0"/>
          </a:lnRef>
          <a:fillRef idx="0">
            <a:scrgbClr r="0" g="0" b="0"/>
          </a:fillRef>
          <a:effectRef idx="0">
            <a:scrgbClr r="0" g="0" b="0"/>
          </a:effectRef>
          <a:fontRef idx="minor"/>
        </p:style>
      </p:sp>
      <p:sp>
        <p:nvSpPr>
          <p:cNvPr id="16" name="CustomShape 18">
            <a:extLst>
              <a:ext uri="{FF2B5EF4-FFF2-40B4-BE49-F238E27FC236}">
                <a16:creationId xmlns:a16="http://schemas.microsoft.com/office/drawing/2014/main" id="{8A3A6602-4A2D-4AF9-A7D1-C98DA00FBBE4}"/>
              </a:ext>
            </a:extLst>
          </p:cNvPr>
          <p:cNvSpPr/>
          <p:nvPr/>
        </p:nvSpPr>
        <p:spPr>
          <a:xfrm>
            <a:off x="1132514" y="1326676"/>
            <a:ext cx="2387460" cy="243724"/>
          </a:xfrm>
          <a:prstGeom prst="rect">
            <a:avLst/>
          </a:prstGeom>
          <a:noFill/>
          <a:ln w="28440">
            <a:solidFill>
              <a:srgbClr val="FF0000"/>
            </a:solidFill>
            <a:round/>
          </a:ln>
        </p:spPr>
        <p:style>
          <a:lnRef idx="0">
            <a:scrgbClr r="0" g="0" b="0"/>
          </a:lnRef>
          <a:fillRef idx="0">
            <a:scrgbClr r="0" g="0" b="0"/>
          </a:fillRef>
          <a:effectRef idx="0">
            <a:scrgbClr r="0" g="0" b="0"/>
          </a:effectRef>
          <a:fontRef idx="minor"/>
        </p:style>
      </p:sp>
      <p:sp>
        <p:nvSpPr>
          <p:cNvPr id="17" name="CustomShape 9">
            <a:extLst>
              <a:ext uri="{FF2B5EF4-FFF2-40B4-BE49-F238E27FC236}">
                <a16:creationId xmlns:a16="http://schemas.microsoft.com/office/drawing/2014/main" id="{DBC06D33-3BF0-4116-B6E3-0FF230077E93}"/>
              </a:ext>
            </a:extLst>
          </p:cNvPr>
          <p:cNvSpPr/>
          <p:nvPr/>
        </p:nvSpPr>
        <p:spPr>
          <a:xfrm>
            <a:off x="1132514" y="1607018"/>
            <a:ext cx="2387460" cy="229320"/>
          </a:xfrm>
          <a:prstGeom prst="rect">
            <a:avLst/>
          </a:prstGeom>
          <a:noFill/>
          <a:ln w="28440">
            <a:solidFill>
              <a:srgbClr val="FFBF00"/>
            </a:solidFill>
            <a:round/>
          </a:ln>
        </p:spPr>
        <p:style>
          <a:lnRef idx="0">
            <a:scrgbClr r="0" g="0" b="0"/>
          </a:lnRef>
          <a:fillRef idx="0">
            <a:scrgbClr r="0" g="0" b="0"/>
          </a:fillRef>
          <a:effectRef idx="0">
            <a:scrgbClr r="0" g="0" b="0"/>
          </a:effectRef>
          <a:fontRef idx="minor"/>
        </p:style>
      </p:sp>
      <p:sp>
        <p:nvSpPr>
          <p:cNvPr id="18" name="CustomShape 18">
            <a:extLst>
              <a:ext uri="{FF2B5EF4-FFF2-40B4-BE49-F238E27FC236}">
                <a16:creationId xmlns:a16="http://schemas.microsoft.com/office/drawing/2014/main" id="{5786DB9F-B582-4C42-994C-C4B24385A084}"/>
              </a:ext>
            </a:extLst>
          </p:cNvPr>
          <p:cNvSpPr/>
          <p:nvPr/>
        </p:nvSpPr>
        <p:spPr>
          <a:xfrm>
            <a:off x="1132514" y="5767697"/>
            <a:ext cx="2387460" cy="243724"/>
          </a:xfrm>
          <a:prstGeom prst="rect">
            <a:avLst/>
          </a:prstGeom>
          <a:noFill/>
          <a:ln w="28440">
            <a:solidFill>
              <a:srgbClr val="FF0000"/>
            </a:solidFill>
            <a:round/>
          </a:ln>
        </p:spPr>
        <p:style>
          <a:lnRef idx="0">
            <a:scrgbClr r="0" g="0" b="0"/>
          </a:lnRef>
          <a:fillRef idx="0">
            <a:scrgbClr r="0" g="0" b="0"/>
          </a:fillRef>
          <a:effectRef idx="0">
            <a:scrgbClr r="0" g="0" b="0"/>
          </a:effectRef>
          <a:fontRef idx="minor"/>
        </p:style>
      </p:sp>
      <p:sp>
        <p:nvSpPr>
          <p:cNvPr id="19" name="CustomShape 8">
            <a:extLst>
              <a:ext uri="{FF2B5EF4-FFF2-40B4-BE49-F238E27FC236}">
                <a16:creationId xmlns:a16="http://schemas.microsoft.com/office/drawing/2014/main" id="{6C8C588B-3F4E-4228-A856-B04BACAE93E3}"/>
              </a:ext>
            </a:extLst>
          </p:cNvPr>
          <p:cNvSpPr/>
          <p:nvPr/>
        </p:nvSpPr>
        <p:spPr>
          <a:xfrm>
            <a:off x="1132514" y="3541404"/>
            <a:ext cx="2387460" cy="230400"/>
          </a:xfrm>
          <a:prstGeom prst="rect">
            <a:avLst/>
          </a:prstGeom>
          <a:noFill/>
          <a:ln w="28440">
            <a:solidFill>
              <a:srgbClr val="00B050"/>
            </a:solidFill>
            <a:round/>
          </a:ln>
        </p:spPr>
        <p:style>
          <a:lnRef idx="0">
            <a:scrgbClr r="0" g="0" b="0"/>
          </a:lnRef>
          <a:fillRef idx="0">
            <a:scrgbClr r="0" g="0" b="0"/>
          </a:fillRef>
          <a:effectRef idx="0">
            <a:scrgbClr r="0" g="0" b="0"/>
          </a:effectRef>
          <a:fontRef idx="minor"/>
        </p:style>
      </p:sp>
      <p:sp>
        <p:nvSpPr>
          <p:cNvPr id="20" name="CustomShape 8">
            <a:extLst>
              <a:ext uri="{FF2B5EF4-FFF2-40B4-BE49-F238E27FC236}">
                <a16:creationId xmlns:a16="http://schemas.microsoft.com/office/drawing/2014/main" id="{105C42C8-A1D8-4C53-9F62-234182F3C163}"/>
              </a:ext>
            </a:extLst>
          </p:cNvPr>
          <p:cNvSpPr/>
          <p:nvPr/>
        </p:nvSpPr>
        <p:spPr>
          <a:xfrm>
            <a:off x="1132514" y="6050444"/>
            <a:ext cx="2387460" cy="230400"/>
          </a:xfrm>
          <a:prstGeom prst="rect">
            <a:avLst/>
          </a:prstGeom>
          <a:noFill/>
          <a:ln w="28440">
            <a:solidFill>
              <a:srgbClr val="00B050"/>
            </a:solidFill>
            <a:round/>
          </a:ln>
        </p:spPr>
        <p:style>
          <a:lnRef idx="0">
            <a:scrgbClr r="0" g="0" b="0"/>
          </a:lnRef>
          <a:fillRef idx="0">
            <a:scrgbClr r="0" g="0" b="0"/>
          </a:fillRef>
          <a:effectRef idx="0">
            <a:scrgbClr r="0" g="0" b="0"/>
          </a:effectRef>
          <a:fontRef idx="minor"/>
        </p:style>
      </p:sp>
      <p:grpSp>
        <p:nvGrpSpPr>
          <p:cNvPr id="21" name="群組 20">
            <a:extLst>
              <a:ext uri="{FF2B5EF4-FFF2-40B4-BE49-F238E27FC236}">
                <a16:creationId xmlns:a16="http://schemas.microsoft.com/office/drawing/2014/main" id="{8370CB43-70D1-402A-9B37-3DBC34C4733C}"/>
              </a:ext>
            </a:extLst>
          </p:cNvPr>
          <p:cNvGrpSpPr/>
          <p:nvPr/>
        </p:nvGrpSpPr>
        <p:grpSpPr>
          <a:xfrm>
            <a:off x="5031603" y="1316230"/>
            <a:ext cx="2405284" cy="1317558"/>
            <a:chOff x="9112800" y="828361"/>
            <a:chExt cx="2405284" cy="1317558"/>
          </a:xfrm>
        </p:grpSpPr>
        <p:sp>
          <p:nvSpPr>
            <p:cNvPr id="22" name="CustomShape 5">
              <a:extLst>
                <a:ext uri="{FF2B5EF4-FFF2-40B4-BE49-F238E27FC236}">
                  <a16:creationId xmlns:a16="http://schemas.microsoft.com/office/drawing/2014/main" id="{F05EAB83-287D-4D67-AB09-42945DC9A54C}"/>
                </a:ext>
              </a:extLst>
            </p:cNvPr>
            <p:cNvSpPr/>
            <p:nvPr/>
          </p:nvSpPr>
          <p:spPr>
            <a:xfrm>
              <a:off x="9117120" y="866160"/>
              <a:ext cx="210600" cy="208800"/>
            </a:xfrm>
            <a:prstGeom prst="rect">
              <a:avLst/>
            </a:prstGeom>
            <a:noFill/>
            <a:ln w="28440">
              <a:solidFill>
                <a:srgbClr val="00599D"/>
              </a:solidFill>
              <a:round/>
            </a:ln>
          </p:spPr>
          <p:style>
            <a:lnRef idx="0">
              <a:scrgbClr r="0" g="0" b="0"/>
            </a:lnRef>
            <a:fillRef idx="0">
              <a:scrgbClr r="0" g="0" b="0"/>
            </a:fillRef>
            <a:effectRef idx="0">
              <a:scrgbClr r="0" g="0" b="0"/>
            </a:effectRef>
            <a:fontRef idx="minor"/>
          </p:style>
        </p:sp>
        <p:sp>
          <p:nvSpPr>
            <p:cNvPr id="23" name="CustomShape 8">
              <a:extLst>
                <a:ext uri="{FF2B5EF4-FFF2-40B4-BE49-F238E27FC236}">
                  <a16:creationId xmlns:a16="http://schemas.microsoft.com/office/drawing/2014/main" id="{7AF70AC1-4071-44B8-BA6C-9F45568D286B}"/>
                </a:ext>
              </a:extLst>
            </p:cNvPr>
            <p:cNvSpPr/>
            <p:nvPr/>
          </p:nvSpPr>
          <p:spPr>
            <a:xfrm>
              <a:off x="9112800" y="1169280"/>
              <a:ext cx="214920" cy="230400"/>
            </a:xfrm>
            <a:prstGeom prst="rect">
              <a:avLst/>
            </a:prstGeom>
            <a:noFill/>
            <a:ln w="28440">
              <a:solidFill>
                <a:srgbClr val="00B050"/>
              </a:solidFill>
              <a:round/>
            </a:ln>
          </p:spPr>
          <p:style>
            <a:lnRef idx="0">
              <a:scrgbClr r="0" g="0" b="0"/>
            </a:lnRef>
            <a:fillRef idx="0">
              <a:scrgbClr r="0" g="0" b="0"/>
            </a:fillRef>
            <a:effectRef idx="0">
              <a:scrgbClr r="0" g="0" b="0"/>
            </a:effectRef>
            <a:fontRef idx="minor"/>
          </p:style>
        </p:sp>
        <p:sp>
          <p:nvSpPr>
            <p:cNvPr id="24" name="CustomShape 9">
              <a:extLst>
                <a:ext uri="{FF2B5EF4-FFF2-40B4-BE49-F238E27FC236}">
                  <a16:creationId xmlns:a16="http://schemas.microsoft.com/office/drawing/2014/main" id="{107C40EE-A66B-4052-A6FD-55D2C49175A9}"/>
                </a:ext>
              </a:extLst>
            </p:cNvPr>
            <p:cNvSpPr/>
            <p:nvPr/>
          </p:nvSpPr>
          <p:spPr>
            <a:xfrm>
              <a:off x="9112800" y="1512360"/>
              <a:ext cx="214920" cy="229320"/>
            </a:xfrm>
            <a:prstGeom prst="rect">
              <a:avLst/>
            </a:prstGeom>
            <a:noFill/>
            <a:ln w="28440">
              <a:solidFill>
                <a:srgbClr val="FFBF00"/>
              </a:solidFill>
              <a:round/>
            </a:ln>
          </p:spPr>
          <p:style>
            <a:lnRef idx="0">
              <a:scrgbClr r="0" g="0" b="0"/>
            </a:lnRef>
            <a:fillRef idx="0">
              <a:scrgbClr r="0" g="0" b="0"/>
            </a:fillRef>
            <a:effectRef idx="0">
              <a:scrgbClr r="0" g="0" b="0"/>
            </a:effectRef>
            <a:fontRef idx="minor"/>
          </p:style>
        </p:sp>
        <p:sp>
          <p:nvSpPr>
            <p:cNvPr id="25" name="CustomShape 10">
              <a:extLst>
                <a:ext uri="{FF2B5EF4-FFF2-40B4-BE49-F238E27FC236}">
                  <a16:creationId xmlns:a16="http://schemas.microsoft.com/office/drawing/2014/main" id="{B69F22FA-ACEB-441C-A9B0-B56BB12D5E01}"/>
                </a:ext>
              </a:extLst>
            </p:cNvPr>
            <p:cNvSpPr/>
            <p:nvPr/>
          </p:nvSpPr>
          <p:spPr>
            <a:xfrm>
              <a:off x="9383519" y="1130041"/>
              <a:ext cx="1685081" cy="367878"/>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nSpc>
                  <a:spcPct val="100000"/>
                </a:lnSpc>
              </a:pPr>
              <a:r>
                <a:rPr lang="en-US" spc="-1" dirty="0">
                  <a:solidFill>
                    <a:srgbClr val="000000"/>
                  </a:solidFill>
                  <a:latin typeface="Arial"/>
                  <a:ea typeface="DejaVu Sans"/>
                </a:rPr>
                <a:t>Chipset</a:t>
              </a:r>
              <a:endParaRPr lang="en-US" spc="-1" dirty="0">
                <a:latin typeface="Arial"/>
              </a:endParaRPr>
            </a:p>
          </p:txBody>
        </p:sp>
        <p:sp>
          <p:nvSpPr>
            <p:cNvPr id="26" name="CustomShape 11">
              <a:extLst>
                <a:ext uri="{FF2B5EF4-FFF2-40B4-BE49-F238E27FC236}">
                  <a16:creationId xmlns:a16="http://schemas.microsoft.com/office/drawing/2014/main" id="{0422425F-7B28-4F94-9327-651758F07D6C}"/>
                </a:ext>
              </a:extLst>
            </p:cNvPr>
            <p:cNvSpPr/>
            <p:nvPr/>
          </p:nvSpPr>
          <p:spPr>
            <a:xfrm>
              <a:off x="9364799" y="828361"/>
              <a:ext cx="1666723" cy="367878"/>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nSpc>
                  <a:spcPct val="100000"/>
                </a:lnSpc>
              </a:pPr>
              <a:r>
                <a:rPr lang="en-US" spc="-1" dirty="0">
                  <a:solidFill>
                    <a:srgbClr val="000000"/>
                  </a:solidFill>
                  <a:latin typeface="Arial"/>
                  <a:ea typeface="DejaVu Sans"/>
                </a:rPr>
                <a:t>From Intel</a:t>
              </a:r>
              <a:endParaRPr lang="en-US" spc="-1" dirty="0">
                <a:latin typeface="Arial"/>
              </a:endParaRPr>
            </a:p>
          </p:txBody>
        </p:sp>
        <p:sp>
          <p:nvSpPr>
            <p:cNvPr id="27" name="CustomShape 12">
              <a:extLst>
                <a:ext uri="{FF2B5EF4-FFF2-40B4-BE49-F238E27FC236}">
                  <a16:creationId xmlns:a16="http://schemas.microsoft.com/office/drawing/2014/main" id="{E0B6F2B9-C8FE-4F9D-B50D-E5BD7C747AE8}"/>
                </a:ext>
              </a:extLst>
            </p:cNvPr>
            <p:cNvSpPr/>
            <p:nvPr/>
          </p:nvSpPr>
          <p:spPr>
            <a:xfrm>
              <a:off x="9400799" y="1454041"/>
              <a:ext cx="1513277" cy="367878"/>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nSpc>
                  <a:spcPct val="100000"/>
                </a:lnSpc>
              </a:pPr>
              <a:r>
                <a:rPr lang="en-US" spc="-1" dirty="0">
                  <a:solidFill>
                    <a:srgbClr val="000000"/>
                  </a:solidFill>
                  <a:latin typeface="Arial"/>
                  <a:ea typeface="DejaVu Sans"/>
                </a:rPr>
                <a:t>Project</a:t>
              </a:r>
              <a:endParaRPr lang="en-US" spc="-1" dirty="0">
                <a:latin typeface="Arial"/>
              </a:endParaRPr>
            </a:p>
          </p:txBody>
        </p:sp>
        <p:sp>
          <p:nvSpPr>
            <p:cNvPr id="28" name="CustomShape 17">
              <a:extLst>
                <a:ext uri="{FF2B5EF4-FFF2-40B4-BE49-F238E27FC236}">
                  <a16:creationId xmlns:a16="http://schemas.microsoft.com/office/drawing/2014/main" id="{77935295-1794-4339-B833-B7962313F674}"/>
                </a:ext>
              </a:extLst>
            </p:cNvPr>
            <p:cNvSpPr/>
            <p:nvPr/>
          </p:nvSpPr>
          <p:spPr>
            <a:xfrm>
              <a:off x="9365160" y="1778041"/>
              <a:ext cx="2152924" cy="367878"/>
            </a:xfrm>
            <a:prstGeom prst="rect">
              <a:avLst/>
            </a:prstGeom>
            <a:noFill/>
            <a:ln>
              <a:noFill/>
            </a:ln>
          </p:spPr>
          <p:style>
            <a:lnRef idx="0">
              <a:scrgbClr r="0" g="0" b="0"/>
            </a:lnRef>
            <a:fillRef idx="0">
              <a:scrgbClr r="0" g="0" b="0"/>
            </a:fillRef>
            <a:effectRef idx="0">
              <a:scrgbClr r="0" g="0" b="0"/>
            </a:effectRef>
            <a:fontRef idx="minor"/>
          </p:style>
          <p:txBody>
            <a:bodyPr wrap="square" lIns="90000" tIns="45000" rIns="90000" bIns="45000">
              <a:spAutoFit/>
            </a:bodyPr>
            <a:lstStyle/>
            <a:p>
              <a:pPr>
                <a:lnSpc>
                  <a:spcPct val="100000"/>
                </a:lnSpc>
              </a:pPr>
              <a:r>
                <a:rPr lang="en-US" spc="-1" dirty="0" err="1">
                  <a:solidFill>
                    <a:srgbClr val="000000"/>
                  </a:solidFill>
                  <a:latin typeface="Arial"/>
                  <a:ea typeface="DejaVu Sans"/>
                </a:rPr>
                <a:t>Insyde</a:t>
              </a:r>
              <a:r>
                <a:rPr lang="en-US" spc="-1" dirty="0">
                  <a:solidFill>
                    <a:srgbClr val="000000"/>
                  </a:solidFill>
                  <a:latin typeface="Arial"/>
                  <a:ea typeface="DejaVu Sans"/>
                </a:rPr>
                <a:t> H2O Kernel</a:t>
              </a:r>
              <a:endParaRPr lang="en-US" spc="-1" dirty="0">
                <a:latin typeface="Arial"/>
              </a:endParaRPr>
            </a:p>
          </p:txBody>
        </p:sp>
        <p:sp>
          <p:nvSpPr>
            <p:cNvPr id="29" name="CustomShape 18">
              <a:extLst>
                <a:ext uri="{FF2B5EF4-FFF2-40B4-BE49-F238E27FC236}">
                  <a16:creationId xmlns:a16="http://schemas.microsoft.com/office/drawing/2014/main" id="{7FAA43E9-CE62-47DF-B343-9B0003BB528E}"/>
                </a:ext>
              </a:extLst>
            </p:cNvPr>
            <p:cNvSpPr/>
            <p:nvPr/>
          </p:nvSpPr>
          <p:spPr>
            <a:xfrm>
              <a:off x="9112800" y="1872360"/>
              <a:ext cx="214920" cy="229320"/>
            </a:xfrm>
            <a:prstGeom prst="rect">
              <a:avLst/>
            </a:prstGeom>
            <a:noFill/>
            <a:ln w="28440">
              <a:solidFill>
                <a:srgbClr val="FF0000"/>
              </a:solidFill>
              <a:round/>
            </a:ln>
          </p:spPr>
          <p:style>
            <a:lnRef idx="0">
              <a:scrgbClr r="0" g="0" b="0"/>
            </a:lnRef>
            <a:fillRef idx="0">
              <a:scrgbClr r="0" g="0" b="0"/>
            </a:fillRef>
            <a:effectRef idx="0">
              <a:scrgbClr r="0" g="0" b="0"/>
            </a:effectRef>
            <a:fontRef idx="minor"/>
          </p:style>
        </p:sp>
      </p:grpSp>
    </p:spTree>
    <p:extLst>
      <p:ext uri="{BB962C8B-B14F-4D97-AF65-F5344CB8AC3E}">
        <p14:creationId xmlns:p14="http://schemas.microsoft.com/office/powerpoint/2010/main" val="20231749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TW" dirty="0"/>
              <a:t>InydeH2O 5.4 Code Structure</a:t>
            </a:r>
            <a:br>
              <a:rPr lang="en-US" altLang="zh-TW" dirty="0"/>
            </a:br>
            <a:r>
              <a:rPr lang="en-US" altLang="zh-TW" sz="2000" b="1" strike="noStrike" spc="-1" dirty="0" err="1">
                <a:solidFill>
                  <a:srgbClr val="3F3F3F"/>
                </a:solidFill>
                <a:latin typeface="Segoe UI"/>
                <a:ea typeface="DejaVu Sans"/>
              </a:rPr>
              <a:t>Insyde</a:t>
            </a:r>
            <a:r>
              <a:rPr lang="en-US" altLang="zh-TW" sz="2000" b="1" strike="noStrike" spc="-1" dirty="0">
                <a:solidFill>
                  <a:srgbClr val="3F3F3F"/>
                </a:solidFill>
                <a:latin typeface="Segoe UI"/>
                <a:ea typeface="DejaVu Sans"/>
              </a:rPr>
              <a:t> Source Code Structure – </a:t>
            </a:r>
            <a:r>
              <a:rPr lang="en-US" altLang="zh-TW" sz="2000" b="1" strike="noStrike" spc="-1" dirty="0" err="1">
                <a:solidFill>
                  <a:srgbClr val="3F3F3F"/>
                </a:solidFill>
                <a:latin typeface="Segoe UI"/>
                <a:ea typeface="DejaVu Sans"/>
              </a:rPr>
              <a:t>Insyde</a:t>
            </a:r>
            <a:endParaRPr lang="en-US" sz="2000" dirty="0"/>
          </a:p>
        </p:txBody>
      </p:sp>
      <p:sp>
        <p:nvSpPr>
          <p:cNvPr id="3" name="Content Placeholder 2"/>
          <p:cNvSpPr>
            <a:spLocks noGrp="1"/>
          </p:cNvSpPr>
          <p:nvPr>
            <p:ph idx="1"/>
          </p:nvPr>
        </p:nvSpPr>
        <p:spPr>
          <a:xfrm>
            <a:off x="4320330" y="1398494"/>
            <a:ext cx="7566870" cy="4778469"/>
          </a:xfrm>
        </p:spPr>
        <p:txBody>
          <a:bodyPr>
            <a:normAutofit/>
          </a:bodyPr>
          <a:lstStyle/>
          <a:p>
            <a:pPr algn="l"/>
            <a:r>
              <a:rPr lang="en-US" altLang="zh-TW" sz="2000" dirty="0" err="1"/>
              <a:t>InsydeCRPkg</a:t>
            </a:r>
            <a:r>
              <a:rPr lang="en-US" altLang="zh-TW" sz="2000" dirty="0"/>
              <a:t>: Console Redirection modules &amp; libraries</a:t>
            </a:r>
          </a:p>
          <a:p>
            <a:r>
              <a:rPr lang="en-US" altLang="zh-TW" sz="2100" dirty="0" err="1"/>
              <a:t>InsydeFlashDevicePkg</a:t>
            </a:r>
            <a:r>
              <a:rPr lang="en-US" altLang="zh-TW" sz="2100" dirty="0"/>
              <a:t>: Flash Device Support modules &amp; libraries</a:t>
            </a:r>
          </a:p>
          <a:p>
            <a:r>
              <a:rPr lang="en-US" altLang="zh-TW" sz="2100" dirty="0" err="1"/>
              <a:t>InsydeModulePkg</a:t>
            </a:r>
            <a:r>
              <a:rPr lang="en-US" altLang="zh-TW" sz="2100" dirty="0"/>
              <a:t>: </a:t>
            </a:r>
            <a:r>
              <a:rPr lang="en-US" altLang="zh-TW" sz="2100" dirty="0" err="1"/>
              <a:t>Insyde</a:t>
            </a:r>
            <a:r>
              <a:rPr lang="en-US" altLang="zh-TW" sz="2100" dirty="0"/>
              <a:t> Kernel modules &amp; library instances</a:t>
            </a:r>
          </a:p>
          <a:p>
            <a:r>
              <a:rPr lang="en-US" altLang="zh-TW" sz="2100" dirty="0" err="1"/>
              <a:t>InsydeNetworkPkg</a:t>
            </a:r>
            <a:r>
              <a:rPr lang="en-US" altLang="zh-TW" sz="2100" dirty="0"/>
              <a:t>: </a:t>
            </a:r>
            <a:r>
              <a:rPr lang="en-US" altLang="zh-TW" sz="2100" dirty="0" err="1"/>
              <a:t>Insyde</a:t>
            </a:r>
            <a:r>
              <a:rPr lang="en-US" altLang="zh-TW" sz="2100" dirty="0"/>
              <a:t> Kernel Network Related modules &amp; library instances</a:t>
            </a:r>
          </a:p>
          <a:p>
            <a:r>
              <a:rPr lang="en-US" altLang="zh-TW" sz="2100" dirty="0" err="1"/>
              <a:t>InsydeOemServicesPkg</a:t>
            </a:r>
            <a:r>
              <a:rPr lang="en-US" altLang="zh-TW" sz="2100" dirty="0"/>
              <a:t>: Contains </a:t>
            </a:r>
            <a:r>
              <a:rPr lang="en-US" altLang="zh-TW" sz="2100" dirty="0" err="1"/>
              <a:t>Insyde</a:t>
            </a:r>
            <a:r>
              <a:rPr lang="en-US" altLang="zh-TW" sz="2100" dirty="0"/>
              <a:t> Kernel OEM services</a:t>
            </a:r>
          </a:p>
          <a:p>
            <a:r>
              <a:rPr lang="en-US" altLang="zh-TW" sz="2100" dirty="0" err="1"/>
              <a:t>InsydeSetupPkg</a:t>
            </a:r>
            <a:r>
              <a:rPr lang="en-US" altLang="zh-TW" sz="2100" dirty="0"/>
              <a:t>: Contains </a:t>
            </a:r>
            <a:r>
              <a:rPr lang="en-US" altLang="zh-TW" sz="2100" dirty="0" err="1"/>
              <a:t>Insyde</a:t>
            </a:r>
            <a:r>
              <a:rPr lang="en-US" altLang="zh-TW" sz="2100" dirty="0"/>
              <a:t> Kernel Setup modules &amp; Libraries</a:t>
            </a:r>
          </a:p>
        </p:txBody>
      </p:sp>
      <p:pic>
        <p:nvPicPr>
          <p:cNvPr id="5" name="圖片 4">
            <a:extLst>
              <a:ext uri="{FF2B5EF4-FFF2-40B4-BE49-F238E27FC236}">
                <a16:creationId xmlns:a16="http://schemas.microsoft.com/office/drawing/2014/main" id="{010F97B6-61DD-4FA6-B214-26F11EC663F1}"/>
              </a:ext>
            </a:extLst>
          </p:cNvPr>
          <p:cNvPicPr>
            <a:picLocks noChangeAspect="1"/>
          </p:cNvPicPr>
          <p:nvPr/>
        </p:nvPicPr>
        <p:blipFill>
          <a:blip r:embed="rId2"/>
          <a:stretch>
            <a:fillRect/>
          </a:stretch>
        </p:blipFill>
        <p:spPr>
          <a:xfrm>
            <a:off x="1023588" y="1398494"/>
            <a:ext cx="2491400" cy="2597984"/>
          </a:xfrm>
          <a:prstGeom prst="rect">
            <a:avLst/>
          </a:prstGeom>
        </p:spPr>
      </p:pic>
    </p:spTree>
    <p:extLst>
      <p:ext uri="{BB962C8B-B14F-4D97-AF65-F5344CB8AC3E}">
        <p14:creationId xmlns:p14="http://schemas.microsoft.com/office/powerpoint/2010/main" val="3373886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TW" dirty="0"/>
              <a:t>InydeH2O 5.4 Code Structure</a:t>
            </a:r>
            <a:br>
              <a:rPr lang="en-US" altLang="zh-TW" dirty="0"/>
            </a:br>
            <a:r>
              <a:rPr lang="en-US" altLang="zh-TW" sz="2000" b="1" strike="noStrike" spc="-1" dirty="0" err="1">
                <a:solidFill>
                  <a:srgbClr val="3F3F3F"/>
                </a:solidFill>
                <a:latin typeface="Segoe UI"/>
                <a:ea typeface="DejaVu Sans"/>
              </a:rPr>
              <a:t>Insyde</a:t>
            </a:r>
            <a:r>
              <a:rPr lang="en-US" altLang="zh-TW" sz="2000" b="1" strike="noStrike" spc="-1" dirty="0">
                <a:solidFill>
                  <a:srgbClr val="3F3F3F"/>
                </a:solidFill>
                <a:latin typeface="Segoe UI"/>
                <a:ea typeface="DejaVu Sans"/>
              </a:rPr>
              <a:t> Source Code Structure – Intel</a:t>
            </a:r>
            <a:endParaRPr lang="en-US" sz="2000" dirty="0"/>
          </a:p>
        </p:txBody>
      </p:sp>
      <p:sp>
        <p:nvSpPr>
          <p:cNvPr id="3" name="Content Placeholder 2"/>
          <p:cNvSpPr>
            <a:spLocks noGrp="1"/>
          </p:cNvSpPr>
          <p:nvPr>
            <p:ph idx="1"/>
          </p:nvPr>
        </p:nvSpPr>
        <p:spPr>
          <a:xfrm>
            <a:off x="4320330" y="1398494"/>
            <a:ext cx="7566870" cy="4778469"/>
          </a:xfrm>
        </p:spPr>
        <p:txBody>
          <a:bodyPr>
            <a:normAutofit lnSpcReduction="10000"/>
          </a:bodyPr>
          <a:lstStyle/>
          <a:p>
            <a:pPr algn="l"/>
            <a:r>
              <a:rPr lang="en-US" altLang="zh-TW" sz="2000" dirty="0" err="1"/>
              <a:t>ClientOneSiliconPkg</a:t>
            </a:r>
            <a:r>
              <a:rPr lang="en-US" altLang="zh-TW" sz="2000" dirty="0"/>
              <a:t>: Eagle Stream usage limited to </a:t>
            </a:r>
            <a:r>
              <a:rPr lang="en-US" altLang="zh-TW" sz="2000" dirty="0" err="1"/>
              <a:t>TraceHub</a:t>
            </a:r>
            <a:r>
              <a:rPr lang="en-US" altLang="zh-TW" sz="2000" dirty="0"/>
              <a:t>, PCH PCIe Library at present</a:t>
            </a:r>
          </a:p>
          <a:p>
            <a:pPr algn="l"/>
            <a:r>
              <a:rPr lang="en-US" altLang="zh-TW" sz="2000" dirty="0" err="1"/>
              <a:t>CpRcPkg</a:t>
            </a:r>
            <a:r>
              <a:rPr lang="en-US" altLang="zh-TW" sz="2000" dirty="0"/>
              <a:t>: </a:t>
            </a:r>
            <a:r>
              <a:rPr lang="it-IT" altLang="zh-TW" sz="2000" dirty="0"/>
              <a:t>USRA, interface for silicon register accessing</a:t>
            </a:r>
          </a:p>
          <a:p>
            <a:pPr marL="0" indent="0">
              <a:buNone/>
            </a:pPr>
            <a:r>
              <a:rPr lang="en-US" altLang="zh-TW" sz="2000" dirty="0"/>
              <a:t>                   CCMRC</a:t>
            </a:r>
          </a:p>
          <a:p>
            <a:r>
              <a:rPr lang="en-US" altLang="zh-TW" sz="2000" b="1" dirty="0" err="1"/>
              <a:t>chipset</a:t>
            </a:r>
            <a:r>
              <a:rPr lang="en-US" altLang="zh-TW" sz="2000" dirty="0" err="1"/>
              <a:t>ChipsetPkg</a:t>
            </a:r>
            <a:r>
              <a:rPr lang="en-US" altLang="zh-TW" sz="2000" dirty="0"/>
              <a:t>: </a:t>
            </a:r>
            <a:r>
              <a:rPr lang="en-US" altLang="zh-TW" sz="2000" dirty="0" err="1"/>
              <a:t>Insyde</a:t>
            </a:r>
            <a:r>
              <a:rPr lang="en-US" altLang="zh-TW" sz="2000" dirty="0"/>
              <a:t> Chipset support code</a:t>
            </a:r>
          </a:p>
          <a:p>
            <a:r>
              <a:rPr lang="en-US" altLang="zh-TW" sz="2000" b="1" dirty="0" err="1"/>
              <a:t>chipset</a:t>
            </a:r>
            <a:r>
              <a:rPr lang="en-US" altLang="zh-TW" sz="2000" dirty="0" err="1"/>
              <a:t>FspBinPkg</a:t>
            </a:r>
            <a:r>
              <a:rPr lang="en-US" altLang="zh-TW" sz="2000" dirty="0"/>
              <a:t>: FSP related header files and binaries that are auto-generated during building.</a:t>
            </a:r>
          </a:p>
          <a:p>
            <a:r>
              <a:rPr lang="en-US" altLang="zh-TW" sz="2000" b="1" dirty="0" err="1"/>
              <a:t>chipset</a:t>
            </a:r>
            <a:r>
              <a:rPr lang="en-US" altLang="zh-TW" sz="2000" dirty="0" err="1"/>
              <a:t>FspPkg</a:t>
            </a:r>
            <a:r>
              <a:rPr lang="en-US" altLang="zh-TW" sz="2000" dirty="0"/>
              <a:t>: Glue code to build FSP Binary</a:t>
            </a:r>
          </a:p>
          <a:p>
            <a:r>
              <a:rPr lang="en-US" altLang="zh-TW" sz="2000" dirty="0" err="1"/>
              <a:t>ServerPlatformPkg</a:t>
            </a:r>
            <a:r>
              <a:rPr lang="en-US" altLang="zh-TW" sz="2000" dirty="0"/>
              <a:t>: Sever common features</a:t>
            </a:r>
          </a:p>
          <a:p>
            <a:pPr algn="l"/>
            <a:r>
              <a:rPr lang="en-US" altLang="zh-TW" sz="2000" dirty="0" err="1"/>
              <a:t>ServerRasPkg</a:t>
            </a:r>
            <a:r>
              <a:rPr lang="en-US" altLang="zh-TW" sz="2000" dirty="0"/>
              <a:t>: Server RAS implementation (exclude some Memory RAS features)</a:t>
            </a:r>
          </a:p>
          <a:p>
            <a:pPr algn="l"/>
            <a:r>
              <a:rPr lang="en-US" altLang="zh-TW" sz="2000" dirty="0" err="1"/>
              <a:t>ServerSecurityPkg</a:t>
            </a:r>
            <a:r>
              <a:rPr lang="en-US" altLang="zh-TW" sz="2000" dirty="0"/>
              <a:t>: Server security implementation 	</a:t>
            </a:r>
          </a:p>
          <a:p>
            <a:pPr algn="l"/>
            <a:r>
              <a:rPr lang="en-US" altLang="zh-TW" sz="2000" dirty="0" err="1"/>
              <a:t>ServerSiliconPkg</a:t>
            </a:r>
            <a:r>
              <a:rPr lang="en-US" altLang="zh-TW" sz="2000" dirty="0"/>
              <a:t>: Silicon package</a:t>
            </a:r>
            <a:endParaRPr lang="en-US" sz="2000" dirty="0"/>
          </a:p>
        </p:txBody>
      </p:sp>
      <p:pic>
        <p:nvPicPr>
          <p:cNvPr id="4" name="圖片 3">
            <a:extLst>
              <a:ext uri="{FF2B5EF4-FFF2-40B4-BE49-F238E27FC236}">
                <a16:creationId xmlns:a16="http://schemas.microsoft.com/office/drawing/2014/main" id="{BC8F8342-E326-4A80-B0B8-945A8C74B6D8}"/>
              </a:ext>
            </a:extLst>
          </p:cNvPr>
          <p:cNvPicPr>
            <a:picLocks noChangeAspect="1"/>
          </p:cNvPicPr>
          <p:nvPr/>
        </p:nvPicPr>
        <p:blipFill>
          <a:blip r:embed="rId2"/>
          <a:stretch>
            <a:fillRect/>
          </a:stretch>
        </p:blipFill>
        <p:spPr>
          <a:xfrm>
            <a:off x="1023588" y="1398494"/>
            <a:ext cx="2491400" cy="3182793"/>
          </a:xfrm>
          <a:prstGeom prst="rect">
            <a:avLst/>
          </a:prstGeom>
        </p:spPr>
      </p:pic>
    </p:spTree>
    <p:extLst>
      <p:ext uri="{BB962C8B-B14F-4D97-AF65-F5344CB8AC3E}">
        <p14:creationId xmlns:p14="http://schemas.microsoft.com/office/powerpoint/2010/main" val="104056434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TW" dirty="0"/>
              <a:t>InydeH2O 5.4 Code Structure</a:t>
            </a:r>
            <a:br>
              <a:rPr lang="en-US" altLang="zh-TW" dirty="0"/>
            </a:br>
            <a:r>
              <a:rPr lang="en-US" altLang="zh-TW" sz="2200" b="1" strike="noStrike" spc="-1" dirty="0" err="1">
                <a:solidFill>
                  <a:srgbClr val="3F3F3F"/>
                </a:solidFill>
                <a:latin typeface="Segoe UI"/>
                <a:ea typeface="DejaVu Sans"/>
              </a:rPr>
              <a:t>Insyde</a:t>
            </a:r>
            <a:r>
              <a:rPr lang="en-US" altLang="zh-TW" sz="2200" b="1" strike="noStrike" spc="-1" dirty="0">
                <a:solidFill>
                  <a:srgbClr val="3F3F3F"/>
                </a:solidFill>
                <a:latin typeface="Segoe UI"/>
                <a:ea typeface="DejaVu Sans"/>
              </a:rPr>
              <a:t> Source Code Structure – </a:t>
            </a:r>
            <a:r>
              <a:rPr lang="en-US" altLang="zh-TW" sz="2200" b="1" strike="noStrike" spc="-1" dirty="0" err="1">
                <a:solidFill>
                  <a:srgbClr val="3F3F3F"/>
                </a:solidFill>
                <a:latin typeface="Segoe UI"/>
                <a:ea typeface="DejaVu Sans"/>
              </a:rPr>
              <a:t>SegFeature</a:t>
            </a:r>
            <a:endParaRPr lang="en-US" sz="2200" dirty="0"/>
          </a:p>
        </p:txBody>
      </p:sp>
      <p:sp>
        <p:nvSpPr>
          <p:cNvPr id="3" name="Content Placeholder 2"/>
          <p:cNvSpPr>
            <a:spLocks noGrp="1"/>
          </p:cNvSpPr>
          <p:nvPr>
            <p:ph idx="1"/>
          </p:nvPr>
        </p:nvSpPr>
        <p:spPr>
          <a:xfrm>
            <a:off x="4320330" y="1398494"/>
            <a:ext cx="7033470" cy="4778469"/>
          </a:xfrm>
        </p:spPr>
        <p:txBody>
          <a:bodyPr>
            <a:normAutofit/>
          </a:bodyPr>
          <a:lstStyle/>
          <a:p>
            <a:pPr algn="l"/>
            <a:r>
              <a:rPr lang="en-US" altLang="zh-TW" sz="2200" dirty="0" err="1"/>
              <a:t>InsydeAdvBootPkg</a:t>
            </a:r>
            <a:r>
              <a:rPr lang="en-US" altLang="zh-TW" sz="2200" dirty="0"/>
              <a:t>: Codes for advanced boot options</a:t>
            </a:r>
          </a:p>
          <a:p>
            <a:pPr algn="l"/>
            <a:r>
              <a:rPr lang="en-US" altLang="zh-TW" sz="2200" dirty="0" err="1"/>
              <a:t>InsydeEventLogPkg</a:t>
            </a:r>
            <a:r>
              <a:rPr lang="en-US" altLang="zh-TW" sz="2200" dirty="0"/>
              <a:t>: Codes to handle BIOS logs</a:t>
            </a:r>
          </a:p>
          <a:p>
            <a:r>
              <a:rPr lang="en-US" altLang="zh-TW" sz="2200" dirty="0"/>
              <a:t>InsydeH2OUvePkg: Codes to support H2OUVE tool</a:t>
            </a:r>
          </a:p>
          <a:p>
            <a:r>
              <a:rPr lang="en-US" altLang="zh-TW" sz="2200" dirty="0" err="1"/>
              <a:t>InsydeIpmiPkg</a:t>
            </a:r>
            <a:r>
              <a:rPr lang="en-US" altLang="zh-TW" sz="2200" dirty="0"/>
              <a:t>: IPMI modules &amp; libraries</a:t>
            </a:r>
          </a:p>
          <a:p>
            <a:r>
              <a:rPr lang="en-US" altLang="zh-TW" sz="2200" dirty="0" err="1"/>
              <a:t>SegFeaturePkg</a:t>
            </a:r>
            <a:r>
              <a:rPr lang="en-US" altLang="zh-TW" sz="2200" dirty="0"/>
              <a:t>: Assist other SEG feature packages</a:t>
            </a:r>
            <a:endParaRPr lang="en-US" sz="2200" dirty="0"/>
          </a:p>
        </p:txBody>
      </p:sp>
      <p:pic>
        <p:nvPicPr>
          <p:cNvPr id="5" name="圖片 4">
            <a:extLst>
              <a:ext uri="{FF2B5EF4-FFF2-40B4-BE49-F238E27FC236}">
                <a16:creationId xmlns:a16="http://schemas.microsoft.com/office/drawing/2014/main" id="{C5461147-7560-472C-AA89-2F8C044CDDAB}"/>
              </a:ext>
            </a:extLst>
          </p:cNvPr>
          <p:cNvPicPr>
            <a:picLocks noChangeAspect="1"/>
          </p:cNvPicPr>
          <p:nvPr/>
        </p:nvPicPr>
        <p:blipFill>
          <a:blip r:embed="rId2"/>
          <a:stretch>
            <a:fillRect/>
          </a:stretch>
        </p:blipFill>
        <p:spPr>
          <a:xfrm>
            <a:off x="698951" y="1556725"/>
            <a:ext cx="2766060" cy="2260266"/>
          </a:xfrm>
          <a:prstGeom prst="rect">
            <a:avLst/>
          </a:prstGeom>
        </p:spPr>
      </p:pic>
    </p:spTree>
    <p:extLst>
      <p:ext uri="{BB962C8B-B14F-4D97-AF65-F5344CB8AC3E}">
        <p14:creationId xmlns:p14="http://schemas.microsoft.com/office/powerpoint/2010/main" val="422201873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altLang="zh-TW" dirty="0"/>
              <a:t>InydeH2O 5.4 Code Structure</a:t>
            </a:r>
            <a:br>
              <a:rPr lang="en-US" altLang="zh-TW" dirty="0"/>
            </a:br>
            <a:r>
              <a:rPr lang="en-US" altLang="zh-TW" sz="2000" b="1" strike="noStrike" spc="-1" dirty="0">
                <a:solidFill>
                  <a:srgbClr val="3F3F3F"/>
                </a:solidFill>
                <a:ea typeface="DejaVu Sans"/>
              </a:rPr>
              <a:t>Project Code Package (Board Package)</a:t>
            </a:r>
            <a:endParaRPr lang="en-US" sz="2000" dirty="0"/>
          </a:p>
        </p:txBody>
      </p:sp>
      <p:sp>
        <p:nvSpPr>
          <p:cNvPr id="3" name="Content Placeholder 2"/>
          <p:cNvSpPr>
            <a:spLocks noGrp="1"/>
          </p:cNvSpPr>
          <p:nvPr>
            <p:ph idx="1"/>
          </p:nvPr>
        </p:nvSpPr>
        <p:spPr>
          <a:xfrm>
            <a:off x="4917652" y="1398494"/>
            <a:ext cx="6436147" cy="4778469"/>
          </a:xfrm>
        </p:spPr>
        <p:txBody>
          <a:bodyPr>
            <a:normAutofit/>
          </a:bodyPr>
          <a:lstStyle/>
          <a:p>
            <a:pPr marL="228600" indent="-223560">
              <a:lnSpc>
                <a:spcPct val="100000"/>
              </a:lnSpc>
              <a:buClr>
                <a:srgbClr val="3F3F3F"/>
              </a:buClr>
              <a:buFont typeface="Arial"/>
              <a:buChar char="•"/>
            </a:pPr>
            <a:r>
              <a:rPr lang="en-US" altLang="zh-TW" sz="2000" b="0" strike="noStrike" spc="-1" dirty="0">
                <a:solidFill>
                  <a:srgbClr val="3F3F3F"/>
                </a:solidFill>
                <a:ea typeface="DejaVu Sans"/>
              </a:rPr>
              <a:t>Binary folder includes GOP, …</a:t>
            </a:r>
            <a:endParaRPr lang="en-US" altLang="zh-TW" sz="2000" b="0" strike="noStrike" spc="-1" dirty="0"/>
          </a:p>
          <a:p>
            <a:pPr marL="228600" indent="-223560">
              <a:lnSpc>
                <a:spcPct val="100000"/>
              </a:lnSpc>
              <a:buClr>
                <a:srgbClr val="3F3F3F"/>
              </a:buClr>
              <a:buFont typeface="Arial"/>
              <a:buChar char="•"/>
            </a:pPr>
            <a:r>
              <a:rPr lang="en-US" altLang="zh-TW" sz="2000" b="0" strike="noStrike" spc="-1" dirty="0">
                <a:solidFill>
                  <a:srgbClr val="3F3F3F"/>
                </a:solidFill>
                <a:ea typeface="DejaVu Sans"/>
              </a:rPr>
              <a:t>Bios folder contains BIOS Binaries</a:t>
            </a:r>
            <a:endParaRPr lang="en-US" altLang="zh-TW" sz="2000" b="0" strike="noStrike" spc="-1" dirty="0"/>
          </a:p>
          <a:p>
            <a:pPr marL="228600" indent="-223560">
              <a:lnSpc>
                <a:spcPct val="100000"/>
              </a:lnSpc>
              <a:buClr>
                <a:srgbClr val="3F3F3F"/>
              </a:buClr>
              <a:buFont typeface="Arial"/>
              <a:buChar char="•"/>
            </a:pPr>
            <a:r>
              <a:rPr lang="en-US" altLang="zh-TW" sz="2000" b="0" strike="noStrike" spc="-1" dirty="0" err="1">
                <a:solidFill>
                  <a:srgbClr val="3F3F3F"/>
                </a:solidFill>
                <a:ea typeface="DejaVu Sans"/>
              </a:rPr>
              <a:t>FactoryCopyInfo</a:t>
            </a:r>
            <a:r>
              <a:rPr lang="en-US" altLang="zh-TW" sz="2000" b="0" strike="noStrike" spc="-1" dirty="0">
                <a:solidFill>
                  <a:srgbClr val="3F3F3F"/>
                </a:solidFill>
                <a:ea typeface="DejaVu Sans"/>
              </a:rPr>
              <a:t> includes UEFI Secure Boot Keys (KEK/</a:t>
            </a:r>
            <a:r>
              <a:rPr lang="en-US" altLang="zh-TW" sz="2000" b="0" strike="noStrike" spc="-1" dirty="0" err="1">
                <a:solidFill>
                  <a:srgbClr val="3F3F3F"/>
                </a:solidFill>
                <a:ea typeface="DejaVu Sans"/>
              </a:rPr>
              <a:t>db</a:t>
            </a:r>
            <a:r>
              <a:rPr lang="en-US" altLang="zh-TW" sz="2000" b="0" strike="noStrike" spc="-1" dirty="0">
                <a:solidFill>
                  <a:srgbClr val="3F3F3F"/>
                </a:solidFill>
                <a:ea typeface="DejaVu Sans"/>
              </a:rPr>
              <a:t>/</a:t>
            </a:r>
            <a:r>
              <a:rPr lang="en-US" altLang="zh-TW" sz="2000" b="0" strike="noStrike" spc="-1" dirty="0" err="1">
                <a:solidFill>
                  <a:srgbClr val="3F3F3F"/>
                </a:solidFill>
                <a:ea typeface="DejaVu Sans"/>
              </a:rPr>
              <a:t>dbx</a:t>
            </a:r>
            <a:r>
              <a:rPr lang="en-US" altLang="zh-TW" sz="2000" b="0" strike="noStrike" spc="-1" dirty="0">
                <a:solidFill>
                  <a:srgbClr val="3F3F3F"/>
                </a:solidFill>
                <a:ea typeface="DejaVu Sans"/>
              </a:rPr>
              <a:t>/…)</a:t>
            </a:r>
            <a:endParaRPr lang="en-US" altLang="zh-TW" sz="2000" b="0" strike="noStrike" spc="-1" dirty="0"/>
          </a:p>
          <a:p>
            <a:pPr marL="228600" indent="-223560">
              <a:lnSpc>
                <a:spcPct val="100000"/>
              </a:lnSpc>
              <a:buClr>
                <a:srgbClr val="3F3F3F"/>
              </a:buClr>
              <a:buFont typeface="Arial"/>
              <a:buChar char="•"/>
            </a:pPr>
            <a:r>
              <a:rPr lang="en-US" altLang="zh-TW" sz="2000" b="0" strike="noStrike" spc="-1" dirty="0" err="1">
                <a:solidFill>
                  <a:srgbClr val="3F3F3F"/>
                </a:solidFill>
                <a:ea typeface="DejaVu Sans"/>
              </a:rPr>
              <a:t>Project.uni</a:t>
            </a:r>
            <a:r>
              <a:rPr lang="en-US" altLang="zh-TW" sz="2000" b="0" strike="noStrike" spc="-1" dirty="0">
                <a:solidFill>
                  <a:srgbClr val="3F3F3F"/>
                </a:solidFill>
                <a:ea typeface="DejaVu Sans"/>
              </a:rPr>
              <a:t> includes BIOS information.</a:t>
            </a:r>
            <a:endParaRPr lang="en-US" altLang="zh-TW" sz="2000" b="0" strike="noStrike" spc="-1" dirty="0"/>
          </a:p>
          <a:p>
            <a:pPr marL="228600" indent="-223560">
              <a:lnSpc>
                <a:spcPct val="100000"/>
              </a:lnSpc>
              <a:buClr>
                <a:srgbClr val="3F3F3F"/>
              </a:buClr>
              <a:buFont typeface="Arial"/>
              <a:buChar char="•"/>
            </a:pPr>
            <a:r>
              <a:rPr lang="en-US" altLang="zh-TW" sz="2000" b="0" strike="noStrike" spc="-1" dirty="0" err="1">
                <a:solidFill>
                  <a:srgbClr val="3F3F3F"/>
                </a:solidFill>
                <a:ea typeface="DejaVu Sans"/>
              </a:rPr>
              <a:t>Project.dec</a:t>
            </a:r>
            <a:r>
              <a:rPr lang="en-US" altLang="zh-TW" sz="2000" b="0" strike="noStrike" spc="-1" dirty="0">
                <a:solidFill>
                  <a:srgbClr val="3F3F3F"/>
                </a:solidFill>
                <a:ea typeface="DejaVu Sans"/>
              </a:rPr>
              <a:t>, </a:t>
            </a:r>
            <a:r>
              <a:rPr lang="en-US" altLang="zh-TW" sz="2000" b="0" strike="noStrike" spc="-1" dirty="0" err="1">
                <a:solidFill>
                  <a:srgbClr val="3F3F3F"/>
                </a:solidFill>
                <a:ea typeface="DejaVu Sans"/>
              </a:rPr>
              <a:t>Project.dsc</a:t>
            </a:r>
            <a:r>
              <a:rPr lang="en-US" altLang="zh-TW" sz="2000" b="0" strike="noStrike" spc="-1" dirty="0">
                <a:solidFill>
                  <a:srgbClr val="3F3F3F"/>
                </a:solidFill>
                <a:ea typeface="DejaVu Sans"/>
              </a:rPr>
              <a:t>, and </a:t>
            </a:r>
            <a:r>
              <a:rPr lang="en-US" altLang="zh-TW" sz="2000" b="0" strike="noStrike" spc="-1" dirty="0" err="1">
                <a:solidFill>
                  <a:srgbClr val="3F3F3F"/>
                </a:solidFill>
                <a:ea typeface="DejaVu Sans"/>
              </a:rPr>
              <a:t>Project.fdf</a:t>
            </a:r>
            <a:r>
              <a:rPr lang="en-US" altLang="zh-TW" sz="2000" b="0" strike="noStrike" spc="-1" dirty="0">
                <a:solidFill>
                  <a:srgbClr val="3F3F3F"/>
                </a:solidFill>
                <a:ea typeface="DejaVu Sans"/>
              </a:rPr>
              <a:t> are project package declaration/description/layout.</a:t>
            </a:r>
            <a:endParaRPr lang="en-US" altLang="zh-TW" sz="2000" b="0" strike="noStrike" spc="-1" dirty="0"/>
          </a:p>
        </p:txBody>
      </p:sp>
      <p:pic>
        <p:nvPicPr>
          <p:cNvPr id="6" name="圖片 5">
            <a:extLst>
              <a:ext uri="{FF2B5EF4-FFF2-40B4-BE49-F238E27FC236}">
                <a16:creationId xmlns:a16="http://schemas.microsoft.com/office/drawing/2014/main" id="{11191659-6E35-4FAF-A1B9-323784A20AED}"/>
              </a:ext>
            </a:extLst>
          </p:cNvPr>
          <p:cNvPicPr>
            <a:picLocks noChangeAspect="1"/>
          </p:cNvPicPr>
          <p:nvPr/>
        </p:nvPicPr>
        <p:blipFill>
          <a:blip r:embed="rId2"/>
          <a:stretch>
            <a:fillRect/>
          </a:stretch>
        </p:blipFill>
        <p:spPr>
          <a:xfrm>
            <a:off x="838200" y="1316230"/>
            <a:ext cx="2476500" cy="4857750"/>
          </a:xfrm>
          <a:prstGeom prst="rect">
            <a:avLst/>
          </a:prstGeom>
        </p:spPr>
      </p:pic>
      <p:pic>
        <p:nvPicPr>
          <p:cNvPr id="8" name="圖片 7">
            <a:extLst>
              <a:ext uri="{FF2B5EF4-FFF2-40B4-BE49-F238E27FC236}">
                <a16:creationId xmlns:a16="http://schemas.microsoft.com/office/drawing/2014/main" id="{7D9D4463-60A4-46BB-800E-9D7CD192C5ED}"/>
              </a:ext>
            </a:extLst>
          </p:cNvPr>
          <p:cNvPicPr>
            <a:picLocks noChangeAspect="1"/>
          </p:cNvPicPr>
          <p:nvPr/>
        </p:nvPicPr>
        <p:blipFill>
          <a:blip r:embed="rId3"/>
          <a:stretch>
            <a:fillRect/>
          </a:stretch>
        </p:blipFill>
        <p:spPr>
          <a:xfrm>
            <a:off x="2717378" y="1398494"/>
            <a:ext cx="2200275" cy="2047875"/>
          </a:xfrm>
          <a:prstGeom prst="rect">
            <a:avLst/>
          </a:prstGeom>
        </p:spPr>
      </p:pic>
    </p:spTree>
    <p:extLst>
      <p:ext uri="{BB962C8B-B14F-4D97-AF65-F5344CB8AC3E}">
        <p14:creationId xmlns:p14="http://schemas.microsoft.com/office/powerpoint/2010/main" val="959049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A30DD5E-0C6D-4634-83E4-B1ED9C8EDBC4}"/>
              </a:ext>
            </a:extLst>
          </p:cNvPr>
          <p:cNvSpPr>
            <a:spLocks noGrp="1"/>
          </p:cNvSpPr>
          <p:nvPr>
            <p:ph type="title"/>
          </p:nvPr>
        </p:nvSpPr>
        <p:spPr/>
        <p:txBody>
          <a:bodyPr>
            <a:normAutofit/>
          </a:bodyPr>
          <a:lstStyle/>
          <a:p>
            <a:r>
              <a:rPr lang="en-US" altLang="zh-TW" dirty="0"/>
              <a:t>InydeH2O 5.4 Code Structure</a:t>
            </a:r>
            <a:br>
              <a:rPr lang="en-US" altLang="zh-TW" dirty="0"/>
            </a:br>
            <a:r>
              <a:rPr lang="en-US" altLang="zh-TW" sz="2000" b="1" strike="noStrike" spc="-1" dirty="0">
                <a:solidFill>
                  <a:srgbClr val="3F3F3F"/>
                </a:solidFill>
                <a:ea typeface="DejaVu Sans"/>
              </a:rPr>
              <a:t>Reference Code Packages</a:t>
            </a:r>
            <a:endParaRPr lang="zh-TW" altLang="en-US" sz="2000" dirty="0"/>
          </a:p>
        </p:txBody>
      </p:sp>
      <p:sp>
        <p:nvSpPr>
          <p:cNvPr id="3" name="內容版面配置區 2">
            <a:extLst>
              <a:ext uri="{FF2B5EF4-FFF2-40B4-BE49-F238E27FC236}">
                <a16:creationId xmlns:a16="http://schemas.microsoft.com/office/drawing/2014/main" id="{DD5C4ECD-B9B0-454B-91F9-5C7186A62536}"/>
              </a:ext>
            </a:extLst>
          </p:cNvPr>
          <p:cNvSpPr>
            <a:spLocks noGrp="1"/>
          </p:cNvSpPr>
          <p:nvPr>
            <p:ph idx="1"/>
          </p:nvPr>
        </p:nvSpPr>
        <p:spPr/>
        <p:txBody>
          <a:bodyPr/>
          <a:lstStyle/>
          <a:p>
            <a:pPr marL="228600" indent="-223560">
              <a:lnSpc>
                <a:spcPct val="100000"/>
              </a:lnSpc>
              <a:buClr>
                <a:srgbClr val="3F3F3F"/>
              </a:buClr>
              <a:buFont typeface="Arial"/>
              <a:buChar char="•"/>
            </a:pPr>
            <a:r>
              <a:rPr lang="en-US" altLang="zh-TW" sz="2800" b="1" strike="noStrike" spc="-1" dirty="0">
                <a:solidFill>
                  <a:srgbClr val="3F3F3F"/>
                </a:solidFill>
                <a:ea typeface="DejaVu Sans"/>
              </a:rPr>
              <a:t>Vendor-maintained</a:t>
            </a:r>
            <a:r>
              <a:rPr lang="en-US" altLang="zh-TW" sz="2800" b="0" strike="noStrike" spc="-1" dirty="0">
                <a:solidFill>
                  <a:srgbClr val="3F3F3F"/>
                </a:solidFill>
                <a:ea typeface="DejaVu Sans"/>
              </a:rPr>
              <a:t> chipset support code.</a:t>
            </a:r>
            <a:endParaRPr lang="en-US" altLang="zh-TW" sz="2800" b="0" strike="noStrike" spc="-1" dirty="0"/>
          </a:p>
          <a:p>
            <a:pPr>
              <a:lnSpc>
                <a:spcPct val="100000"/>
              </a:lnSpc>
            </a:pPr>
            <a:endParaRPr lang="en-US" altLang="zh-TW" sz="2800" b="0" strike="noStrike" spc="-1" dirty="0"/>
          </a:p>
          <a:p>
            <a:pPr marL="228600" indent="-223560">
              <a:lnSpc>
                <a:spcPct val="100000"/>
              </a:lnSpc>
              <a:buClr>
                <a:srgbClr val="3F3F3F"/>
              </a:buClr>
              <a:buFont typeface="Arial"/>
              <a:buChar char="•"/>
            </a:pPr>
            <a:r>
              <a:rPr lang="en-US" altLang="zh-TW" sz="2800" b="1" strike="noStrike" spc="-1" dirty="0">
                <a:solidFill>
                  <a:srgbClr val="3F3F3F"/>
                </a:solidFill>
                <a:ea typeface="DejaVu Sans"/>
              </a:rPr>
              <a:t>Goal</a:t>
            </a:r>
            <a:r>
              <a:rPr lang="en-US" altLang="zh-TW" sz="2800" b="0" strike="noStrike" spc="-1" dirty="0">
                <a:solidFill>
                  <a:srgbClr val="3F3F3F"/>
                </a:solidFill>
                <a:ea typeface="DejaVu Sans"/>
              </a:rPr>
              <a:t>: No-touch, no-override</a:t>
            </a:r>
            <a:endParaRPr lang="en-US" altLang="zh-TW" sz="2800" b="0" strike="noStrike" spc="-1" dirty="0"/>
          </a:p>
          <a:p>
            <a:pPr>
              <a:lnSpc>
                <a:spcPct val="100000"/>
              </a:lnSpc>
            </a:pPr>
            <a:endParaRPr lang="en-US" altLang="zh-TW" sz="2800" b="0" strike="noStrike" spc="-1" dirty="0"/>
          </a:p>
          <a:p>
            <a:pPr marL="228600" indent="-223560">
              <a:lnSpc>
                <a:spcPct val="100000"/>
              </a:lnSpc>
              <a:buClr>
                <a:srgbClr val="3F3F3F"/>
              </a:buClr>
              <a:buFont typeface="Arial"/>
              <a:buChar char="•"/>
            </a:pPr>
            <a:r>
              <a:rPr lang="en-US" altLang="zh-TW" sz="2800" b="1" strike="noStrike" spc="-1" dirty="0">
                <a:solidFill>
                  <a:srgbClr val="3F3F3F"/>
                </a:solidFill>
                <a:ea typeface="DejaVu Sans"/>
              </a:rPr>
              <a:t>Uses</a:t>
            </a:r>
            <a:r>
              <a:rPr lang="en-US" altLang="zh-TW" sz="2800" b="0" strike="noStrike" spc="-1" dirty="0">
                <a:solidFill>
                  <a:srgbClr val="3F3F3F"/>
                </a:solidFill>
                <a:ea typeface="DejaVu Sans"/>
              </a:rPr>
              <a:t>: PCDs, Platform Policy, Platform Libraries</a:t>
            </a:r>
            <a:endParaRPr lang="en-US" altLang="zh-TW" sz="2800" b="0" strike="noStrike" spc="-1" dirty="0"/>
          </a:p>
          <a:p>
            <a:pPr>
              <a:lnSpc>
                <a:spcPct val="100000"/>
              </a:lnSpc>
            </a:pPr>
            <a:endParaRPr lang="en-US" altLang="zh-TW" sz="2800" b="0" strike="noStrike" spc="-1" dirty="0"/>
          </a:p>
          <a:p>
            <a:pPr marL="228600" indent="-223560">
              <a:lnSpc>
                <a:spcPct val="100000"/>
              </a:lnSpc>
              <a:buClr>
                <a:srgbClr val="3F3F3F"/>
              </a:buClr>
              <a:buFont typeface="Arial"/>
              <a:buChar char="•"/>
            </a:pPr>
            <a:r>
              <a:rPr lang="en-US" altLang="zh-TW" sz="2800" b="1" strike="noStrike" spc="-1" dirty="0">
                <a:solidFill>
                  <a:srgbClr val="3F3F3F"/>
                </a:solidFill>
                <a:ea typeface="DejaVu Sans"/>
              </a:rPr>
              <a:t>Name</a:t>
            </a:r>
            <a:r>
              <a:rPr lang="en-US" altLang="zh-TW" sz="2800" b="0" strike="noStrike" spc="-1" dirty="0">
                <a:solidFill>
                  <a:srgbClr val="3F3F3F"/>
                </a:solidFill>
                <a:ea typeface="DejaVu Sans"/>
              </a:rPr>
              <a:t>: Follow Intel reference package name</a:t>
            </a:r>
            <a:endParaRPr lang="en-US" altLang="zh-TW" sz="2800" b="0" strike="noStrike" spc="-1" dirty="0"/>
          </a:p>
        </p:txBody>
      </p:sp>
    </p:spTree>
    <p:extLst>
      <p:ext uri="{BB962C8B-B14F-4D97-AF65-F5344CB8AC3E}">
        <p14:creationId xmlns:p14="http://schemas.microsoft.com/office/powerpoint/2010/main" val="24204044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A30DD5E-0C6D-4634-83E4-B1ED9C8EDBC4}"/>
              </a:ext>
            </a:extLst>
          </p:cNvPr>
          <p:cNvSpPr>
            <a:spLocks noGrp="1"/>
          </p:cNvSpPr>
          <p:nvPr>
            <p:ph type="title"/>
          </p:nvPr>
        </p:nvSpPr>
        <p:spPr/>
        <p:txBody>
          <a:bodyPr>
            <a:normAutofit/>
          </a:bodyPr>
          <a:lstStyle/>
          <a:p>
            <a:r>
              <a:rPr lang="en-US" altLang="zh-TW" dirty="0"/>
              <a:t>InydeH2O 5.4 Code Structure</a:t>
            </a:r>
            <a:br>
              <a:rPr lang="en-US" altLang="zh-TW" dirty="0"/>
            </a:br>
            <a:r>
              <a:rPr lang="en-US" altLang="zh-TW" sz="2000" b="1" strike="noStrike" spc="-1" dirty="0">
                <a:solidFill>
                  <a:srgbClr val="3F3F3F"/>
                </a:solidFill>
                <a:ea typeface="DejaVu Sans"/>
              </a:rPr>
              <a:t>Chipset Package</a:t>
            </a:r>
            <a:endParaRPr lang="zh-TW" altLang="en-US" sz="2000" dirty="0"/>
          </a:p>
        </p:txBody>
      </p:sp>
      <p:sp>
        <p:nvSpPr>
          <p:cNvPr id="3" name="內容版面配置區 2">
            <a:extLst>
              <a:ext uri="{FF2B5EF4-FFF2-40B4-BE49-F238E27FC236}">
                <a16:creationId xmlns:a16="http://schemas.microsoft.com/office/drawing/2014/main" id="{DD5C4ECD-B9B0-454B-91F9-5C7186A62536}"/>
              </a:ext>
            </a:extLst>
          </p:cNvPr>
          <p:cNvSpPr>
            <a:spLocks noGrp="1"/>
          </p:cNvSpPr>
          <p:nvPr>
            <p:ph idx="1"/>
          </p:nvPr>
        </p:nvSpPr>
        <p:spPr/>
        <p:txBody>
          <a:bodyPr/>
          <a:lstStyle/>
          <a:p>
            <a:pPr marL="228600" indent="-223560">
              <a:lnSpc>
                <a:spcPct val="100000"/>
              </a:lnSpc>
              <a:buClr>
                <a:srgbClr val="3F3F3F"/>
              </a:buClr>
              <a:buFont typeface="Arial"/>
              <a:buChar char="•"/>
            </a:pPr>
            <a:r>
              <a:rPr lang="en-US" altLang="zh-TW" sz="2800" b="0" strike="noStrike" spc="-1" dirty="0" err="1">
                <a:solidFill>
                  <a:srgbClr val="3F3F3F"/>
                </a:solidFill>
                <a:latin typeface="Segoe UI"/>
                <a:ea typeface="DejaVu Sans"/>
              </a:rPr>
              <a:t>Insyde</a:t>
            </a:r>
            <a:r>
              <a:rPr lang="en-US" altLang="zh-TW" sz="2800" b="0" strike="noStrike" spc="-1" dirty="0">
                <a:solidFill>
                  <a:srgbClr val="3F3F3F"/>
                </a:solidFill>
                <a:latin typeface="Segoe UI"/>
                <a:ea typeface="DejaVu Sans"/>
              </a:rPr>
              <a:t>-maintained </a:t>
            </a:r>
            <a:r>
              <a:rPr lang="en-US" altLang="zh-TW" sz="2800" b="1" strike="noStrike" spc="-1" dirty="0">
                <a:solidFill>
                  <a:srgbClr val="3F3F3F"/>
                </a:solidFill>
                <a:latin typeface="Segoe UI"/>
                <a:ea typeface="DejaVu Sans"/>
              </a:rPr>
              <a:t>chipset</a:t>
            </a:r>
            <a:r>
              <a:rPr lang="en-US" altLang="zh-TW" sz="2800" b="0" strike="noStrike" spc="-1" dirty="0">
                <a:solidFill>
                  <a:srgbClr val="3F3F3F"/>
                </a:solidFill>
                <a:latin typeface="Segoe UI"/>
                <a:ea typeface="DejaVu Sans"/>
              </a:rPr>
              <a:t> support code.</a:t>
            </a:r>
            <a:endParaRPr lang="en-US" altLang="zh-TW" sz="2800" b="0" strike="noStrike" spc="-1" dirty="0">
              <a:latin typeface="Arial"/>
            </a:endParaRPr>
          </a:p>
          <a:p>
            <a:pPr marL="685800" lvl="1" indent="-223560">
              <a:lnSpc>
                <a:spcPct val="100000"/>
              </a:lnSpc>
              <a:buClr>
                <a:srgbClr val="3F3F3F"/>
              </a:buClr>
              <a:buFont typeface="Arial"/>
              <a:buChar char="•"/>
            </a:pPr>
            <a:r>
              <a:rPr lang="en-US" altLang="zh-TW" sz="2400" b="0" strike="noStrike" spc="-1" dirty="0">
                <a:solidFill>
                  <a:srgbClr val="3F3F3F"/>
                </a:solidFill>
                <a:latin typeface="Segoe UI"/>
                <a:ea typeface="DejaVu Sans"/>
              </a:rPr>
              <a:t>Original code could have come from the silicon vendor.</a:t>
            </a:r>
            <a:endParaRPr lang="en-US" altLang="zh-TW" sz="2400" b="0" strike="noStrike" spc="-1" dirty="0">
              <a:latin typeface="Arial"/>
            </a:endParaRPr>
          </a:p>
          <a:p>
            <a:pPr>
              <a:lnSpc>
                <a:spcPct val="100000"/>
              </a:lnSpc>
            </a:pPr>
            <a:endParaRPr lang="en-US" altLang="zh-TW" sz="2400" b="0" strike="noStrike" spc="-1" dirty="0">
              <a:latin typeface="Arial"/>
            </a:endParaRPr>
          </a:p>
          <a:p>
            <a:pPr marL="228600" indent="-223560">
              <a:lnSpc>
                <a:spcPct val="100000"/>
              </a:lnSpc>
              <a:buClr>
                <a:srgbClr val="3F3F3F"/>
              </a:buClr>
              <a:buFont typeface="Arial"/>
              <a:buChar char="•"/>
            </a:pPr>
            <a:r>
              <a:rPr lang="en-US" altLang="zh-TW" sz="2800" b="0" strike="noStrike" spc="-1" dirty="0">
                <a:solidFill>
                  <a:srgbClr val="3F3F3F"/>
                </a:solidFill>
                <a:latin typeface="Segoe UI"/>
                <a:ea typeface="DejaVu Sans"/>
              </a:rPr>
              <a:t>Name: </a:t>
            </a:r>
            <a:r>
              <a:rPr lang="en-US" altLang="zh-TW" sz="2800" b="1" i="1" strike="noStrike" spc="-1" dirty="0" err="1">
                <a:solidFill>
                  <a:srgbClr val="3F3F3F"/>
                </a:solidFill>
                <a:latin typeface="Segoe UI"/>
                <a:ea typeface="DejaVu Sans"/>
              </a:rPr>
              <a:t>chipset</a:t>
            </a:r>
            <a:r>
              <a:rPr lang="en-US" altLang="zh-TW" sz="2800" b="0" strike="noStrike" spc="-1" dirty="0" err="1">
                <a:solidFill>
                  <a:srgbClr val="3F3F3F"/>
                </a:solidFill>
                <a:latin typeface="Segoe UI"/>
                <a:ea typeface="DejaVu Sans"/>
              </a:rPr>
              <a:t>ChipsetPkg</a:t>
            </a:r>
            <a:endParaRPr lang="en-US" altLang="zh-TW" sz="2800" b="0" strike="noStrike" spc="-1" dirty="0">
              <a:latin typeface="Arial"/>
            </a:endParaRPr>
          </a:p>
          <a:p>
            <a:pPr>
              <a:lnSpc>
                <a:spcPct val="100000"/>
              </a:lnSpc>
            </a:pPr>
            <a:endParaRPr lang="en-US" altLang="zh-TW" sz="2800" b="0" strike="noStrike" spc="-1" dirty="0">
              <a:latin typeface="Arial"/>
            </a:endParaRPr>
          </a:p>
        </p:txBody>
      </p:sp>
    </p:spTree>
    <p:extLst>
      <p:ext uri="{BB962C8B-B14F-4D97-AF65-F5344CB8AC3E}">
        <p14:creationId xmlns:p14="http://schemas.microsoft.com/office/powerpoint/2010/main" val="307773052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A30DD5E-0C6D-4634-83E4-B1ED9C8EDBC4}"/>
              </a:ext>
            </a:extLst>
          </p:cNvPr>
          <p:cNvSpPr>
            <a:spLocks noGrp="1"/>
          </p:cNvSpPr>
          <p:nvPr>
            <p:ph type="title"/>
          </p:nvPr>
        </p:nvSpPr>
        <p:spPr/>
        <p:txBody>
          <a:bodyPr>
            <a:normAutofit/>
          </a:bodyPr>
          <a:lstStyle/>
          <a:p>
            <a:r>
              <a:rPr lang="en-US" altLang="zh-TW" dirty="0"/>
              <a:t>InydeH2O 5.4 Code Structure</a:t>
            </a:r>
            <a:br>
              <a:rPr lang="en-US" altLang="zh-TW" dirty="0"/>
            </a:br>
            <a:r>
              <a:rPr lang="en-US" altLang="zh-TW" sz="2000" b="1" strike="noStrike" spc="-1" dirty="0">
                <a:solidFill>
                  <a:srgbClr val="3F3F3F"/>
                </a:solidFill>
                <a:ea typeface="DejaVu Sans"/>
              </a:rPr>
              <a:t>Chipset Package – OEM Chipset Services Lib</a:t>
            </a:r>
            <a:endParaRPr lang="zh-TW" altLang="en-US" sz="2000" dirty="0"/>
          </a:p>
        </p:txBody>
      </p:sp>
      <p:sp>
        <p:nvSpPr>
          <p:cNvPr id="3" name="內容版面配置區 2">
            <a:extLst>
              <a:ext uri="{FF2B5EF4-FFF2-40B4-BE49-F238E27FC236}">
                <a16:creationId xmlns:a16="http://schemas.microsoft.com/office/drawing/2014/main" id="{DD5C4ECD-B9B0-454B-91F9-5C7186A62536}"/>
              </a:ext>
            </a:extLst>
          </p:cNvPr>
          <p:cNvSpPr>
            <a:spLocks noGrp="1"/>
          </p:cNvSpPr>
          <p:nvPr>
            <p:ph idx="1"/>
          </p:nvPr>
        </p:nvSpPr>
        <p:spPr/>
        <p:txBody>
          <a:bodyPr>
            <a:normAutofit/>
          </a:bodyPr>
          <a:lstStyle/>
          <a:p>
            <a:pPr marL="228600" indent="-223560">
              <a:lnSpc>
                <a:spcPct val="100000"/>
              </a:lnSpc>
              <a:buClr>
                <a:srgbClr val="3F3F3F"/>
              </a:buClr>
              <a:buFont typeface="Arial"/>
              <a:buChar char="•"/>
            </a:pPr>
            <a:r>
              <a:rPr lang="en-US" altLang="zh-TW" sz="2400" b="0" strike="noStrike" spc="-1" dirty="0">
                <a:solidFill>
                  <a:srgbClr val="3F3F3F"/>
                </a:solidFill>
                <a:latin typeface="Segoe UI"/>
                <a:ea typeface="DejaVu Sans"/>
              </a:rPr>
              <a:t>Chipset packages create interface between platform policy drivers and libraries and the </a:t>
            </a:r>
            <a:r>
              <a:rPr lang="en-US" altLang="zh-TW" sz="2400" b="1" strike="noStrike" spc="-1" dirty="0">
                <a:solidFill>
                  <a:srgbClr val="3F3F3F"/>
                </a:solidFill>
                <a:latin typeface="Segoe UI"/>
                <a:ea typeface="DejaVu Sans"/>
              </a:rPr>
              <a:t>Project</a:t>
            </a:r>
            <a:r>
              <a:rPr lang="en-US" altLang="zh-TW" sz="2400" b="0" strike="noStrike" spc="-1" dirty="0">
                <a:solidFill>
                  <a:srgbClr val="3F3F3F"/>
                </a:solidFill>
                <a:latin typeface="Segoe UI"/>
                <a:ea typeface="DejaVu Sans"/>
              </a:rPr>
              <a:t> layer using the OEM Chipset Services Library.</a:t>
            </a:r>
            <a:endParaRPr lang="en-US" altLang="zh-TW" sz="2400" b="0" strike="noStrike" spc="-1" dirty="0">
              <a:latin typeface="Arial"/>
            </a:endParaRPr>
          </a:p>
          <a:p>
            <a:pPr marL="685800" lvl="1" indent="-223560">
              <a:lnSpc>
                <a:spcPct val="100000"/>
              </a:lnSpc>
              <a:buClr>
                <a:srgbClr val="3F3F3F"/>
              </a:buClr>
              <a:buFont typeface="Arial"/>
              <a:buChar char="•"/>
            </a:pPr>
            <a:r>
              <a:rPr lang="en-US" altLang="zh-TW" sz="1800" b="0" strike="noStrike" spc="-1" dirty="0" err="1">
                <a:solidFill>
                  <a:srgbClr val="3F3F3F"/>
                </a:solidFill>
                <a:latin typeface="Segoe UI"/>
                <a:ea typeface="DejaVu Sans"/>
              </a:rPr>
              <a:t>xxxChipsetPkg</a:t>
            </a:r>
            <a:r>
              <a:rPr lang="en-US" altLang="zh-TW" sz="1800" b="0" strike="noStrike" spc="-1" dirty="0">
                <a:solidFill>
                  <a:srgbClr val="3F3F3F"/>
                </a:solidFill>
                <a:latin typeface="Segoe UI"/>
                <a:ea typeface="DejaVu Sans"/>
              </a:rPr>
              <a:t>/Include/</a:t>
            </a:r>
            <a:r>
              <a:rPr lang="en-US" altLang="zh-TW" sz="1800" b="0" i="1" strike="noStrike" spc="-1" dirty="0" err="1">
                <a:solidFill>
                  <a:srgbClr val="3F3F3F"/>
                </a:solidFill>
                <a:latin typeface="Segoe UI"/>
                <a:ea typeface="DejaVu Sans"/>
              </a:rPr>
              <a:t>phase</a:t>
            </a:r>
            <a:r>
              <a:rPr lang="en-US" altLang="zh-TW" sz="1800" b="0" strike="noStrike" spc="-1" dirty="0" err="1">
                <a:solidFill>
                  <a:srgbClr val="3F3F3F"/>
                </a:solidFill>
                <a:latin typeface="Segoe UI"/>
                <a:ea typeface="DejaVu Sans"/>
              </a:rPr>
              <a:t>OemSvcChipsetLib.h</a:t>
            </a:r>
            <a:endParaRPr lang="en-US" altLang="zh-TW" sz="1800" b="0" strike="noStrike" spc="-1" dirty="0">
              <a:latin typeface="Arial"/>
            </a:endParaRPr>
          </a:p>
          <a:p>
            <a:pPr marL="685800" lvl="1" indent="-223560">
              <a:lnSpc>
                <a:spcPct val="100000"/>
              </a:lnSpc>
              <a:buClr>
                <a:srgbClr val="3F3F3F"/>
              </a:buClr>
              <a:buFont typeface="Arial"/>
              <a:buChar char="•"/>
            </a:pPr>
            <a:r>
              <a:rPr lang="en-US" altLang="zh-TW" sz="1800" b="0" strike="noStrike" spc="-1" dirty="0" err="1">
                <a:solidFill>
                  <a:srgbClr val="3F3F3F"/>
                </a:solidFill>
                <a:latin typeface="Segoe UI"/>
                <a:ea typeface="DejaVu Sans"/>
              </a:rPr>
              <a:t>xxxChipsetPkg</a:t>
            </a:r>
            <a:r>
              <a:rPr lang="en-US" altLang="zh-TW" sz="1800" b="0" strike="noStrike" spc="-1" dirty="0">
                <a:solidFill>
                  <a:srgbClr val="3F3F3F"/>
                </a:solidFill>
                <a:latin typeface="Segoe UI"/>
                <a:ea typeface="DejaVu Sans"/>
              </a:rPr>
              <a:t>/Library/</a:t>
            </a:r>
            <a:r>
              <a:rPr lang="en-US" altLang="zh-TW" sz="1800" b="0" i="1" strike="noStrike" spc="-1" dirty="0" err="1">
                <a:solidFill>
                  <a:srgbClr val="3F3F3F"/>
                </a:solidFill>
                <a:latin typeface="Segoe UI"/>
                <a:ea typeface="DejaVu Sans"/>
              </a:rPr>
              <a:t>phase</a:t>
            </a:r>
            <a:r>
              <a:rPr lang="en-US" altLang="zh-TW" sz="1800" b="0" strike="noStrike" spc="-1" dirty="0" err="1">
                <a:solidFill>
                  <a:srgbClr val="3F3F3F"/>
                </a:solidFill>
                <a:latin typeface="Segoe UI"/>
                <a:ea typeface="DejaVu Sans"/>
              </a:rPr>
              <a:t>OemSvcChipsetLib</a:t>
            </a:r>
            <a:endParaRPr lang="en-US" altLang="zh-TW" sz="1800" b="0" strike="noStrike" spc="-1" dirty="0">
              <a:latin typeface="Arial"/>
            </a:endParaRPr>
          </a:p>
          <a:p>
            <a:pPr marL="685800" lvl="1" indent="-223560">
              <a:lnSpc>
                <a:spcPct val="100000"/>
              </a:lnSpc>
              <a:buClr>
                <a:srgbClr val="3F3F3F"/>
              </a:buClr>
              <a:buFont typeface="Arial"/>
              <a:buChar char="•"/>
            </a:pPr>
            <a:r>
              <a:rPr lang="en-US" altLang="zh-TW" sz="1800" b="0" strike="noStrike" spc="-1" dirty="0" err="1">
                <a:solidFill>
                  <a:srgbClr val="3F3F3F"/>
                </a:solidFill>
                <a:latin typeface="Segoe UI"/>
                <a:ea typeface="DejaVu Sans"/>
              </a:rPr>
              <a:t>yyyBoardPkg</a:t>
            </a:r>
            <a:r>
              <a:rPr lang="en-US" altLang="zh-TW" sz="1800" b="0" strike="noStrike" spc="-1" dirty="0">
                <a:solidFill>
                  <a:srgbClr val="3F3F3F"/>
                </a:solidFill>
                <a:latin typeface="Segoe UI"/>
                <a:ea typeface="DejaVu Sans"/>
              </a:rPr>
              <a:t>/Library/</a:t>
            </a:r>
            <a:r>
              <a:rPr lang="en-US" altLang="zh-TW" sz="1800" b="0" i="1" strike="noStrike" spc="-1" dirty="0" err="1">
                <a:solidFill>
                  <a:srgbClr val="3F3F3F"/>
                </a:solidFill>
                <a:latin typeface="Segoe UI"/>
                <a:ea typeface="DejaVu Sans"/>
              </a:rPr>
              <a:t>phase</a:t>
            </a:r>
            <a:r>
              <a:rPr lang="en-US" altLang="zh-TW" sz="1800" b="0" strike="noStrike" spc="-1" dirty="0" err="1">
                <a:solidFill>
                  <a:srgbClr val="3F3F3F"/>
                </a:solidFill>
                <a:latin typeface="Segoe UI"/>
                <a:ea typeface="DejaVu Sans"/>
              </a:rPr>
              <a:t>OemSvcChipsetLib</a:t>
            </a:r>
            <a:endParaRPr lang="en-US" altLang="zh-TW" sz="1800" b="0" strike="noStrike" spc="-1" dirty="0">
              <a:latin typeface="Arial"/>
            </a:endParaRPr>
          </a:p>
          <a:p>
            <a:pPr marL="228600" indent="-223560">
              <a:lnSpc>
                <a:spcPct val="100000"/>
              </a:lnSpc>
              <a:buClr>
                <a:srgbClr val="3F3F3F"/>
              </a:buClr>
              <a:buFont typeface="Arial"/>
              <a:buChar char="•"/>
            </a:pPr>
            <a:r>
              <a:rPr lang="en-US" altLang="zh-TW" sz="2400" b="0" strike="noStrike" spc="-1" dirty="0">
                <a:solidFill>
                  <a:srgbClr val="3F3F3F"/>
                </a:solidFill>
                <a:latin typeface="Segoe UI"/>
                <a:ea typeface="DejaVu Sans"/>
              </a:rPr>
              <a:t>Chipset links against </a:t>
            </a:r>
            <a:r>
              <a:rPr lang="en-US" altLang="zh-TW" sz="2400" b="0" i="1" strike="noStrike" spc="-1" dirty="0" err="1">
                <a:solidFill>
                  <a:srgbClr val="3F3F3F"/>
                </a:solidFill>
                <a:latin typeface="Segoe UI"/>
                <a:ea typeface="DejaVu Sans"/>
              </a:rPr>
              <a:t>phase</a:t>
            </a:r>
            <a:r>
              <a:rPr lang="en-US" altLang="zh-TW" sz="2400" b="0" strike="noStrike" spc="-1" dirty="0" err="1">
                <a:solidFill>
                  <a:srgbClr val="3F3F3F"/>
                </a:solidFill>
                <a:latin typeface="Segoe UI"/>
                <a:ea typeface="DejaVu Sans"/>
              </a:rPr>
              <a:t>OemSvcChipsetLibDefault</a:t>
            </a:r>
            <a:r>
              <a:rPr lang="en-US" altLang="zh-TW" sz="2400" b="0" strike="noStrike" spc="-1" dirty="0">
                <a:solidFill>
                  <a:srgbClr val="3F3F3F"/>
                </a:solidFill>
                <a:latin typeface="Segoe UI"/>
                <a:ea typeface="DejaVu Sans"/>
              </a:rPr>
              <a:t> so if function not written, will return </a:t>
            </a:r>
            <a:r>
              <a:rPr lang="en-US" altLang="zh-TW" sz="2400" b="1" strike="noStrike" spc="-1" dirty="0">
                <a:solidFill>
                  <a:srgbClr val="3F3F3F"/>
                </a:solidFill>
                <a:latin typeface="Segoe UI"/>
                <a:ea typeface="DejaVu Sans"/>
              </a:rPr>
              <a:t>EFI_UNSUPPORTED</a:t>
            </a:r>
            <a:endParaRPr lang="en-US" altLang="zh-TW" sz="2400" b="0" strike="noStrike" spc="-1" dirty="0">
              <a:latin typeface="Arial"/>
            </a:endParaRPr>
          </a:p>
        </p:txBody>
      </p:sp>
      <p:pic>
        <p:nvPicPr>
          <p:cNvPr id="5" name="Picture 2">
            <a:extLst>
              <a:ext uri="{FF2B5EF4-FFF2-40B4-BE49-F238E27FC236}">
                <a16:creationId xmlns:a16="http://schemas.microsoft.com/office/drawing/2014/main" id="{6913F790-948D-4633-8023-319D6F4D713D}"/>
              </a:ext>
            </a:extLst>
          </p:cNvPr>
          <p:cNvPicPr/>
          <p:nvPr/>
        </p:nvPicPr>
        <p:blipFill>
          <a:blip r:embed="rId2"/>
          <a:stretch/>
        </p:blipFill>
        <p:spPr>
          <a:xfrm>
            <a:off x="3412302" y="4072954"/>
            <a:ext cx="4424040" cy="2319120"/>
          </a:xfrm>
          <a:prstGeom prst="rect">
            <a:avLst/>
          </a:prstGeom>
          <a:ln>
            <a:noFill/>
          </a:ln>
        </p:spPr>
      </p:pic>
    </p:spTree>
    <p:extLst>
      <p:ext uri="{BB962C8B-B14F-4D97-AF65-F5344CB8AC3E}">
        <p14:creationId xmlns:p14="http://schemas.microsoft.com/office/powerpoint/2010/main" val="178235353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A30DD5E-0C6D-4634-83E4-B1ED9C8EDBC4}"/>
              </a:ext>
            </a:extLst>
          </p:cNvPr>
          <p:cNvSpPr>
            <a:spLocks noGrp="1"/>
          </p:cNvSpPr>
          <p:nvPr>
            <p:ph type="title"/>
          </p:nvPr>
        </p:nvSpPr>
        <p:spPr/>
        <p:txBody>
          <a:bodyPr>
            <a:normAutofit/>
          </a:bodyPr>
          <a:lstStyle/>
          <a:p>
            <a:r>
              <a:rPr lang="en-US" altLang="zh-TW" dirty="0"/>
              <a:t>InydeH2O 5.4 Code Structure</a:t>
            </a:r>
            <a:br>
              <a:rPr lang="en-US" altLang="zh-TW" dirty="0"/>
            </a:br>
            <a:r>
              <a:rPr lang="en-US" altLang="zh-TW" sz="2000" spc="-1" dirty="0">
                <a:solidFill>
                  <a:srgbClr val="3F3F3F"/>
                </a:solidFill>
              </a:rPr>
              <a:t>Project</a:t>
            </a:r>
            <a:r>
              <a:rPr lang="en-US" altLang="zh-TW" sz="2000" b="1" strike="noStrike" spc="-1" dirty="0">
                <a:solidFill>
                  <a:srgbClr val="3F3F3F"/>
                </a:solidFill>
                <a:ea typeface="DejaVu Sans"/>
              </a:rPr>
              <a:t> Package</a:t>
            </a:r>
            <a:endParaRPr lang="zh-TW" altLang="en-US" sz="2000" dirty="0"/>
          </a:p>
        </p:txBody>
      </p:sp>
      <p:sp>
        <p:nvSpPr>
          <p:cNvPr id="3" name="內容版面配置區 2">
            <a:extLst>
              <a:ext uri="{FF2B5EF4-FFF2-40B4-BE49-F238E27FC236}">
                <a16:creationId xmlns:a16="http://schemas.microsoft.com/office/drawing/2014/main" id="{DD5C4ECD-B9B0-454B-91F9-5C7186A62536}"/>
              </a:ext>
            </a:extLst>
          </p:cNvPr>
          <p:cNvSpPr>
            <a:spLocks noGrp="1"/>
          </p:cNvSpPr>
          <p:nvPr>
            <p:ph idx="1"/>
          </p:nvPr>
        </p:nvSpPr>
        <p:spPr/>
        <p:txBody>
          <a:bodyPr>
            <a:normAutofit lnSpcReduction="10000"/>
          </a:bodyPr>
          <a:lstStyle/>
          <a:p>
            <a:pPr marL="228600" indent="-223560">
              <a:lnSpc>
                <a:spcPct val="100000"/>
              </a:lnSpc>
              <a:buClr>
                <a:srgbClr val="3F3F3F"/>
              </a:buClr>
              <a:buFont typeface="Arial"/>
              <a:buChar char="•"/>
            </a:pPr>
            <a:r>
              <a:rPr lang="en-US" altLang="zh-TW" sz="2800" b="0" strike="noStrike" spc="-1" dirty="0" err="1">
                <a:solidFill>
                  <a:srgbClr val="3F3F3F"/>
                </a:solidFill>
                <a:ea typeface="DejaVu Sans"/>
              </a:rPr>
              <a:t>Insyde</a:t>
            </a:r>
            <a:r>
              <a:rPr lang="en-US" altLang="zh-TW" sz="2800" b="0" strike="noStrike" spc="-1" dirty="0">
                <a:solidFill>
                  <a:srgbClr val="3F3F3F"/>
                </a:solidFill>
                <a:ea typeface="DejaVu Sans"/>
              </a:rPr>
              <a:t> or OEM-maintained </a:t>
            </a:r>
            <a:r>
              <a:rPr lang="en-US" altLang="zh-TW" sz="2800" b="1" strike="noStrike" spc="-1" dirty="0">
                <a:solidFill>
                  <a:srgbClr val="3F3F3F"/>
                </a:solidFill>
                <a:ea typeface="DejaVu Sans"/>
              </a:rPr>
              <a:t>board</a:t>
            </a:r>
            <a:r>
              <a:rPr lang="en-US" altLang="zh-TW" sz="2800" b="0" strike="noStrike" spc="-1" dirty="0">
                <a:solidFill>
                  <a:srgbClr val="3F3F3F"/>
                </a:solidFill>
                <a:ea typeface="DejaVu Sans"/>
              </a:rPr>
              <a:t> support code. </a:t>
            </a:r>
            <a:endParaRPr lang="en-US" altLang="zh-TW" sz="2800" b="0" strike="noStrike" spc="-1" dirty="0"/>
          </a:p>
          <a:p>
            <a:pPr>
              <a:lnSpc>
                <a:spcPct val="100000"/>
              </a:lnSpc>
            </a:pPr>
            <a:endParaRPr lang="en-US" altLang="zh-TW" sz="2800" b="0" strike="noStrike" spc="-1" dirty="0"/>
          </a:p>
          <a:p>
            <a:pPr marL="228600" indent="-223560">
              <a:lnSpc>
                <a:spcPct val="100000"/>
              </a:lnSpc>
              <a:buClr>
                <a:srgbClr val="3F3F3F"/>
              </a:buClr>
              <a:buFont typeface="Arial"/>
              <a:buChar char="•"/>
            </a:pPr>
            <a:r>
              <a:rPr lang="en-US" altLang="zh-TW" sz="2800" b="0" strike="noStrike" spc="-1" dirty="0">
                <a:solidFill>
                  <a:srgbClr val="3F3F3F"/>
                </a:solidFill>
                <a:ea typeface="DejaVu Sans"/>
              </a:rPr>
              <a:t>A project is a special type of package with two additional files: the project description (DSC) file and the flash definition file (FDF).</a:t>
            </a:r>
            <a:endParaRPr lang="en-US" altLang="zh-TW" sz="2800" b="0" strike="noStrike" spc="-1" dirty="0"/>
          </a:p>
          <a:p>
            <a:pPr>
              <a:lnSpc>
                <a:spcPct val="100000"/>
              </a:lnSpc>
            </a:pPr>
            <a:endParaRPr lang="en-US" altLang="zh-TW" sz="2800" b="0" strike="noStrike" spc="-1" dirty="0"/>
          </a:p>
          <a:p>
            <a:pPr marL="228600" indent="-223560">
              <a:lnSpc>
                <a:spcPct val="100000"/>
              </a:lnSpc>
              <a:buClr>
                <a:srgbClr val="3F3F3F"/>
              </a:buClr>
              <a:buFont typeface="Arial"/>
              <a:buChar char="•"/>
            </a:pPr>
            <a:r>
              <a:rPr lang="en-US" altLang="zh-TW" sz="2800" b="1" strike="noStrike" spc="-1" dirty="0">
                <a:solidFill>
                  <a:srgbClr val="3F3F3F"/>
                </a:solidFill>
                <a:ea typeface="DejaVu Sans"/>
              </a:rPr>
              <a:t>Goal</a:t>
            </a:r>
            <a:r>
              <a:rPr lang="en-US" altLang="zh-TW" sz="2800" b="0" strike="noStrike" spc="-1" dirty="0">
                <a:solidFill>
                  <a:srgbClr val="3F3F3F"/>
                </a:solidFill>
                <a:ea typeface="DejaVu Sans"/>
              </a:rPr>
              <a:t>: Simple, Easy-to-Find Board Customization</a:t>
            </a:r>
            <a:endParaRPr lang="en-US" altLang="zh-TW" sz="2800" b="0" strike="noStrike" spc="-1" dirty="0"/>
          </a:p>
          <a:p>
            <a:pPr marL="685800" lvl="1" indent="-223560">
              <a:lnSpc>
                <a:spcPct val="100000"/>
              </a:lnSpc>
              <a:buClr>
                <a:srgbClr val="3F3F3F"/>
              </a:buClr>
              <a:buFont typeface="Arial"/>
              <a:buChar char="•"/>
            </a:pPr>
            <a:r>
              <a:rPr lang="en-US" altLang="zh-TW" sz="2400" b="0" strike="noStrike" spc="-1" dirty="0">
                <a:solidFill>
                  <a:srgbClr val="3F3F3F"/>
                </a:solidFill>
                <a:ea typeface="DejaVu Sans"/>
              </a:rPr>
              <a:t>Fewer files</a:t>
            </a:r>
            <a:endParaRPr lang="en-US" altLang="zh-TW" sz="2400" b="0" strike="noStrike" spc="-1" dirty="0"/>
          </a:p>
          <a:p>
            <a:pPr marL="685800" lvl="1" indent="-223560">
              <a:lnSpc>
                <a:spcPct val="100000"/>
              </a:lnSpc>
              <a:buClr>
                <a:srgbClr val="3F3F3F"/>
              </a:buClr>
              <a:buFont typeface="Arial"/>
              <a:buChar char="•"/>
            </a:pPr>
            <a:r>
              <a:rPr lang="en-US" altLang="zh-TW" sz="2400" b="0" strike="noStrike" spc="-1" dirty="0">
                <a:solidFill>
                  <a:srgbClr val="3F3F3F"/>
                </a:solidFill>
                <a:ea typeface="DejaVu Sans"/>
              </a:rPr>
              <a:t>Standard customization method.</a:t>
            </a:r>
            <a:endParaRPr lang="en-US" altLang="zh-TW" sz="2400" b="0" strike="noStrike" spc="-1" dirty="0"/>
          </a:p>
          <a:p>
            <a:pPr marL="685800" lvl="1" indent="-223560">
              <a:lnSpc>
                <a:spcPct val="100000"/>
              </a:lnSpc>
              <a:buClr>
                <a:srgbClr val="3F3F3F"/>
              </a:buClr>
              <a:buFont typeface="Arial"/>
              <a:buChar char="•"/>
            </a:pPr>
            <a:r>
              <a:rPr lang="en-US" altLang="zh-TW" sz="2400" b="0" strike="noStrike" spc="-1" dirty="0">
                <a:solidFill>
                  <a:srgbClr val="3F3F3F"/>
                </a:solidFill>
                <a:ea typeface="DejaVu Sans"/>
              </a:rPr>
              <a:t>Move chipset-related code to </a:t>
            </a:r>
            <a:r>
              <a:rPr lang="en-US" altLang="zh-TW" sz="2400" b="0" strike="noStrike" spc="-1" dirty="0" err="1">
                <a:solidFill>
                  <a:srgbClr val="3F3F3F"/>
                </a:solidFill>
                <a:ea typeface="DejaVu Sans"/>
              </a:rPr>
              <a:t>ChipsetPkg</a:t>
            </a:r>
            <a:r>
              <a:rPr lang="en-US" altLang="zh-TW" sz="2400" b="0" strike="noStrike" spc="-1" dirty="0">
                <a:solidFill>
                  <a:srgbClr val="3F3F3F"/>
                </a:solidFill>
                <a:ea typeface="DejaVu Sans"/>
              </a:rPr>
              <a:t> with only hooks in Project.</a:t>
            </a:r>
            <a:endParaRPr lang="en-US" altLang="zh-TW" sz="2400" b="0" strike="noStrike" spc="-1" dirty="0"/>
          </a:p>
        </p:txBody>
      </p:sp>
    </p:spTree>
    <p:extLst>
      <p:ext uri="{BB962C8B-B14F-4D97-AF65-F5344CB8AC3E}">
        <p14:creationId xmlns:p14="http://schemas.microsoft.com/office/powerpoint/2010/main" val="38672219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A30DD5E-0C6D-4634-83E4-B1ED9C8EDBC4}"/>
              </a:ext>
            </a:extLst>
          </p:cNvPr>
          <p:cNvSpPr>
            <a:spLocks noGrp="1"/>
          </p:cNvSpPr>
          <p:nvPr>
            <p:ph type="title"/>
          </p:nvPr>
        </p:nvSpPr>
        <p:spPr/>
        <p:txBody>
          <a:bodyPr>
            <a:normAutofit/>
          </a:bodyPr>
          <a:lstStyle/>
          <a:p>
            <a:r>
              <a:rPr lang="en-US" altLang="zh-TW" dirty="0"/>
              <a:t>InydeH2O 5.4 Code Structure</a:t>
            </a:r>
            <a:br>
              <a:rPr lang="en-US" altLang="zh-TW" dirty="0"/>
            </a:br>
            <a:r>
              <a:rPr lang="en-US" altLang="zh-TW" sz="2000" spc="-1" dirty="0">
                <a:solidFill>
                  <a:srgbClr val="3F3F3F"/>
                </a:solidFill>
              </a:rPr>
              <a:t>Project</a:t>
            </a:r>
            <a:r>
              <a:rPr lang="en-US" altLang="zh-TW" sz="2000" b="1" strike="noStrike" spc="-1" dirty="0">
                <a:solidFill>
                  <a:srgbClr val="3F3F3F"/>
                </a:solidFill>
                <a:ea typeface="DejaVu Sans"/>
              </a:rPr>
              <a:t> Package</a:t>
            </a:r>
            <a:endParaRPr lang="zh-TW" altLang="en-US" sz="2000" dirty="0"/>
          </a:p>
        </p:txBody>
      </p:sp>
      <p:sp>
        <p:nvSpPr>
          <p:cNvPr id="3" name="內容版面配置區 2">
            <a:extLst>
              <a:ext uri="{FF2B5EF4-FFF2-40B4-BE49-F238E27FC236}">
                <a16:creationId xmlns:a16="http://schemas.microsoft.com/office/drawing/2014/main" id="{DD5C4ECD-B9B0-454B-91F9-5C7186A62536}"/>
              </a:ext>
            </a:extLst>
          </p:cNvPr>
          <p:cNvSpPr>
            <a:spLocks noGrp="1"/>
          </p:cNvSpPr>
          <p:nvPr>
            <p:ph idx="1"/>
          </p:nvPr>
        </p:nvSpPr>
        <p:spPr/>
        <p:txBody>
          <a:bodyPr>
            <a:normAutofit/>
          </a:bodyPr>
          <a:lstStyle/>
          <a:p>
            <a:pPr marL="228600" indent="-223560">
              <a:lnSpc>
                <a:spcPct val="100000"/>
              </a:lnSpc>
              <a:buClr>
                <a:srgbClr val="3F3F3F"/>
              </a:buClr>
              <a:buFont typeface="Arial"/>
              <a:buChar char="•"/>
            </a:pPr>
            <a:r>
              <a:rPr lang="en-US" altLang="zh-TW" sz="2800" b="1" strike="noStrike" spc="-1" dirty="0">
                <a:solidFill>
                  <a:srgbClr val="3F3F3F"/>
                </a:solidFill>
                <a:ea typeface="DejaVu Sans"/>
              </a:rPr>
              <a:t>Customize:</a:t>
            </a:r>
            <a:endParaRPr lang="en-US" altLang="zh-TW" sz="2800" b="0" strike="noStrike" spc="-1" dirty="0"/>
          </a:p>
          <a:p>
            <a:pPr marL="685800" lvl="1" indent="-223560">
              <a:lnSpc>
                <a:spcPct val="100000"/>
              </a:lnSpc>
              <a:buClr>
                <a:srgbClr val="3F3F3F"/>
              </a:buClr>
              <a:buFont typeface="Arial"/>
              <a:buChar char="•"/>
            </a:pPr>
            <a:r>
              <a:rPr lang="en-US" altLang="zh-TW" sz="2400" b="0" strike="noStrike" spc="-1" dirty="0">
                <a:solidFill>
                  <a:srgbClr val="3F3F3F"/>
                </a:solidFill>
                <a:ea typeface="DejaVu Sans"/>
              </a:rPr>
              <a:t>Add/Remove Modules in </a:t>
            </a:r>
            <a:r>
              <a:rPr lang="en-US" altLang="zh-TW" sz="2400" b="0" strike="noStrike" spc="-1" dirty="0" err="1">
                <a:solidFill>
                  <a:srgbClr val="3F3F3F"/>
                </a:solidFill>
                <a:ea typeface="DejaVu Sans"/>
              </a:rPr>
              <a:t>Project.dsc</a:t>
            </a:r>
            <a:r>
              <a:rPr lang="en-US" altLang="zh-TW" sz="2400" b="0" strike="noStrike" spc="-1" dirty="0">
                <a:solidFill>
                  <a:srgbClr val="3F3F3F"/>
                </a:solidFill>
                <a:ea typeface="DejaVu Sans"/>
              </a:rPr>
              <a:t>/</a:t>
            </a:r>
            <a:r>
              <a:rPr lang="en-US" altLang="zh-TW" sz="2400" b="0" strike="noStrike" spc="-1" dirty="0" err="1">
                <a:solidFill>
                  <a:srgbClr val="3F3F3F"/>
                </a:solidFill>
                <a:ea typeface="DejaVu Sans"/>
              </a:rPr>
              <a:t>Project.fdf</a:t>
            </a:r>
            <a:endParaRPr lang="en-US" altLang="zh-TW" sz="2400" b="0" strike="noStrike" spc="-1" dirty="0"/>
          </a:p>
          <a:p>
            <a:pPr marL="685800" lvl="1" indent="-223560">
              <a:lnSpc>
                <a:spcPct val="100000"/>
              </a:lnSpc>
              <a:buClr>
                <a:srgbClr val="3F3F3F"/>
              </a:buClr>
              <a:buFont typeface="Arial"/>
              <a:buChar char="•"/>
            </a:pPr>
            <a:r>
              <a:rPr lang="en-US" altLang="zh-TW" sz="2400" b="0" strike="noStrike" spc="-1" dirty="0">
                <a:solidFill>
                  <a:srgbClr val="3F3F3F"/>
                </a:solidFill>
                <a:ea typeface="DejaVu Sans"/>
              </a:rPr>
              <a:t>Change PCDs in </a:t>
            </a:r>
            <a:r>
              <a:rPr lang="en-US" altLang="zh-TW" sz="2400" b="0" strike="noStrike" spc="-1" dirty="0" err="1">
                <a:solidFill>
                  <a:srgbClr val="3F3F3F"/>
                </a:solidFill>
                <a:ea typeface="DejaVu Sans"/>
              </a:rPr>
              <a:t>Project.dsc</a:t>
            </a:r>
            <a:endParaRPr lang="en-US" altLang="zh-TW" sz="2400" b="0" strike="noStrike" spc="-1" dirty="0"/>
          </a:p>
          <a:p>
            <a:pPr marL="685800" lvl="1" indent="-223560">
              <a:lnSpc>
                <a:spcPct val="100000"/>
              </a:lnSpc>
              <a:buClr>
                <a:srgbClr val="3F3F3F"/>
              </a:buClr>
              <a:buFont typeface="Arial"/>
              <a:buChar char="•"/>
            </a:pPr>
            <a:r>
              <a:rPr lang="en-US" altLang="zh-TW" sz="2400" b="0" strike="noStrike" spc="-1" dirty="0">
                <a:solidFill>
                  <a:srgbClr val="3F3F3F"/>
                </a:solidFill>
                <a:ea typeface="DejaVu Sans"/>
              </a:rPr>
              <a:t>Change strings in </a:t>
            </a:r>
            <a:r>
              <a:rPr lang="en-US" altLang="zh-TW" sz="2400" b="0" strike="noStrike" spc="-1" dirty="0" err="1">
                <a:solidFill>
                  <a:srgbClr val="3F3F3F"/>
                </a:solidFill>
                <a:ea typeface="DejaVu Sans"/>
              </a:rPr>
              <a:t>Project.uni</a:t>
            </a:r>
            <a:endParaRPr lang="en-US" altLang="zh-TW" sz="2400" b="0" strike="noStrike" spc="-1" dirty="0"/>
          </a:p>
          <a:p>
            <a:pPr marL="685800" lvl="1" indent="-223560">
              <a:lnSpc>
                <a:spcPct val="100000"/>
              </a:lnSpc>
              <a:buClr>
                <a:srgbClr val="3F3F3F"/>
              </a:buClr>
              <a:buFont typeface="Arial"/>
              <a:buChar char="•"/>
            </a:pPr>
            <a:r>
              <a:rPr lang="en-US" altLang="zh-TW" sz="2400" b="0" strike="noStrike" spc="-1" dirty="0">
                <a:solidFill>
                  <a:srgbClr val="3F3F3F"/>
                </a:solidFill>
                <a:ea typeface="DejaVu Sans"/>
              </a:rPr>
              <a:t>Provide OEM customization in OEM services library.</a:t>
            </a:r>
            <a:endParaRPr lang="en-US" altLang="zh-TW" sz="2400" b="0" strike="noStrike" spc="-1" dirty="0"/>
          </a:p>
        </p:txBody>
      </p:sp>
    </p:spTree>
    <p:extLst>
      <p:ext uri="{BB962C8B-B14F-4D97-AF65-F5344CB8AC3E}">
        <p14:creationId xmlns:p14="http://schemas.microsoft.com/office/powerpoint/2010/main" val="31464723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a:extLst>
              <a:ext uri="{FF2B5EF4-FFF2-40B4-BE49-F238E27FC236}">
                <a16:creationId xmlns:a16="http://schemas.microsoft.com/office/drawing/2014/main" id="{8A30DD5E-0C6D-4634-83E4-B1ED9C8EDBC4}"/>
              </a:ext>
            </a:extLst>
          </p:cNvPr>
          <p:cNvSpPr>
            <a:spLocks noGrp="1"/>
          </p:cNvSpPr>
          <p:nvPr>
            <p:ph type="title"/>
          </p:nvPr>
        </p:nvSpPr>
        <p:spPr/>
        <p:txBody>
          <a:bodyPr>
            <a:normAutofit/>
          </a:bodyPr>
          <a:lstStyle/>
          <a:p>
            <a:r>
              <a:rPr lang="en-US" altLang="zh-TW" dirty="0"/>
              <a:t>InydeH2O 5.4 Code Structure</a:t>
            </a:r>
            <a:br>
              <a:rPr lang="en-US" altLang="zh-TW" dirty="0"/>
            </a:br>
            <a:r>
              <a:rPr lang="en-US" altLang="zh-TW" sz="2000" spc="-1" dirty="0">
                <a:solidFill>
                  <a:srgbClr val="3F3F3F"/>
                </a:solidFill>
              </a:rPr>
              <a:t>Project</a:t>
            </a:r>
            <a:r>
              <a:rPr lang="en-US" altLang="zh-TW" sz="2000" b="1" strike="noStrike" spc="-1" dirty="0">
                <a:solidFill>
                  <a:srgbClr val="3F3F3F"/>
                </a:solidFill>
                <a:ea typeface="DejaVu Sans"/>
              </a:rPr>
              <a:t> Package</a:t>
            </a:r>
            <a:endParaRPr lang="zh-TW" altLang="en-US" sz="2000" dirty="0"/>
          </a:p>
        </p:txBody>
      </p:sp>
      <p:sp>
        <p:nvSpPr>
          <p:cNvPr id="3" name="內容版面配置區 2">
            <a:extLst>
              <a:ext uri="{FF2B5EF4-FFF2-40B4-BE49-F238E27FC236}">
                <a16:creationId xmlns:a16="http://schemas.microsoft.com/office/drawing/2014/main" id="{DD5C4ECD-B9B0-454B-91F9-5C7186A62536}"/>
              </a:ext>
            </a:extLst>
          </p:cNvPr>
          <p:cNvSpPr>
            <a:spLocks noGrp="1"/>
          </p:cNvSpPr>
          <p:nvPr>
            <p:ph idx="1"/>
          </p:nvPr>
        </p:nvSpPr>
        <p:spPr/>
        <p:txBody>
          <a:bodyPr>
            <a:normAutofit/>
          </a:bodyPr>
          <a:lstStyle/>
          <a:p>
            <a:pPr marL="228600" indent="-223560">
              <a:lnSpc>
                <a:spcPct val="100000"/>
              </a:lnSpc>
              <a:buClr>
                <a:srgbClr val="3F3F3F"/>
              </a:buClr>
              <a:buFont typeface="Arial"/>
              <a:buChar char="•"/>
            </a:pPr>
            <a:r>
              <a:rPr lang="en-US" altLang="zh-TW" sz="2800" b="1" strike="noStrike" spc="-1" dirty="0">
                <a:solidFill>
                  <a:srgbClr val="3F3F3F"/>
                </a:solidFill>
                <a:latin typeface="Segoe UI"/>
                <a:ea typeface="DejaVu Sans"/>
              </a:rPr>
              <a:t>Produces:</a:t>
            </a:r>
            <a:r>
              <a:rPr lang="en-US" altLang="zh-TW" sz="2800" b="0" strike="noStrike" spc="-1" dirty="0">
                <a:solidFill>
                  <a:srgbClr val="3F3F3F"/>
                </a:solidFill>
                <a:latin typeface="Segoe UI"/>
                <a:ea typeface="DejaVu Sans"/>
              </a:rPr>
              <a:t> OEM Chipset Services Library, OEM Kernel Services Library, PCDs</a:t>
            </a:r>
            <a:endParaRPr lang="en-US" altLang="zh-TW" sz="2800" b="0" strike="noStrike" spc="-1" dirty="0">
              <a:latin typeface="Arial"/>
            </a:endParaRPr>
          </a:p>
          <a:p>
            <a:pPr marL="228600" indent="-223560">
              <a:lnSpc>
                <a:spcPct val="100000"/>
              </a:lnSpc>
              <a:buClr>
                <a:srgbClr val="000000"/>
              </a:buClr>
              <a:buFont typeface="Arial"/>
              <a:buChar char="•"/>
            </a:pPr>
            <a:r>
              <a:rPr lang="en-US" altLang="zh-TW" sz="2800" b="1" strike="noStrike" spc="-1" dirty="0">
                <a:solidFill>
                  <a:srgbClr val="3F3F3F"/>
                </a:solidFill>
                <a:latin typeface="Segoe UI"/>
                <a:ea typeface="DejaVu Sans"/>
              </a:rPr>
              <a:t>Name: </a:t>
            </a:r>
            <a:r>
              <a:rPr lang="en-US" altLang="zh-TW" sz="2800" b="0" i="1" strike="noStrike" spc="-1" dirty="0" err="1">
                <a:solidFill>
                  <a:srgbClr val="3F3F3F"/>
                </a:solidFill>
                <a:latin typeface="Segoe UI"/>
                <a:ea typeface="DejaVu Sans"/>
              </a:rPr>
              <a:t>chipset</a:t>
            </a:r>
            <a:r>
              <a:rPr lang="en-US" altLang="zh-TW" sz="2800" b="1" i="1" strike="noStrike" spc="-1" dirty="0" err="1">
                <a:solidFill>
                  <a:srgbClr val="3F3F3F"/>
                </a:solidFill>
                <a:latin typeface="Segoe UI"/>
                <a:ea typeface="DejaVu Sans"/>
              </a:rPr>
              <a:t>Multi</a:t>
            </a:r>
            <a:r>
              <a:rPr lang="en-US" altLang="zh-TW" sz="2800" b="1" strike="noStrike" spc="-1" dirty="0" err="1">
                <a:solidFill>
                  <a:srgbClr val="3F3F3F"/>
                </a:solidFill>
                <a:latin typeface="Segoe UI"/>
                <a:ea typeface="DejaVu Sans"/>
              </a:rPr>
              <a:t>BoardPkg</a:t>
            </a:r>
            <a:r>
              <a:rPr lang="en-US" altLang="zh-TW" sz="2800" b="1" strike="noStrike" spc="-1" dirty="0">
                <a:solidFill>
                  <a:srgbClr val="3F3F3F"/>
                </a:solidFill>
                <a:latin typeface="Segoe UI"/>
                <a:ea typeface="DejaVu Sans"/>
              </a:rPr>
              <a:t> </a:t>
            </a:r>
            <a:r>
              <a:rPr lang="en-US" altLang="zh-TW" sz="2800" b="0" strike="noStrike" spc="-1" dirty="0">
                <a:solidFill>
                  <a:srgbClr val="3F3F3F"/>
                </a:solidFill>
                <a:latin typeface="Segoe UI"/>
                <a:ea typeface="DejaVu Sans"/>
              </a:rPr>
              <a:t>for Multi-SKU boards</a:t>
            </a:r>
            <a:endParaRPr lang="en-US" altLang="zh-TW" sz="2400" b="0" strike="noStrike" spc="-1" dirty="0">
              <a:latin typeface="Arial"/>
            </a:endParaRPr>
          </a:p>
        </p:txBody>
      </p:sp>
      <p:pic>
        <p:nvPicPr>
          <p:cNvPr id="5" name="圖片 4">
            <a:extLst>
              <a:ext uri="{FF2B5EF4-FFF2-40B4-BE49-F238E27FC236}">
                <a16:creationId xmlns:a16="http://schemas.microsoft.com/office/drawing/2014/main" id="{A830533F-B899-482B-B7A3-CD2934E6E6B3}"/>
              </a:ext>
            </a:extLst>
          </p:cNvPr>
          <p:cNvPicPr>
            <a:picLocks noChangeAspect="1"/>
          </p:cNvPicPr>
          <p:nvPr/>
        </p:nvPicPr>
        <p:blipFill>
          <a:blip r:embed="rId2"/>
          <a:stretch>
            <a:fillRect/>
          </a:stretch>
        </p:blipFill>
        <p:spPr>
          <a:xfrm>
            <a:off x="2148809" y="3165735"/>
            <a:ext cx="2852826" cy="2726034"/>
          </a:xfrm>
          <a:prstGeom prst="rect">
            <a:avLst/>
          </a:prstGeom>
        </p:spPr>
      </p:pic>
    </p:spTree>
    <p:extLst>
      <p:ext uri="{BB962C8B-B14F-4D97-AF65-F5344CB8AC3E}">
        <p14:creationId xmlns:p14="http://schemas.microsoft.com/office/powerpoint/2010/main" val="162252636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781490A6-A1C6-4034-B8DF-BB0CBB7F3119}" type="slidenum">
              <a:rPr lang="en-US" smtClean="0"/>
              <a:pPr/>
              <a:t>23</a:t>
            </a:fld>
            <a:endParaRPr lang="en-US" dirty="0"/>
          </a:p>
        </p:txBody>
      </p:sp>
      <p:sp>
        <p:nvSpPr>
          <p:cNvPr id="2" name="Title 1"/>
          <p:cNvSpPr>
            <a:spLocks noGrp="1"/>
          </p:cNvSpPr>
          <p:nvPr>
            <p:ph type="title"/>
          </p:nvPr>
        </p:nvSpPr>
        <p:spPr/>
        <p:txBody>
          <a:bodyPr/>
          <a:lstStyle/>
          <a:p>
            <a:r>
              <a:rPr lang="en-US" dirty="0"/>
              <a:t>Package Declaration File</a:t>
            </a:r>
          </a:p>
        </p:txBody>
      </p:sp>
    </p:spTree>
    <p:extLst>
      <p:ext uri="{BB962C8B-B14F-4D97-AF65-F5344CB8AC3E}">
        <p14:creationId xmlns:p14="http://schemas.microsoft.com/office/powerpoint/2010/main" val="426704614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Package Declaration File</a:t>
            </a:r>
            <a:br>
              <a:rPr lang="en-US" dirty="0"/>
            </a:br>
            <a:r>
              <a:rPr lang="en-US" sz="2000" dirty="0"/>
              <a:t>DEC File Overview</a:t>
            </a:r>
            <a:endParaRPr lang="en-US" sz="2200" dirty="0"/>
          </a:p>
        </p:txBody>
      </p:sp>
      <p:sp>
        <p:nvSpPr>
          <p:cNvPr id="3" name="Content Placeholder 2"/>
          <p:cNvSpPr>
            <a:spLocks noGrp="1"/>
          </p:cNvSpPr>
          <p:nvPr>
            <p:ph idx="1"/>
          </p:nvPr>
        </p:nvSpPr>
        <p:spPr/>
        <p:txBody>
          <a:bodyPr/>
          <a:lstStyle/>
          <a:p>
            <a:pPr marL="228600" indent="-223560">
              <a:lnSpc>
                <a:spcPct val="100000"/>
              </a:lnSpc>
              <a:buClr>
                <a:srgbClr val="262626"/>
              </a:buClr>
              <a:buFont typeface="Arial"/>
              <a:buChar char="•"/>
            </a:pPr>
            <a:r>
              <a:rPr lang="en-US" altLang="zh-TW" sz="2800" b="0" strike="noStrike" spc="-1" dirty="0">
                <a:solidFill>
                  <a:srgbClr val="262626"/>
                </a:solidFill>
                <a:ea typeface="新細明體"/>
              </a:rPr>
              <a:t>[Defines]</a:t>
            </a:r>
            <a:endParaRPr lang="en-US" altLang="zh-TW" sz="2800" b="0" strike="noStrike" spc="-1" dirty="0"/>
          </a:p>
          <a:p>
            <a:pPr marL="685800" lvl="1" indent="-223560">
              <a:lnSpc>
                <a:spcPct val="100000"/>
              </a:lnSpc>
              <a:buClr>
                <a:srgbClr val="3F3F3F"/>
              </a:buClr>
              <a:buFont typeface="Arial"/>
              <a:buChar char="•"/>
            </a:pPr>
            <a:r>
              <a:rPr lang="en-US" altLang="zh-TW" sz="2000" b="0" strike="noStrike" spc="-1" dirty="0">
                <a:solidFill>
                  <a:srgbClr val="3F3F3F"/>
                </a:solidFill>
                <a:ea typeface="新細明體"/>
              </a:rPr>
              <a:t>Defines the package name, package GUID and other package attributes.</a:t>
            </a:r>
            <a:endParaRPr lang="en-US" altLang="zh-TW" sz="2000" b="0" strike="noStrike" spc="-1" dirty="0"/>
          </a:p>
          <a:p>
            <a:pPr marL="228600" indent="-223560">
              <a:lnSpc>
                <a:spcPct val="100000"/>
              </a:lnSpc>
              <a:buClr>
                <a:srgbClr val="262626"/>
              </a:buClr>
              <a:buFont typeface="Arial"/>
              <a:buChar char="•"/>
            </a:pPr>
            <a:r>
              <a:rPr lang="en-US" altLang="zh-TW" sz="2800" b="0" strike="noStrike" spc="-1" dirty="0">
                <a:solidFill>
                  <a:srgbClr val="262626"/>
                </a:solidFill>
                <a:ea typeface="新細明體"/>
              </a:rPr>
              <a:t>[Includes]</a:t>
            </a:r>
            <a:endParaRPr lang="en-US" altLang="zh-TW" sz="2800" b="0" strike="noStrike" spc="-1" dirty="0"/>
          </a:p>
          <a:p>
            <a:pPr marL="685800" lvl="1" indent="-223560">
              <a:lnSpc>
                <a:spcPct val="100000"/>
              </a:lnSpc>
              <a:buClr>
                <a:srgbClr val="3F3F3F"/>
              </a:buClr>
              <a:buFont typeface="Arial"/>
              <a:buChar char="•"/>
            </a:pPr>
            <a:r>
              <a:rPr lang="en-US" altLang="zh-TW" sz="2000" b="0" strike="noStrike" spc="-1" dirty="0">
                <a:solidFill>
                  <a:srgbClr val="3F3F3F"/>
                </a:solidFill>
                <a:ea typeface="新細明體"/>
              </a:rPr>
              <a:t>List the root directory of public header file directory. Usually this is just </a:t>
            </a:r>
            <a:r>
              <a:rPr lang="en-US" altLang="zh-TW" sz="2000" b="1" strike="noStrike" spc="-1" dirty="0">
                <a:solidFill>
                  <a:srgbClr val="3F3F3F"/>
                </a:solidFill>
                <a:ea typeface="新細明體"/>
              </a:rPr>
              <a:t>Include</a:t>
            </a:r>
            <a:r>
              <a:rPr lang="en-US" altLang="zh-TW" sz="2000" b="0" strike="noStrike" spc="-1" dirty="0">
                <a:solidFill>
                  <a:srgbClr val="3F3F3F"/>
                </a:solidFill>
                <a:ea typeface="新細明體"/>
              </a:rPr>
              <a:t>.</a:t>
            </a:r>
            <a:endParaRPr lang="en-US" altLang="zh-TW" sz="2000" b="0" strike="noStrike" spc="-1" dirty="0"/>
          </a:p>
          <a:p>
            <a:pPr marL="228600" indent="-223560">
              <a:lnSpc>
                <a:spcPct val="100000"/>
              </a:lnSpc>
              <a:buClr>
                <a:srgbClr val="262626"/>
              </a:buClr>
              <a:buFont typeface="Arial"/>
              <a:buChar char="•"/>
            </a:pPr>
            <a:r>
              <a:rPr lang="en-US" altLang="zh-TW" sz="2800" b="0" strike="noStrike" spc="-1" dirty="0">
                <a:solidFill>
                  <a:srgbClr val="262626"/>
                </a:solidFill>
                <a:ea typeface="新細明體"/>
              </a:rPr>
              <a:t>[</a:t>
            </a:r>
            <a:r>
              <a:rPr lang="en-US" altLang="zh-TW" sz="2800" b="0" strike="noStrike" spc="-1" dirty="0" err="1">
                <a:solidFill>
                  <a:srgbClr val="262626"/>
                </a:solidFill>
                <a:ea typeface="新細明體"/>
              </a:rPr>
              <a:t>Guids</a:t>
            </a:r>
            <a:r>
              <a:rPr lang="en-US" altLang="zh-TW" sz="2800" b="0" strike="noStrike" spc="-1" dirty="0">
                <a:solidFill>
                  <a:srgbClr val="262626"/>
                </a:solidFill>
                <a:ea typeface="新細明體"/>
              </a:rPr>
              <a:t>]</a:t>
            </a:r>
            <a:endParaRPr lang="en-US" altLang="zh-TW" sz="2800" b="0" strike="noStrike" spc="-1" dirty="0"/>
          </a:p>
          <a:p>
            <a:pPr marL="685800" lvl="1" indent="-223560">
              <a:lnSpc>
                <a:spcPct val="100000"/>
              </a:lnSpc>
              <a:buClr>
                <a:srgbClr val="3F3F3F"/>
              </a:buClr>
              <a:buFont typeface="Arial"/>
              <a:buChar char="•"/>
            </a:pPr>
            <a:r>
              <a:rPr lang="en-US" altLang="zh-TW" sz="2000" b="0" strike="noStrike" spc="-1" dirty="0">
                <a:solidFill>
                  <a:srgbClr val="3F3F3F"/>
                </a:solidFill>
                <a:ea typeface="新細明體"/>
              </a:rPr>
              <a:t>Creates a GUID, by associating a GUID C name with a GUID value, for each GUID found in the header files in the Include/</a:t>
            </a:r>
            <a:r>
              <a:rPr lang="en-US" altLang="zh-TW" sz="2000" b="0" strike="noStrike" spc="-1" dirty="0" err="1">
                <a:solidFill>
                  <a:srgbClr val="3F3F3F"/>
                </a:solidFill>
                <a:ea typeface="新細明體"/>
              </a:rPr>
              <a:t>Guid</a:t>
            </a:r>
            <a:r>
              <a:rPr lang="en-US" altLang="zh-TW" sz="2000" b="0" strike="noStrike" spc="-1" dirty="0">
                <a:solidFill>
                  <a:srgbClr val="3F3F3F"/>
                </a:solidFill>
                <a:ea typeface="新細明體"/>
              </a:rPr>
              <a:t> directory.</a:t>
            </a:r>
            <a:endParaRPr lang="en-US" altLang="zh-TW" sz="2000" b="0" strike="noStrike" spc="-1" dirty="0"/>
          </a:p>
          <a:p>
            <a:pPr marL="228600" indent="-223560">
              <a:lnSpc>
                <a:spcPct val="100000"/>
              </a:lnSpc>
              <a:buClr>
                <a:srgbClr val="262626"/>
              </a:buClr>
              <a:buFont typeface="Arial"/>
              <a:buChar char="•"/>
            </a:pPr>
            <a:r>
              <a:rPr lang="en-US" altLang="zh-TW" sz="2800" b="0" strike="noStrike" spc="-1" dirty="0">
                <a:solidFill>
                  <a:srgbClr val="262626"/>
                </a:solidFill>
                <a:ea typeface="新細明體"/>
              </a:rPr>
              <a:t>[Protocols]</a:t>
            </a:r>
            <a:endParaRPr lang="en-US" altLang="zh-TW" sz="2800" b="0" strike="noStrike" spc="-1" dirty="0"/>
          </a:p>
          <a:p>
            <a:pPr marL="685800" lvl="1" indent="-223560">
              <a:lnSpc>
                <a:spcPct val="100000"/>
              </a:lnSpc>
              <a:buClr>
                <a:srgbClr val="3F3F3F"/>
              </a:buClr>
              <a:buFont typeface="Arial"/>
              <a:buChar char="•"/>
            </a:pPr>
            <a:r>
              <a:rPr lang="en-US" altLang="zh-TW" sz="2000" b="0" strike="noStrike" spc="-1" dirty="0">
                <a:solidFill>
                  <a:srgbClr val="3F3F3F"/>
                </a:solidFill>
                <a:ea typeface="新細明體"/>
              </a:rPr>
              <a:t>Creates a protocol by associating a Protocol C name with a GUID value, for each protocol found in the header files in the Include/Protocol directory.</a:t>
            </a:r>
            <a:endParaRPr lang="en-US" altLang="zh-TW" sz="2000" b="0" strike="noStrike" spc="-1" dirty="0"/>
          </a:p>
        </p:txBody>
      </p:sp>
    </p:spTree>
    <p:extLst>
      <p:ext uri="{BB962C8B-B14F-4D97-AF65-F5344CB8AC3E}">
        <p14:creationId xmlns:p14="http://schemas.microsoft.com/office/powerpoint/2010/main" val="10448319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Package Declaration File</a:t>
            </a:r>
            <a:br>
              <a:rPr lang="en-US" dirty="0"/>
            </a:br>
            <a:r>
              <a:rPr lang="en-US" sz="2000" dirty="0"/>
              <a:t>DEC File Overview</a:t>
            </a:r>
            <a:endParaRPr lang="en-US" sz="2200" dirty="0"/>
          </a:p>
        </p:txBody>
      </p:sp>
      <p:sp>
        <p:nvSpPr>
          <p:cNvPr id="3" name="Content Placeholder 2"/>
          <p:cNvSpPr>
            <a:spLocks noGrp="1"/>
          </p:cNvSpPr>
          <p:nvPr>
            <p:ph idx="1"/>
          </p:nvPr>
        </p:nvSpPr>
        <p:spPr/>
        <p:txBody>
          <a:bodyPr/>
          <a:lstStyle/>
          <a:p>
            <a:pPr marL="228600" indent="-223560">
              <a:lnSpc>
                <a:spcPct val="100000"/>
              </a:lnSpc>
              <a:buClr>
                <a:srgbClr val="262626"/>
              </a:buClr>
              <a:buFont typeface="Arial"/>
              <a:buChar char="•"/>
            </a:pPr>
            <a:r>
              <a:rPr lang="en-US" altLang="zh-TW" sz="2800" b="0" strike="noStrike" spc="-1" dirty="0">
                <a:solidFill>
                  <a:srgbClr val="262626"/>
                </a:solidFill>
                <a:ea typeface="新細明體"/>
              </a:rPr>
              <a:t>[</a:t>
            </a:r>
            <a:r>
              <a:rPr lang="en-US" altLang="zh-TW" sz="2800" b="0" strike="noStrike" spc="-1" dirty="0" err="1">
                <a:solidFill>
                  <a:srgbClr val="262626"/>
                </a:solidFill>
                <a:ea typeface="新細明體"/>
              </a:rPr>
              <a:t>Ppis</a:t>
            </a:r>
            <a:r>
              <a:rPr lang="en-US" altLang="zh-TW" sz="2800" b="0" strike="noStrike" spc="-1" dirty="0">
                <a:solidFill>
                  <a:srgbClr val="262626"/>
                </a:solidFill>
                <a:ea typeface="新細明體"/>
              </a:rPr>
              <a:t>]</a:t>
            </a:r>
            <a:endParaRPr lang="en-US" altLang="zh-TW" sz="2800" b="0" strike="noStrike" spc="-1" dirty="0"/>
          </a:p>
          <a:p>
            <a:pPr marL="685800" lvl="1" indent="-223560">
              <a:lnSpc>
                <a:spcPct val="100000"/>
              </a:lnSpc>
              <a:buClr>
                <a:srgbClr val="3F3F3F"/>
              </a:buClr>
              <a:buFont typeface="Arial"/>
              <a:buChar char="•"/>
            </a:pPr>
            <a:r>
              <a:rPr lang="en-US" altLang="zh-TW" sz="2000" b="0" strike="noStrike" spc="-1" dirty="0">
                <a:solidFill>
                  <a:srgbClr val="3F3F3F"/>
                </a:solidFill>
                <a:ea typeface="新細明體"/>
              </a:rPr>
              <a:t>Creates a PPI, by associating a PPI C name with a GUID value, for each PPI found in the header files in the Include/</a:t>
            </a:r>
            <a:r>
              <a:rPr lang="en-US" altLang="zh-TW" sz="2000" b="0" strike="noStrike" spc="-1" dirty="0" err="1">
                <a:solidFill>
                  <a:srgbClr val="3F3F3F"/>
                </a:solidFill>
                <a:ea typeface="新細明體"/>
              </a:rPr>
              <a:t>Ppi</a:t>
            </a:r>
            <a:r>
              <a:rPr lang="en-US" altLang="zh-TW" sz="2000" b="0" strike="noStrike" spc="-1" dirty="0">
                <a:solidFill>
                  <a:srgbClr val="3F3F3F"/>
                </a:solidFill>
                <a:ea typeface="新細明體"/>
              </a:rPr>
              <a:t> directory.</a:t>
            </a:r>
            <a:endParaRPr lang="en-US" altLang="zh-TW" sz="2000" b="0" strike="noStrike" spc="-1" dirty="0"/>
          </a:p>
          <a:p>
            <a:pPr marL="228600" indent="-223560">
              <a:lnSpc>
                <a:spcPct val="100000"/>
              </a:lnSpc>
              <a:buClr>
                <a:srgbClr val="262626"/>
              </a:buClr>
              <a:buFont typeface="Arial"/>
              <a:buChar char="•"/>
            </a:pPr>
            <a:r>
              <a:rPr lang="en-US" altLang="zh-TW" sz="2800" b="0" strike="noStrike" spc="-1" dirty="0">
                <a:solidFill>
                  <a:srgbClr val="262626"/>
                </a:solidFill>
                <a:ea typeface="新細明體"/>
              </a:rPr>
              <a:t>[</a:t>
            </a:r>
            <a:r>
              <a:rPr lang="en-US" altLang="zh-TW" sz="2800" b="0" strike="noStrike" spc="-1" dirty="0" err="1">
                <a:solidFill>
                  <a:srgbClr val="262626"/>
                </a:solidFill>
                <a:ea typeface="新細明體"/>
              </a:rPr>
              <a:t>LibraryClasses</a:t>
            </a:r>
            <a:r>
              <a:rPr lang="en-US" altLang="zh-TW" sz="2800" b="0" strike="noStrike" spc="-1" dirty="0">
                <a:solidFill>
                  <a:srgbClr val="262626"/>
                </a:solidFill>
                <a:ea typeface="新細明體"/>
              </a:rPr>
              <a:t>]</a:t>
            </a:r>
            <a:endParaRPr lang="en-US" altLang="zh-TW" sz="2800" b="0" strike="noStrike" spc="-1" dirty="0"/>
          </a:p>
          <a:p>
            <a:pPr marL="685800" lvl="1" indent="-223560">
              <a:lnSpc>
                <a:spcPct val="100000"/>
              </a:lnSpc>
              <a:buClr>
                <a:srgbClr val="3F3F3F"/>
              </a:buClr>
              <a:buFont typeface="Arial"/>
              <a:buChar char="•"/>
            </a:pPr>
            <a:r>
              <a:rPr lang="en-US" altLang="zh-TW" sz="2000" b="0" strike="noStrike" spc="-1" dirty="0">
                <a:solidFill>
                  <a:srgbClr val="3F3F3F"/>
                </a:solidFill>
                <a:ea typeface="新細明體"/>
              </a:rPr>
              <a:t>Creates a library class, by associating the library class name with the library class header file in the Include/Library directory.</a:t>
            </a:r>
            <a:endParaRPr lang="en-US" altLang="zh-TW" sz="2000" b="0" strike="noStrike" spc="-1" dirty="0"/>
          </a:p>
          <a:p>
            <a:pPr marL="228600" indent="-223560">
              <a:lnSpc>
                <a:spcPct val="100000"/>
              </a:lnSpc>
              <a:buClr>
                <a:srgbClr val="262626"/>
              </a:buClr>
              <a:buFont typeface="Arial"/>
              <a:buChar char="•"/>
            </a:pPr>
            <a:r>
              <a:rPr lang="en-US" altLang="zh-TW" sz="2800" b="0" strike="noStrike" spc="-1" dirty="0">
                <a:solidFill>
                  <a:srgbClr val="262626"/>
                </a:solidFill>
                <a:ea typeface="新細明體"/>
              </a:rPr>
              <a:t>PCD Section</a:t>
            </a:r>
            <a:endParaRPr lang="en-US" altLang="zh-TW" sz="2800" b="0" strike="noStrike" spc="-1" dirty="0"/>
          </a:p>
          <a:p>
            <a:pPr marL="685800" lvl="1" indent="-223560">
              <a:lnSpc>
                <a:spcPct val="100000"/>
              </a:lnSpc>
              <a:buClr>
                <a:srgbClr val="3F3F3F"/>
              </a:buClr>
              <a:buFont typeface="Arial"/>
              <a:buChar char="•"/>
            </a:pPr>
            <a:r>
              <a:rPr lang="en-US" altLang="zh-TW" sz="2000" b="0" strike="noStrike" spc="-1" dirty="0">
                <a:solidFill>
                  <a:srgbClr val="3F3F3F"/>
                </a:solidFill>
                <a:ea typeface="新細明體"/>
              </a:rPr>
              <a:t>Creates an entry in the Platform Configuration Database. Each entry has a type  (</a:t>
            </a:r>
            <a:r>
              <a:rPr lang="en-US" altLang="zh-TW" sz="2000" b="1" strike="noStrike" spc="-1" dirty="0" err="1">
                <a:solidFill>
                  <a:srgbClr val="3F3F3F"/>
                </a:solidFill>
                <a:ea typeface="新細明體"/>
              </a:rPr>
              <a:t>FeatureFlag</a:t>
            </a:r>
            <a:r>
              <a:rPr lang="en-US" altLang="zh-TW" sz="2000" b="0" strike="noStrike" spc="-1" dirty="0">
                <a:solidFill>
                  <a:srgbClr val="3F3F3F"/>
                </a:solidFill>
                <a:ea typeface="新細明體"/>
              </a:rPr>
              <a:t>, </a:t>
            </a:r>
            <a:r>
              <a:rPr lang="en-US" altLang="zh-TW" sz="2000" b="1" strike="noStrike" spc="-1" dirty="0" err="1">
                <a:solidFill>
                  <a:srgbClr val="3F3F3F"/>
                </a:solidFill>
                <a:ea typeface="新細明體"/>
              </a:rPr>
              <a:t>FixedAtBuild</a:t>
            </a:r>
            <a:r>
              <a:rPr lang="en-US" altLang="zh-TW" sz="2000" b="0" strike="noStrike" spc="-1" dirty="0">
                <a:solidFill>
                  <a:srgbClr val="3F3F3F"/>
                </a:solidFill>
                <a:ea typeface="新細明體"/>
              </a:rPr>
              <a:t>, </a:t>
            </a:r>
            <a:r>
              <a:rPr lang="en-US" altLang="zh-TW" sz="2000" b="1" strike="noStrike" spc="-1" dirty="0" err="1">
                <a:solidFill>
                  <a:srgbClr val="3F3F3F"/>
                </a:solidFill>
                <a:ea typeface="新細明體"/>
              </a:rPr>
              <a:t>PatchableInModule</a:t>
            </a:r>
            <a:r>
              <a:rPr lang="en-US" altLang="zh-TW" sz="2000" b="0" strike="noStrike" spc="-1" dirty="0">
                <a:solidFill>
                  <a:srgbClr val="3F3F3F"/>
                </a:solidFill>
                <a:ea typeface="新細明體"/>
              </a:rPr>
              <a:t>, </a:t>
            </a:r>
            <a:r>
              <a:rPr lang="en-US" altLang="zh-TW" sz="2000" b="1" strike="noStrike" spc="-1" dirty="0">
                <a:solidFill>
                  <a:srgbClr val="3F3F3F"/>
                </a:solidFill>
                <a:ea typeface="新細明體"/>
              </a:rPr>
              <a:t>Dynamic</a:t>
            </a:r>
            <a:r>
              <a:rPr lang="en-US" altLang="zh-TW" sz="2000" b="0" strike="noStrike" spc="-1" dirty="0">
                <a:solidFill>
                  <a:srgbClr val="3F3F3F"/>
                </a:solidFill>
                <a:ea typeface="新細明體"/>
              </a:rPr>
              <a:t>, and </a:t>
            </a:r>
            <a:r>
              <a:rPr lang="en-US" altLang="zh-TW" sz="2000" b="1" strike="noStrike" spc="-1" dirty="0" err="1">
                <a:solidFill>
                  <a:srgbClr val="3F3F3F"/>
                </a:solidFill>
                <a:ea typeface="新細明體"/>
              </a:rPr>
              <a:t>DynamicEx</a:t>
            </a:r>
            <a:r>
              <a:rPr lang="en-US" altLang="zh-TW" sz="2000" b="0" strike="noStrike" spc="-1" dirty="0">
                <a:solidFill>
                  <a:srgbClr val="3F3F3F"/>
                </a:solidFill>
                <a:ea typeface="新細明體"/>
              </a:rPr>
              <a:t>), and a value.</a:t>
            </a:r>
            <a:endParaRPr lang="en-US" altLang="zh-TW" sz="2000" b="0" strike="noStrike" spc="-1" dirty="0"/>
          </a:p>
          <a:p>
            <a:pPr marL="228600" indent="-223560">
              <a:lnSpc>
                <a:spcPct val="100000"/>
              </a:lnSpc>
              <a:buClr>
                <a:srgbClr val="808080"/>
              </a:buClr>
              <a:buFont typeface="Arial"/>
              <a:buChar char="•"/>
            </a:pPr>
            <a:r>
              <a:rPr lang="en-US" altLang="zh-TW" sz="2800" b="0" strike="noStrike" spc="-1" dirty="0" err="1">
                <a:solidFill>
                  <a:srgbClr val="808080"/>
                </a:solidFill>
                <a:ea typeface="新細明體"/>
              </a:rPr>
              <a:t>UserExtensions</a:t>
            </a:r>
            <a:endParaRPr lang="en-US" altLang="zh-TW" sz="2800" b="0" strike="noStrike" spc="-1" dirty="0"/>
          </a:p>
        </p:txBody>
      </p:sp>
    </p:spTree>
    <p:extLst>
      <p:ext uri="{BB962C8B-B14F-4D97-AF65-F5344CB8AC3E}">
        <p14:creationId xmlns:p14="http://schemas.microsoft.com/office/powerpoint/2010/main" val="289397901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Package Declaration File</a:t>
            </a:r>
            <a:br>
              <a:rPr lang="en-US" dirty="0"/>
            </a:br>
            <a:r>
              <a:rPr lang="en-US" sz="2000" dirty="0"/>
              <a:t>[Defines]</a:t>
            </a:r>
            <a:endParaRPr lang="en-US" sz="2200" dirty="0"/>
          </a:p>
        </p:txBody>
      </p:sp>
      <p:sp>
        <p:nvSpPr>
          <p:cNvPr id="3" name="Content Placeholder 2"/>
          <p:cNvSpPr>
            <a:spLocks noGrp="1"/>
          </p:cNvSpPr>
          <p:nvPr>
            <p:ph idx="1"/>
          </p:nvPr>
        </p:nvSpPr>
        <p:spPr/>
        <p:txBody>
          <a:bodyPr>
            <a:normAutofit fontScale="85000" lnSpcReduction="20000"/>
          </a:bodyPr>
          <a:lstStyle/>
          <a:p>
            <a:pPr marL="0" indent="0">
              <a:lnSpc>
                <a:spcPct val="100000"/>
              </a:lnSpc>
              <a:buNone/>
            </a:pPr>
            <a:r>
              <a:rPr lang="en-US" altLang="zh-TW" sz="2800" b="1" strike="noStrike" spc="-1" dirty="0">
                <a:solidFill>
                  <a:srgbClr val="3F3F3F"/>
                </a:solidFill>
                <a:ea typeface="DejaVu Sans"/>
              </a:rPr>
              <a:t>[Defines]</a:t>
            </a:r>
            <a:endParaRPr lang="en-US" altLang="zh-TW" sz="2800" b="0" strike="noStrike" spc="-1" dirty="0"/>
          </a:p>
          <a:p>
            <a:pPr marL="0" indent="0">
              <a:lnSpc>
                <a:spcPct val="100000"/>
              </a:lnSpc>
              <a:buNone/>
            </a:pPr>
            <a:r>
              <a:rPr lang="en-US" altLang="zh-TW" sz="2800" b="1" strike="noStrike" spc="-1" dirty="0">
                <a:solidFill>
                  <a:srgbClr val="3F3F3F"/>
                </a:solidFill>
                <a:ea typeface="DejaVu Sans"/>
              </a:rPr>
              <a:t>  DEC_SPECIFICATION	= 0x00010005</a:t>
            </a:r>
            <a:endParaRPr lang="en-US" altLang="zh-TW" sz="2800" b="0" strike="noStrike" spc="-1" dirty="0"/>
          </a:p>
          <a:p>
            <a:pPr marL="0" indent="0">
              <a:lnSpc>
                <a:spcPct val="100000"/>
              </a:lnSpc>
              <a:buNone/>
            </a:pPr>
            <a:r>
              <a:rPr lang="en-US" altLang="zh-TW" sz="2800" b="1" strike="noStrike" spc="-1" dirty="0">
                <a:solidFill>
                  <a:srgbClr val="3F3F3F"/>
                </a:solidFill>
                <a:ea typeface="DejaVu Sans"/>
              </a:rPr>
              <a:t>  PACKAGE_NAME		= </a:t>
            </a:r>
            <a:r>
              <a:rPr lang="en-US" altLang="zh-TW" sz="2800" b="1" i="1" strike="noStrike" spc="-1" dirty="0" err="1">
                <a:solidFill>
                  <a:srgbClr val="FF0000"/>
                </a:solidFill>
                <a:ea typeface="DejaVu Sans"/>
              </a:rPr>
              <a:t>PackageName</a:t>
            </a:r>
            <a:endParaRPr lang="en-US" altLang="zh-TW" sz="2800" b="0" strike="noStrike" spc="-1" dirty="0"/>
          </a:p>
          <a:p>
            <a:pPr marL="0" indent="0">
              <a:lnSpc>
                <a:spcPct val="100000"/>
              </a:lnSpc>
              <a:buNone/>
            </a:pPr>
            <a:r>
              <a:rPr lang="en-US" altLang="zh-TW" sz="2800" b="1" strike="noStrike" spc="-1" dirty="0">
                <a:solidFill>
                  <a:srgbClr val="3F3F3F"/>
                </a:solidFill>
                <a:ea typeface="DejaVu Sans"/>
              </a:rPr>
              <a:t>  PACKAGE_GUID		= </a:t>
            </a:r>
            <a:r>
              <a:rPr lang="en-US" altLang="zh-TW" sz="2800" b="1" strike="noStrike" spc="-1" dirty="0" err="1">
                <a:solidFill>
                  <a:srgbClr val="FF0000"/>
                </a:solidFill>
                <a:ea typeface="DejaVu Sans"/>
              </a:rPr>
              <a:t>xxxxxxxx-xxxx-xxxx-xxxx-xxxxxxxxxxxx</a:t>
            </a:r>
            <a:endParaRPr lang="en-US" altLang="zh-TW" sz="2800" b="0" strike="noStrike" spc="-1" dirty="0"/>
          </a:p>
          <a:p>
            <a:pPr marL="0" indent="0">
              <a:lnSpc>
                <a:spcPct val="100000"/>
              </a:lnSpc>
              <a:buNone/>
            </a:pPr>
            <a:r>
              <a:rPr lang="en-US" altLang="zh-TW" sz="2800" b="1" strike="noStrike" spc="-1" dirty="0">
                <a:solidFill>
                  <a:srgbClr val="3F3F3F"/>
                </a:solidFill>
                <a:ea typeface="DejaVu Sans"/>
              </a:rPr>
              <a:t>  PACKAGE_VERSION	= </a:t>
            </a:r>
            <a:r>
              <a:rPr lang="en-US" altLang="zh-TW" sz="2800" b="1" strike="noStrike" spc="-1" dirty="0">
                <a:solidFill>
                  <a:srgbClr val="FF0000"/>
                </a:solidFill>
                <a:ea typeface="DejaVu Sans"/>
              </a:rPr>
              <a:t>0.1</a:t>
            </a:r>
            <a:endParaRPr lang="en-US" altLang="zh-TW" sz="2800" b="0" strike="noStrike" spc="-1" dirty="0"/>
          </a:p>
          <a:p>
            <a:pPr marL="0" indent="0">
              <a:lnSpc>
                <a:spcPct val="100000"/>
              </a:lnSpc>
              <a:buNone/>
            </a:pPr>
            <a:endParaRPr lang="en-US" altLang="zh-TW" sz="2800" b="0" strike="noStrike" spc="-1" dirty="0"/>
          </a:p>
          <a:p>
            <a:pPr marL="0" indent="0">
              <a:lnSpc>
                <a:spcPct val="100000"/>
              </a:lnSpc>
              <a:buNone/>
            </a:pPr>
            <a:r>
              <a:rPr lang="en-US" altLang="zh-TW" sz="2800" b="1" strike="noStrike" spc="-1" dirty="0">
                <a:solidFill>
                  <a:srgbClr val="3F3F3F"/>
                </a:solidFill>
                <a:ea typeface="DejaVu Sans"/>
              </a:rPr>
              <a:t>[Defines]</a:t>
            </a:r>
            <a:endParaRPr lang="en-US" altLang="zh-TW" sz="2800" b="0" strike="noStrike" spc="-1" dirty="0"/>
          </a:p>
          <a:p>
            <a:pPr marL="0" indent="0">
              <a:lnSpc>
                <a:spcPct val="100000"/>
              </a:lnSpc>
              <a:buNone/>
            </a:pPr>
            <a:r>
              <a:rPr lang="en-US" altLang="zh-TW" sz="2800" b="1" strike="noStrike" spc="-1" dirty="0">
                <a:solidFill>
                  <a:srgbClr val="3F3F3F"/>
                </a:solidFill>
                <a:ea typeface="DejaVu Sans"/>
              </a:rPr>
              <a:t>  DEC_SPECIFICATION	= 0x00010005</a:t>
            </a:r>
            <a:endParaRPr lang="en-US" altLang="zh-TW" sz="2800" b="0" strike="noStrike" spc="-1" dirty="0"/>
          </a:p>
          <a:p>
            <a:pPr marL="0" indent="0">
              <a:lnSpc>
                <a:spcPct val="100000"/>
              </a:lnSpc>
              <a:buNone/>
            </a:pPr>
            <a:r>
              <a:rPr lang="en-US" altLang="zh-TW" sz="2800" b="1" strike="noStrike" spc="-1" dirty="0">
                <a:solidFill>
                  <a:srgbClr val="3F3F3F"/>
                </a:solidFill>
                <a:ea typeface="DejaVu Sans"/>
              </a:rPr>
              <a:t>  PACKAGE_NAME		= </a:t>
            </a:r>
            <a:r>
              <a:rPr lang="en-US" altLang="zh-TW" sz="2800" b="1" strike="noStrike" spc="-1" dirty="0" err="1">
                <a:solidFill>
                  <a:srgbClr val="3F3F3F"/>
                </a:solidFill>
                <a:ea typeface="DejaVu Sans"/>
              </a:rPr>
              <a:t>MdePkg</a:t>
            </a:r>
            <a:endParaRPr lang="en-US" altLang="zh-TW" sz="2800" b="0" strike="noStrike" spc="-1" dirty="0"/>
          </a:p>
          <a:p>
            <a:pPr marL="0" indent="0">
              <a:lnSpc>
                <a:spcPct val="100000"/>
              </a:lnSpc>
              <a:buNone/>
            </a:pPr>
            <a:r>
              <a:rPr lang="en-US" altLang="zh-TW" sz="2800" b="1" strike="noStrike" spc="-1" dirty="0">
                <a:solidFill>
                  <a:srgbClr val="3F3F3F"/>
                </a:solidFill>
                <a:ea typeface="DejaVu Sans"/>
              </a:rPr>
              <a:t>  PACKAGE_GUID		= 1E73767F-8F52-4603-AEB4-F29B510B6766</a:t>
            </a:r>
            <a:endParaRPr lang="en-US" altLang="zh-TW" sz="2800" b="0" strike="noStrike" spc="-1" dirty="0"/>
          </a:p>
          <a:p>
            <a:pPr marL="0" indent="0">
              <a:lnSpc>
                <a:spcPct val="100000"/>
              </a:lnSpc>
              <a:buNone/>
            </a:pPr>
            <a:r>
              <a:rPr lang="en-US" altLang="zh-TW" sz="2800" b="1" strike="noStrike" spc="-1" dirty="0">
                <a:solidFill>
                  <a:srgbClr val="3F3F3F"/>
                </a:solidFill>
                <a:ea typeface="DejaVu Sans"/>
              </a:rPr>
              <a:t>  PACKAGE_VERSION	= 1.03</a:t>
            </a:r>
            <a:endParaRPr lang="en-US" altLang="zh-TW" sz="2800" b="0" strike="noStrike" spc="-1" dirty="0"/>
          </a:p>
        </p:txBody>
      </p:sp>
    </p:spTree>
    <p:extLst>
      <p:ext uri="{BB962C8B-B14F-4D97-AF65-F5344CB8AC3E}">
        <p14:creationId xmlns:p14="http://schemas.microsoft.com/office/powerpoint/2010/main" val="351215288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Package Declaration File</a:t>
            </a:r>
            <a:br>
              <a:rPr lang="en-US" dirty="0"/>
            </a:br>
            <a:r>
              <a:rPr lang="en-US" sz="2000" dirty="0"/>
              <a:t>[Includes]</a:t>
            </a:r>
            <a:endParaRPr lang="en-US" sz="2200" dirty="0"/>
          </a:p>
        </p:txBody>
      </p:sp>
      <p:sp>
        <p:nvSpPr>
          <p:cNvPr id="3" name="Content Placeholder 2"/>
          <p:cNvSpPr>
            <a:spLocks noGrp="1"/>
          </p:cNvSpPr>
          <p:nvPr>
            <p:ph idx="1"/>
          </p:nvPr>
        </p:nvSpPr>
        <p:spPr/>
        <p:txBody>
          <a:bodyPr>
            <a:normAutofit fontScale="92500"/>
          </a:bodyPr>
          <a:lstStyle/>
          <a:p>
            <a:pPr marL="228600" indent="-223560">
              <a:lnSpc>
                <a:spcPct val="100000"/>
              </a:lnSpc>
              <a:buClr>
                <a:srgbClr val="3F3F3F"/>
              </a:buClr>
              <a:buFont typeface="Arial"/>
              <a:buChar char="•"/>
            </a:pPr>
            <a:r>
              <a:rPr lang="en-US" altLang="zh-TW" sz="2800" b="0" strike="noStrike" spc="-1" dirty="0">
                <a:solidFill>
                  <a:srgbClr val="3F3F3F"/>
                </a:solidFill>
                <a:ea typeface="DejaVu Sans"/>
              </a:rPr>
              <a:t>The [Includes] section is used to identify the “standard” location “include directories” provide by this EDK II package.</a:t>
            </a:r>
            <a:endParaRPr lang="en-US" altLang="zh-TW" sz="2800" b="0" strike="noStrike" spc="-1" dirty="0"/>
          </a:p>
          <a:p>
            <a:pPr marL="228600" indent="-223560">
              <a:lnSpc>
                <a:spcPct val="100000"/>
              </a:lnSpc>
              <a:buClr>
                <a:srgbClr val="3F3F3F"/>
              </a:buClr>
              <a:buFont typeface="Arial"/>
              <a:buChar char="•"/>
            </a:pPr>
            <a:r>
              <a:rPr lang="en-US" altLang="zh-TW" sz="2800" b="0" strike="noStrike" spc="-1" dirty="0">
                <a:solidFill>
                  <a:srgbClr val="3F3F3F"/>
                </a:solidFill>
                <a:ea typeface="DejaVu Sans"/>
              </a:rPr>
              <a:t>The format for entries in this section is one field, with an optional comment “#” field as shown below: </a:t>
            </a:r>
            <a:endParaRPr lang="en-US" altLang="zh-TW" sz="2800" b="0" strike="noStrike" spc="-1" dirty="0"/>
          </a:p>
          <a:p>
            <a:pPr marL="685800" lvl="1" indent="-223560">
              <a:lnSpc>
                <a:spcPct val="100000"/>
              </a:lnSpc>
              <a:buClr>
                <a:srgbClr val="EE6F31"/>
              </a:buClr>
              <a:buFont typeface="Arial"/>
              <a:buChar char="•"/>
            </a:pPr>
            <a:r>
              <a:rPr lang="en-US" altLang="zh-TW" sz="2000" b="1" strike="noStrike" spc="-1" dirty="0" err="1">
                <a:solidFill>
                  <a:srgbClr val="EE6F31"/>
                </a:solidFill>
                <a:ea typeface="DejaVu Sans"/>
              </a:rPr>
              <a:t>Package_Relative</a:t>
            </a:r>
            <a:r>
              <a:rPr lang="en-US" altLang="zh-TW" sz="2000" b="1" strike="noStrike" spc="-1" dirty="0">
                <a:solidFill>
                  <a:srgbClr val="EE6F31"/>
                </a:solidFill>
                <a:ea typeface="DejaVu Sans"/>
              </a:rPr>
              <a:t>/path # Comment such as Keyword List</a:t>
            </a:r>
            <a:endParaRPr lang="en-US" altLang="zh-TW" sz="2000" b="0" strike="noStrike" spc="-1" dirty="0"/>
          </a:p>
          <a:p>
            <a:pPr marL="228600" indent="-223560">
              <a:lnSpc>
                <a:spcPct val="100000"/>
              </a:lnSpc>
              <a:buClr>
                <a:srgbClr val="FF0000"/>
              </a:buClr>
              <a:buFont typeface="Arial"/>
              <a:buChar char="•"/>
            </a:pPr>
            <a:r>
              <a:rPr lang="en-US" altLang="zh-TW" sz="2800" b="1" strike="noStrike" spc="-1" dirty="0">
                <a:solidFill>
                  <a:srgbClr val="FF0000"/>
                </a:solidFill>
                <a:ea typeface="DejaVu Sans"/>
              </a:rPr>
              <a:t>Do not</a:t>
            </a:r>
            <a:r>
              <a:rPr lang="en-US" altLang="zh-TW" sz="2800" b="0" strike="noStrike" spc="-1" dirty="0">
                <a:solidFill>
                  <a:srgbClr val="3F3F3F"/>
                </a:solidFill>
                <a:ea typeface="DejaVu Sans"/>
              </a:rPr>
              <a:t> list </a:t>
            </a:r>
            <a:r>
              <a:rPr lang="en-US" altLang="zh-TW" sz="2800" b="1" strike="noStrike" spc="-1" dirty="0">
                <a:solidFill>
                  <a:srgbClr val="0070C0"/>
                </a:solidFill>
                <a:ea typeface="DejaVu Sans"/>
              </a:rPr>
              <a:t>individual files</a:t>
            </a:r>
            <a:r>
              <a:rPr lang="en-US" altLang="zh-TW" sz="2800" b="0" strike="noStrike" spc="-1" dirty="0">
                <a:solidFill>
                  <a:srgbClr val="3F3F3F"/>
                </a:solidFill>
                <a:ea typeface="DejaVu Sans"/>
              </a:rPr>
              <a:t> in the [Includes] section.</a:t>
            </a:r>
            <a:endParaRPr lang="en-US" altLang="zh-TW" sz="2800" b="0" strike="noStrike" spc="-1" dirty="0"/>
          </a:p>
          <a:p>
            <a:pPr marL="228600" indent="-223560">
              <a:lnSpc>
                <a:spcPct val="100000"/>
              </a:lnSpc>
              <a:buClr>
                <a:srgbClr val="3F3F3F"/>
              </a:buClr>
              <a:buFont typeface="Arial"/>
              <a:buChar char="•"/>
            </a:pPr>
            <a:r>
              <a:rPr lang="en-US" altLang="zh-TW" sz="2800" b="0" strike="noStrike" spc="-1" dirty="0">
                <a:solidFill>
                  <a:srgbClr val="3F3F3F"/>
                </a:solidFill>
                <a:ea typeface="DejaVu Sans"/>
              </a:rPr>
              <a:t>All paths must be relative to the directory that contains the DEC file.</a:t>
            </a:r>
            <a:endParaRPr lang="en-US" altLang="zh-TW" sz="2800" b="0" strike="noStrike" spc="-1" dirty="0"/>
          </a:p>
          <a:p>
            <a:pPr marL="0" indent="0">
              <a:lnSpc>
                <a:spcPct val="100000"/>
              </a:lnSpc>
              <a:buNone/>
            </a:pPr>
            <a:r>
              <a:rPr lang="en-US" altLang="zh-TW" sz="1700" b="1" strike="noStrike" spc="-1" dirty="0">
                <a:solidFill>
                  <a:srgbClr val="3F3F3F"/>
                </a:solidFill>
                <a:ea typeface="DejaVu Sans"/>
              </a:rPr>
              <a:t>[Includes]</a:t>
            </a:r>
            <a:endParaRPr lang="en-US" altLang="zh-TW" sz="1700" b="0" strike="noStrike" spc="-1" dirty="0"/>
          </a:p>
          <a:p>
            <a:pPr marL="0" indent="0">
              <a:lnSpc>
                <a:spcPct val="100000"/>
              </a:lnSpc>
              <a:buNone/>
            </a:pPr>
            <a:r>
              <a:rPr lang="en-US" altLang="zh-TW" sz="1700" b="1" strike="noStrike" spc="-1" dirty="0">
                <a:solidFill>
                  <a:srgbClr val="3F3F3F"/>
                </a:solidFill>
                <a:ea typeface="DejaVu Sans"/>
              </a:rPr>
              <a:t>  Include #Package Include directory</a:t>
            </a:r>
            <a:endParaRPr lang="en-US" altLang="zh-TW" sz="1700" b="0" strike="noStrike" spc="-1" dirty="0"/>
          </a:p>
          <a:p>
            <a:pPr marL="0" indent="0">
              <a:lnSpc>
                <a:spcPct val="100000"/>
              </a:lnSpc>
              <a:buNone/>
            </a:pPr>
            <a:r>
              <a:rPr lang="en-US" altLang="zh-TW" sz="1700" b="1" strike="noStrike" spc="-1" dirty="0">
                <a:solidFill>
                  <a:srgbClr val="3F3F3F"/>
                </a:solidFill>
                <a:ea typeface="DejaVu Sans"/>
              </a:rPr>
              <a:t>[Includes.IA32]</a:t>
            </a:r>
            <a:endParaRPr lang="en-US" altLang="zh-TW" sz="1700" b="0" strike="noStrike" spc="-1" dirty="0"/>
          </a:p>
          <a:p>
            <a:pPr marL="0" indent="0">
              <a:lnSpc>
                <a:spcPct val="100000"/>
              </a:lnSpc>
              <a:buNone/>
            </a:pPr>
            <a:r>
              <a:rPr lang="en-US" altLang="zh-TW" sz="1700" b="1" strike="noStrike" spc="-1" dirty="0">
                <a:solidFill>
                  <a:srgbClr val="3F3F3F"/>
                </a:solidFill>
                <a:ea typeface="DejaVu Sans"/>
              </a:rPr>
              <a:t>  Include/Ia32</a:t>
            </a:r>
            <a:endParaRPr lang="en-US" altLang="zh-TW" sz="1700" b="0" strike="noStrike" spc="-1" dirty="0"/>
          </a:p>
        </p:txBody>
      </p:sp>
    </p:spTree>
    <p:extLst>
      <p:ext uri="{BB962C8B-B14F-4D97-AF65-F5344CB8AC3E}">
        <p14:creationId xmlns:p14="http://schemas.microsoft.com/office/powerpoint/2010/main" val="106526917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Package Declaration File</a:t>
            </a:r>
            <a:br>
              <a:rPr lang="en-US" dirty="0"/>
            </a:br>
            <a:r>
              <a:rPr lang="en-US" sz="2000" dirty="0"/>
              <a:t>[</a:t>
            </a:r>
            <a:r>
              <a:rPr lang="en-US" sz="2000" dirty="0" err="1"/>
              <a:t>Guids</a:t>
            </a:r>
            <a:r>
              <a:rPr lang="en-US" sz="2000" dirty="0"/>
              <a:t>]</a:t>
            </a:r>
            <a:endParaRPr lang="en-US" sz="2200" dirty="0"/>
          </a:p>
        </p:txBody>
      </p:sp>
      <p:sp>
        <p:nvSpPr>
          <p:cNvPr id="3" name="Content Placeholder 2"/>
          <p:cNvSpPr>
            <a:spLocks noGrp="1"/>
          </p:cNvSpPr>
          <p:nvPr>
            <p:ph idx="1"/>
          </p:nvPr>
        </p:nvSpPr>
        <p:spPr/>
        <p:txBody>
          <a:bodyPr>
            <a:normAutofit/>
          </a:bodyPr>
          <a:lstStyle/>
          <a:p>
            <a:pPr marL="228600" indent="-223560">
              <a:lnSpc>
                <a:spcPct val="100000"/>
              </a:lnSpc>
              <a:buClr>
                <a:srgbClr val="3F3F3F"/>
              </a:buClr>
              <a:buFont typeface="Arial"/>
              <a:buChar char="•"/>
            </a:pPr>
            <a:r>
              <a:rPr lang="en-US" altLang="zh-TW" sz="2800" b="0" strike="noStrike" spc="-1" dirty="0">
                <a:solidFill>
                  <a:srgbClr val="3F3F3F"/>
                </a:solidFill>
                <a:ea typeface="DejaVu Sans"/>
              </a:rPr>
              <a:t>This section is used to define the GUID Value for </a:t>
            </a:r>
            <a:r>
              <a:rPr lang="en-US" altLang="zh-TW" sz="2800" b="0" strike="noStrike" spc="-1" dirty="0" err="1">
                <a:solidFill>
                  <a:srgbClr val="3F3F3F"/>
                </a:solidFill>
                <a:ea typeface="DejaVu Sans"/>
              </a:rPr>
              <a:t>Guid</a:t>
            </a:r>
            <a:r>
              <a:rPr lang="en-US" altLang="zh-TW" sz="2800" b="0" strike="noStrike" spc="-1" dirty="0">
                <a:solidFill>
                  <a:srgbClr val="3F3F3F"/>
                </a:solidFill>
                <a:ea typeface="DejaVu Sans"/>
              </a:rPr>
              <a:t> C Names.</a:t>
            </a:r>
            <a:endParaRPr lang="en-US" altLang="zh-TW" sz="2800" b="0" strike="noStrike" spc="-1" dirty="0"/>
          </a:p>
          <a:p>
            <a:pPr marL="228600" indent="-223560">
              <a:lnSpc>
                <a:spcPct val="100000"/>
              </a:lnSpc>
              <a:buClr>
                <a:srgbClr val="3F3F3F"/>
              </a:buClr>
              <a:buFont typeface="Arial"/>
              <a:buChar char="•"/>
            </a:pPr>
            <a:r>
              <a:rPr lang="en-US" altLang="zh-TW" sz="2800" b="0" strike="noStrike" spc="-1" dirty="0">
                <a:solidFill>
                  <a:srgbClr val="3F3F3F"/>
                </a:solidFill>
                <a:ea typeface="DejaVu Sans"/>
              </a:rPr>
              <a:t>Format for the entries in this section is two fields with an equal “=” character separating the fields as shown below. </a:t>
            </a:r>
            <a:endParaRPr lang="en-US" altLang="zh-TW" sz="2800" b="0" strike="noStrike" spc="-1" dirty="0"/>
          </a:p>
          <a:p>
            <a:pPr marL="685800" lvl="1" indent="-223560">
              <a:lnSpc>
                <a:spcPct val="100000"/>
              </a:lnSpc>
              <a:buClr>
                <a:srgbClr val="EE6F31"/>
              </a:buClr>
              <a:buFont typeface="Arial"/>
              <a:buChar char="•"/>
            </a:pPr>
            <a:r>
              <a:rPr lang="en-US" altLang="zh-TW" sz="2000" b="1" strike="noStrike" spc="-1" dirty="0" err="1">
                <a:solidFill>
                  <a:srgbClr val="EE6F31"/>
                </a:solidFill>
                <a:ea typeface="DejaVu Sans"/>
              </a:rPr>
              <a:t>GuidCName</a:t>
            </a:r>
            <a:r>
              <a:rPr lang="en-US" altLang="zh-TW" sz="2000" b="1" strike="noStrike" spc="-1" dirty="0">
                <a:solidFill>
                  <a:srgbClr val="EE6F31"/>
                </a:solidFill>
                <a:ea typeface="DejaVu Sans"/>
              </a:rPr>
              <a:t> = {C Format </a:t>
            </a:r>
            <a:r>
              <a:rPr lang="en-US" altLang="zh-TW" sz="2000" b="1" strike="noStrike" spc="-1" dirty="0" err="1">
                <a:solidFill>
                  <a:srgbClr val="EE6F31"/>
                </a:solidFill>
                <a:ea typeface="DejaVu Sans"/>
              </a:rPr>
              <a:t>Guid</a:t>
            </a:r>
            <a:r>
              <a:rPr lang="en-US" altLang="zh-TW" sz="2000" b="1" strike="noStrike" spc="-1" dirty="0">
                <a:solidFill>
                  <a:srgbClr val="EE6F31"/>
                </a:solidFill>
                <a:ea typeface="DejaVu Sans"/>
              </a:rPr>
              <a:t> Value} # Comment</a:t>
            </a:r>
            <a:endParaRPr lang="en-US" altLang="zh-TW" sz="2000" b="0" strike="noStrike" spc="-1" dirty="0"/>
          </a:p>
          <a:p>
            <a:pPr marL="228600" indent="-223560">
              <a:lnSpc>
                <a:spcPct val="100000"/>
              </a:lnSpc>
              <a:buClr>
                <a:srgbClr val="3F3F3F"/>
              </a:buClr>
              <a:buFont typeface="Arial"/>
              <a:buChar char="•"/>
            </a:pPr>
            <a:r>
              <a:rPr lang="en-US" altLang="zh-TW" sz="2800" b="0" strike="noStrike" spc="-1" dirty="0">
                <a:solidFill>
                  <a:srgbClr val="3F3F3F"/>
                </a:solidFill>
                <a:ea typeface="DejaVu Sans"/>
              </a:rPr>
              <a:t>Each GUID entry must be listed </a:t>
            </a:r>
            <a:r>
              <a:rPr lang="en-US" altLang="zh-TW" sz="2800" b="1" strike="noStrike" spc="-1" dirty="0">
                <a:solidFill>
                  <a:srgbClr val="0070C0"/>
                </a:solidFill>
                <a:ea typeface="DejaVu Sans"/>
              </a:rPr>
              <a:t>only once per section</a:t>
            </a:r>
            <a:r>
              <a:rPr lang="en-US" altLang="zh-TW" sz="2800" b="0" strike="noStrike" spc="-1" dirty="0">
                <a:solidFill>
                  <a:srgbClr val="3F3F3F"/>
                </a:solidFill>
                <a:ea typeface="DejaVu Sans"/>
              </a:rPr>
              <a:t>.</a:t>
            </a:r>
            <a:endParaRPr lang="en-US" altLang="zh-TW" sz="2800" b="0" strike="noStrike" spc="-1" dirty="0"/>
          </a:p>
          <a:p>
            <a:pPr marL="0" indent="0">
              <a:lnSpc>
                <a:spcPct val="100000"/>
              </a:lnSpc>
              <a:buNone/>
            </a:pPr>
            <a:r>
              <a:rPr lang="en-US" altLang="zh-TW" sz="1700" b="1" strike="noStrike" spc="-1" dirty="0">
                <a:solidFill>
                  <a:srgbClr val="3F3F3F"/>
                </a:solidFill>
                <a:ea typeface="DejaVu Sans"/>
              </a:rPr>
              <a:t>[</a:t>
            </a:r>
            <a:r>
              <a:rPr lang="en-US" altLang="zh-TW" sz="1700" b="1" strike="noStrike" spc="-1" dirty="0" err="1">
                <a:solidFill>
                  <a:srgbClr val="3F3F3F"/>
                </a:solidFill>
                <a:ea typeface="DejaVu Sans"/>
              </a:rPr>
              <a:t>Guids</a:t>
            </a:r>
            <a:r>
              <a:rPr lang="en-US" altLang="zh-TW" sz="1700" b="1" strike="noStrike" spc="-1" dirty="0">
                <a:solidFill>
                  <a:srgbClr val="3F3F3F"/>
                </a:solidFill>
                <a:ea typeface="DejaVu Sans"/>
              </a:rPr>
              <a:t>]</a:t>
            </a:r>
            <a:endParaRPr lang="en-US" altLang="zh-TW" sz="1700" b="0" strike="noStrike" spc="-1" dirty="0"/>
          </a:p>
          <a:p>
            <a:pPr marL="0" indent="0">
              <a:lnSpc>
                <a:spcPct val="100000"/>
              </a:lnSpc>
              <a:buNone/>
            </a:pPr>
            <a:r>
              <a:rPr lang="en-US" altLang="zh-TW" sz="1700" b="1" strike="noStrike" spc="-1" dirty="0">
                <a:solidFill>
                  <a:srgbClr val="3F3F3F"/>
                </a:solidFill>
                <a:ea typeface="DejaVu Sans"/>
              </a:rPr>
              <a:t>  </a:t>
            </a:r>
            <a:r>
              <a:rPr lang="en-US" altLang="zh-TW" sz="1700" b="1" strike="noStrike" spc="-1" dirty="0" err="1">
                <a:solidFill>
                  <a:srgbClr val="FF0000"/>
                </a:solidFill>
                <a:ea typeface="DejaVu Sans"/>
              </a:rPr>
              <a:t>GuidCName</a:t>
            </a:r>
            <a:r>
              <a:rPr lang="en-US" altLang="zh-TW" sz="1700" b="1" strike="noStrike" spc="-1" dirty="0">
                <a:solidFill>
                  <a:srgbClr val="3F3F3F"/>
                </a:solidFill>
                <a:ea typeface="DejaVu Sans"/>
              </a:rPr>
              <a:t> = {</a:t>
            </a:r>
            <a:r>
              <a:rPr lang="en-US" altLang="zh-TW" sz="1700" b="1" strike="noStrike" spc="-1" dirty="0" err="1">
                <a:solidFill>
                  <a:srgbClr val="FF0000"/>
                </a:solidFill>
                <a:ea typeface="DejaVu Sans"/>
              </a:rPr>
              <a:t>xxxxxxxx</a:t>
            </a:r>
            <a:r>
              <a:rPr lang="en-US" altLang="zh-TW" sz="1700" b="1" strike="noStrike" spc="-1" dirty="0">
                <a:solidFill>
                  <a:srgbClr val="3F3F3F"/>
                </a:solidFill>
                <a:ea typeface="DejaVu Sans"/>
              </a:rPr>
              <a:t>, </a:t>
            </a:r>
            <a:r>
              <a:rPr lang="en-US" altLang="zh-TW" sz="1700" b="1" strike="noStrike" spc="-1" dirty="0" err="1">
                <a:solidFill>
                  <a:srgbClr val="FF0000"/>
                </a:solidFill>
                <a:ea typeface="DejaVu Sans"/>
              </a:rPr>
              <a:t>xxxx</a:t>
            </a:r>
            <a:r>
              <a:rPr lang="en-US" altLang="zh-TW" sz="1700" b="1" strike="noStrike" spc="-1" dirty="0">
                <a:solidFill>
                  <a:srgbClr val="3F3F3F"/>
                </a:solidFill>
                <a:ea typeface="DejaVu Sans"/>
              </a:rPr>
              <a:t>, </a:t>
            </a:r>
            <a:r>
              <a:rPr lang="en-US" altLang="zh-TW" sz="1700" b="1" strike="noStrike" spc="-1" dirty="0" err="1">
                <a:solidFill>
                  <a:srgbClr val="FF0000"/>
                </a:solidFill>
                <a:ea typeface="DejaVu Sans"/>
              </a:rPr>
              <a:t>xxxx</a:t>
            </a:r>
            <a:r>
              <a:rPr lang="en-US" altLang="zh-TW" sz="1700" b="1" strike="noStrike" spc="-1" dirty="0">
                <a:solidFill>
                  <a:srgbClr val="3F3F3F"/>
                </a:solidFill>
                <a:ea typeface="DejaVu Sans"/>
              </a:rPr>
              <a:t>, {</a:t>
            </a:r>
            <a:r>
              <a:rPr lang="en-US" altLang="zh-TW" sz="1700" b="1" strike="noStrike" spc="-1" dirty="0">
                <a:solidFill>
                  <a:srgbClr val="FF0000"/>
                </a:solidFill>
                <a:ea typeface="DejaVu Sans"/>
              </a:rPr>
              <a:t>xx</a:t>
            </a:r>
            <a:r>
              <a:rPr lang="en-US" altLang="zh-TW" sz="1700" b="1" strike="noStrike" spc="-1" dirty="0">
                <a:solidFill>
                  <a:srgbClr val="3F3F3F"/>
                </a:solidFill>
                <a:ea typeface="DejaVu Sans"/>
              </a:rPr>
              <a:t>, </a:t>
            </a:r>
            <a:r>
              <a:rPr lang="en-US" altLang="zh-TW" sz="1700" b="1" strike="noStrike" spc="-1" dirty="0">
                <a:solidFill>
                  <a:srgbClr val="FF0000"/>
                </a:solidFill>
                <a:ea typeface="DejaVu Sans"/>
              </a:rPr>
              <a:t>xx</a:t>
            </a:r>
            <a:r>
              <a:rPr lang="en-US" altLang="zh-TW" sz="1700" b="1" strike="noStrike" spc="-1" dirty="0">
                <a:solidFill>
                  <a:srgbClr val="3F3F3F"/>
                </a:solidFill>
                <a:ea typeface="DejaVu Sans"/>
              </a:rPr>
              <a:t>, </a:t>
            </a:r>
            <a:r>
              <a:rPr lang="en-US" altLang="zh-TW" sz="1700" b="1" strike="noStrike" spc="-1" dirty="0">
                <a:solidFill>
                  <a:srgbClr val="FF0000"/>
                </a:solidFill>
                <a:ea typeface="DejaVu Sans"/>
              </a:rPr>
              <a:t>xx</a:t>
            </a:r>
            <a:r>
              <a:rPr lang="en-US" altLang="zh-TW" sz="1700" b="1" strike="noStrike" spc="-1" dirty="0">
                <a:solidFill>
                  <a:srgbClr val="3F3F3F"/>
                </a:solidFill>
                <a:ea typeface="DejaVu Sans"/>
              </a:rPr>
              <a:t>, </a:t>
            </a:r>
            <a:r>
              <a:rPr lang="en-US" altLang="zh-TW" sz="1700" b="1" strike="noStrike" spc="-1" dirty="0">
                <a:solidFill>
                  <a:srgbClr val="FF0000"/>
                </a:solidFill>
                <a:ea typeface="DejaVu Sans"/>
              </a:rPr>
              <a:t>xx</a:t>
            </a:r>
            <a:r>
              <a:rPr lang="en-US" altLang="zh-TW" sz="1700" b="1" strike="noStrike" spc="-1" dirty="0">
                <a:solidFill>
                  <a:srgbClr val="3F3F3F"/>
                </a:solidFill>
                <a:ea typeface="DejaVu Sans"/>
              </a:rPr>
              <a:t>, </a:t>
            </a:r>
            <a:r>
              <a:rPr lang="en-US" altLang="zh-TW" sz="1700" b="1" strike="noStrike" spc="-1" dirty="0">
                <a:solidFill>
                  <a:srgbClr val="FF0000"/>
                </a:solidFill>
                <a:ea typeface="DejaVu Sans"/>
              </a:rPr>
              <a:t>xx</a:t>
            </a:r>
            <a:r>
              <a:rPr lang="en-US" altLang="zh-TW" sz="1700" b="1" strike="noStrike" spc="-1" dirty="0">
                <a:solidFill>
                  <a:srgbClr val="3F3F3F"/>
                </a:solidFill>
                <a:ea typeface="DejaVu Sans"/>
              </a:rPr>
              <a:t>, </a:t>
            </a:r>
            <a:r>
              <a:rPr lang="en-US" altLang="zh-TW" sz="1700" b="1" strike="noStrike" spc="-1" dirty="0">
                <a:solidFill>
                  <a:srgbClr val="FF0000"/>
                </a:solidFill>
                <a:ea typeface="DejaVu Sans"/>
              </a:rPr>
              <a:t>xx</a:t>
            </a:r>
            <a:r>
              <a:rPr lang="en-US" altLang="zh-TW" sz="1700" b="1" strike="noStrike" spc="-1" dirty="0">
                <a:solidFill>
                  <a:srgbClr val="3F3F3F"/>
                </a:solidFill>
                <a:ea typeface="DejaVu Sans"/>
              </a:rPr>
              <a:t>, </a:t>
            </a:r>
            <a:r>
              <a:rPr lang="en-US" altLang="zh-TW" sz="1700" b="1" strike="noStrike" spc="-1" dirty="0">
                <a:solidFill>
                  <a:srgbClr val="FF0000"/>
                </a:solidFill>
                <a:ea typeface="DejaVu Sans"/>
              </a:rPr>
              <a:t>xx</a:t>
            </a:r>
            <a:r>
              <a:rPr lang="en-US" altLang="zh-TW" sz="1700" b="1" strike="noStrike" spc="-1" dirty="0">
                <a:solidFill>
                  <a:srgbClr val="3F3F3F"/>
                </a:solidFill>
                <a:ea typeface="DejaVu Sans"/>
              </a:rPr>
              <a:t>, </a:t>
            </a:r>
            <a:r>
              <a:rPr lang="en-US" altLang="zh-TW" sz="1700" b="1" strike="noStrike" spc="-1" dirty="0">
                <a:solidFill>
                  <a:srgbClr val="FF0000"/>
                </a:solidFill>
                <a:ea typeface="DejaVu Sans"/>
              </a:rPr>
              <a:t>xx</a:t>
            </a:r>
            <a:r>
              <a:rPr lang="en-US" altLang="zh-TW" sz="1700" b="1" strike="noStrike" spc="-1" dirty="0">
                <a:solidFill>
                  <a:srgbClr val="3F3F3F"/>
                </a:solidFill>
                <a:ea typeface="DejaVu Sans"/>
              </a:rPr>
              <a:t>}}</a:t>
            </a:r>
            <a:endParaRPr lang="en-US" altLang="zh-TW" sz="1700" b="0" strike="noStrike" spc="-1" dirty="0"/>
          </a:p>
          <a:p>
            <a:pPr marL="0" indent="0">
              <a:lnSpc>
                <a:spcPct val="100000"/>
              </a:lnSpc>
              <a:buNone/>
            </a:pPr>
            <a:r>
              <a:rPr lang="en-US" altLang="zh-TW" sz="1700" b="1" strike="noStrike" spc="-1" dirty="0">
                <a:solidFill>
                  <a:srgbClr val="3F3F3F"/>
                </a:solidFill>
                <a:ea typeface="DejaVu Sans"/>
              </a:rPr>
              <a:t>[</a:t>
            </a:r>
            <a:r>
              <a:rPr lang="en-US" altLang="zh-TW" sz="1700" b="1" strike="noStrike" spc="-1" dirty="0" err="1">
                <a:solidFill>
                  <a:srgbClr val="3F3F3F"/>
                </a:solidFill>
                <a:ea typeface="DejaVu Sans"/>
              </a:rPr>
              <a:t>Guids</a:t>
            </a:r>
            <a:r>
              <a:rPr lang="en-US" altLang="zh-TW" sz="1700" b="1" strike="noStrike" spc="-1" dirty="0">
                <a:solidFill>
                  <a:srgbClr val="3F3F3F"/>
                </a:solidFill>
                <a:ea typeface="DejaVu Sans"/>
              </a:rPr>
              <a:t>]</a:t>
            </a:r>
            <a:endParaRPr lang="en-US" altLang="zh-TW" sz="1700" b="0" strike="noStrike" spc="-1" dirty="0"/>
          </a:p>
          <a:p>
            <a:pPr marL="0" indent="0">
              <a:lnSpc>
                <a:spcPct val="100000"/>
              </a:lnSpc>
              <a:buNone/>
            </a:pPr>
            <a:r>
              <a:rPr lang="en-US" altLang="zh-TW" sz="1700" b="1" strike="noStrike" spc="-1" dirty="0">
                <a:solidFill>
                  <a:srgbClr val="3F3F3F"/>
                </a:solidFill>
                <a:ea typeface="DejaVu Sans"/>
              </a:rPr>
              <a:t>## Include/</a:t>
            </a:r>
            <a:r>
              <a:rPr lang="en-US" altLang="zh-TW" sz="1700" b="1" strike="noStrike" spc="-1" dirty="0" err="1">
                <a:solidFill>
                  <a:srgbClr val="3F3F3F"/>
                </a:solidFill>
                <a:ea typeface="DejaVu Sans"/>
              </a:rPr>
              <a:t>Guid</a:t>
            </a:r>
            <a:r>
              <a:rPr lang="en-US" altLang="zh-TW" sz="1700" b="1" strike="noStrike" spc="-1" dirty="0">
                <a:solidFill>
                  <a:srgbClr val="3F3F3F"/>
                </a:solidFill>
                <a:ea typeface="DejaVu Sans"/>
              </a:rPr>
              <a:t>/</a:t>
            </a:r>
            <a:r>
              <a:rPr lang="en-US" altLang="zh-TW" sz="1700" b="1" strike="noStrike" spc="-1" dirty="0" err="1">
                <a:solidFill>
                  <a:srgbClr val="3F3F3F"/>
                </a:solidFill>
                <a:ea typeface="DejaVu Sans"/>
              </a:rPr>
              <a:t>GlobalVariable.h</a:t>
            </a:r>
            <a:endParaRPr lang="en-US" altLang="zh-TW" sz="1700" b="0" strike="noStrike" spc="-1" dirty="0"/>
          </a:p>
          <a:p>
            <a:pPr marL="0" indent="0">
              <a:lnSpc>
                <a:spcPct val="100000"/>
              </a:lnSpc>
              <a:buNone/>
            </a:pPr>
            <a:r>
              <a:rPr lang="en-US" altLang="zh-TW" sz="1700" b="1" strike="noStrike" spc="-1" dirty="0">
                <a:solidFill>
                  <a:srgbClr val="3F3F3F"/>
                </a:solidFill>
                <a:ea typeface="DejaVu Sans"/>
              </a:rPr>
              <a:t>  </a:t>
            </a:r>
            <a:r>
              <a:rPr lang="en-US" altLang="zh-TW" sz="1700" b="1" strike="noStrike" spc="-1" dirty="0" err="1">
                <a:solidFill>
                  <a:srgbClr val="3F3F3F"/>
                </a:solidFill>
                <a:ea typeface="DejaVu Sans"/>
              </a:rPr>
              <a:t>gEfiGlobalVariableGuid</a:t>
            </a:r>
            <a:r>
              <a:rPr lang="en-US" altLang="zh-TW" sz="1700" b="1" strike="noStrike" spc="-1" dirty="0">
                <a:solidFill>
                  <a:srgbClr val="3F3F3F"/>
                </a:solidFill>
                <a:ea typeface="DejaVu Sans"/>
              </a:rPr>
              <a:t>         = { 0x8BE4DF61, 0x93CA, 0x11D2, { 0xAA, 0x0D, 0x00, 0xE0, 0x98, 0x03, 0x2B, 0x8C }}</a:t>
            </a:r>
            <a:endParaRPr lang="en-US" altLang="zh-TW" sz="1700" b="0" strike="noStrike" spc="-1" dirty="0"/>
          </a:p>
        </p:txBody>
      </p:sp>
    </p:spTree>
    <p:extLst>
      <p:ext uri="{BB962C8B-B14F-4D97-AF65-F5344CB8AC3E}">
        <p14:creationId xmlns:p14="http://schemas.microsoft.com/office/powerpoint/2010/main" val="9135566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Package Declaration File</a:t>
            </a:r>
            <a:br>
              <a:rPr lang="en-US" dirty="0"/>
            </a:br>
            <a:r>
              <a:rPr lang="en-US" sz="2000" dirty="0"/>
              <a:t>[Protocols]</a:t>
            </a:r>
            <a:endParaRPr lang="en-US" sz="2200" dirty="0"/>
          </a:p>
        </p:txBody>
      </p:sp>
      <p:sp>
        <p:nvSpPr>
          <p:cNvPr id="3" name="Content Placeholder 2"/>
          <p:cNvSpPr>
            <a:spLocks noGrp="1"/>
          </p:cNvSpPr>
          <p:nvPr>
            <p:ph idx="1"/>
          </p:nvPr>
        </p:nvSpPr>
        <p:spPr/>
        <p:txBody>
          <a:bodyPr>
            <a:normAutofit lnSpcReduction="10000"/>
          </a:bodyPr>
          <a:lstStyle/>
          <a:p>
            <a:pPr marL="228600" indent="-223560">
              <a:lnSpc>
                <a:spcPct val="100000"/>
              </a:lnSpc>
              <a:buClr>
                <a:srgbClr val="3F3F3F"/>
              </a:buClr>
              <a:buFont typeface="Arial"/>
              <a:buChar char="•"/>
            </a:pPr>
            <a:r>
              <a:rPr lang="en-US" altLang="zh-TW" sz="2800" b="0" strike="noStrike" spc="-1" dirty="0">
                <a:solidFill>
                  <a:srgbClr val="3F3F3F"/>
                </a:solidFill>
                <a:ea typeface="DejaVu Sans"/>
              </a:rPr>
              <a:t>This section is used to define the GUID Value for Protocol C Names.</a:t>
            </a:r>
            <a:endParaRPr lang="en-US" altLang="zh-TW" sz="2800" b="0" strike="noStrike" spc="-1" dirty="0"/>
          </a:p>
          <a:p>
            <a:pPr marL="228600" indent="-223560">
              <a:lnSpc>
                <a:spcPct val="100000"/>
              </a:lnSpc>
              <a:buClr>
                <a:srgbClr val="3F3F3F"/>
              </a:buClr>
              <a:buFont typeface="Arial"/>
              <a:buChar char="•"/>
            </a:pPr>
            <a:r>
              <a:rPr lang="en-US" altLang="zh-TW" sz="2800" b="0" strike="noStrike" spc="-1" dirty="0">
                <a:solidFill>
                  <a:srgbClr val="3F3F3F"/>
                </a:solidFill>
                <a:ea typeface="DejaVu Sans"/>
              </a:rPr>
              <a:t>Format for the entries in this section is two fields with an equal “=” character separating the fields as shown below. </a:t>
            </a:r>
            <a:endParaRPr lang="en-US" altLang="zh-TW" sz="2800" b="0" strike="noStrike" spc="-1" dirty="0"/>
          </a:p>
          <a:p>
            <a:pPr marL="685800" lvl="1" indent="-223560">
              <a:lnSpc>
                <a:spcPct val="100000"/>
              </a:lnSpc>
              <a:buClr>
                <a:srgbClr val="EE6F31"/>
              </a:buClr>
              <a:buFont typeface="Arial"/>
              <a:buChar char="•"/>
            </a:pPr>
            <a:r>
              <a:rPr lang="en-US" altLang="zh-TW" sz="2000" b="1" strike="noStrike" spc="-1" dirty="0" err="1">
                <a:solidFill>
                  <a:srgbClr val="EE6F31"/>
                </a:solidFill>
                <a:ea typeface="DejaVu Sans"/>
              </a:rPr>
              <a:t>ProtocolCName</a:t>
            </a:r>
            <a:r>
              <a:rPr lang="en-US" altLang="zh-TW" sz="2000" b="1" strike="noStrike" spc="-1" dirty="0">
                <a:solidFill>
                  <a:srgbClr val="EE6F31"/>
                </a:solidFill>
                <a:ea typeface="DejaVu Sans"/>
              </a:rPr>
              <a:t> = {C Format </a:t>
            </a:r>
            <a:r>
              <a:rPr lang="en-US" altLang="zh-TW" sz="2000" b="1" strike="noStrike" spc="-1" dirty="0" err="1">
                <a:solidFill>
                  <a:srgbClr val="EE6F31"/>
                </a:solidFill>
                <a:ea typeface="DejaVu Sans"/>
              </a:rPr>
              <a:t>Guid</a:t>
            </a:r>
            <a:r>
              <a:rPr lang="en-US" altLang="zh-TW" sz="2000" b="1" strike="noStrike" spc="-1" dirty="0">
                <a:solidFill>
                  <a:srgbClr val="EE6F31"/>
                </a:solidFill>
                <a:ea typeface="DejaVu Sans"/>
              </a:rPr>
              <a:t> Value} # Comment</a:t>
            </a:r>
            <a:endParaRPr lang="en-US" altLang="zh-TW" sz="2000" b="0" strike="noStrike" spc="-1" dirty="0"/>
          </a:p>
          <a:p>
            <a:pPr marL="228600" indent="-223560">
              <a:lnSpc>
                <a:spcPct val="100000"/>
              </a:lnSpc>
              <a:buClr>
                <a:srgbClr val="3F3F3F"/>
              </a:buClr>
              <a:buFont typeface="Arial"/>
              <a:buChar char="•"/>
            </a:pPr>
            <a:r>
              <a:rPr lang="en-US" altLang="zh-TW" sz="2800" b="0" strike="noStrike" spc="-1" dirty="0">
                <a:solidFill>
                  <a:srgbClr val="3F3F3F"/>
                </a:solidFill>
                <a:ea typeface="DejaVu Sans"/>
              </a:rPr>
              <a:t>Each Protocol entry must be listed </a:t>
            </a:r>
            <a:r>
              <a:rPr lang="en-US" altLang="zh-TW" sz="2800" b="1" strike="noStrike" spc="-1" dirty="0">
                <a:solidFill>
                  <a:srgbClr val="0070C0"/>
                </a:solidFill>
                <a:ea typeface="DejaVu Sans"/>
              </a:rPr>
              <a:t>only once per section</a:t>
            </a:r>
            <a:r>
              <a:rPr lang="en-US" altLang="zh-TW" sz="2800" b="0" strike="noStrike" spc="-1" dirty="0">
                <a:solidFill>
                  <a:srgbClr val="3F3F3F"/>
                </a:solidFill>
                <a:ea typeface="DejaVu Sans"/>
              </a:rPr>
              <a:t>.</a:t>
            </a:r>
            <a:endParaRPr lang="en-US" altLang="zh-TW" sz="2800" b="0" strike="noStrike" spc="-1" dirty="0"/>
          </a:p>
          <a:p>
            <a:pPr marL="0" indent="0">
              <a:lnSpc>
                <a:spcPct val="100000"/>
              </a:lnSpc>
              <a:buNone/>
            </a:pPr>
            <a:r>
              <a:rPr lang="en-US" altLang="zh-TW" sz="1700" b="1" strike="noStrike" spc="-1" dirty="0">
                <a:solidFill>
                  <a:srgbClr val="3F3F3F"/>
                </a:solidFill>
                <a:ea typeface="DejaVu Sans"/>
              </a:rPr>
              <a:t>[Protocols]</a:t>
            </a:r>
            <a:endParaRPr lang="en-US" altLang="zh-TW" sz="1700" b="0" strike="noStrike" spc="-1" dirty="0"/>
          </a:p>
          <a:p>
            <a:pPr marL="0" indent="0">
              <a:lnSpc>
                <a:spcPct val="100000"/>
              </a:lnSpc>
              <a:buNone/>
            </a:pPr>
            <a:r>
              <a:rPr lang="en-US" altLang="zh-TW" sz="1700" b="1" strike="noStrike" spc="-1" dirty="0">
                <a:solidFill>
                  <a:srgbClr val="3F3F3F"/>
                </a:solidFill>
                <a:ea typeface="DejaVu Sans"/>
              </a:rPr>
              <a:t> </a:t>
            </a:r>
            <a:r>
              <a:rPr lang="en-US" altLang="zh-TW" sz="1700" b="1" strike="noStrike" spc="-1" dirty="0" err="1">
                <a:solidFill>
                  <a:srgbClr val="FF0000"/>
                </a:solidFill>
                <a:ea typeface="DejaVu Sans"/>
              </a:rPr>
              <a:t>ProtocolCName</a:t>
            </a:r>
            <a:r>
              <a:rPr lang="en-US" altLang="zh-TW" sz="1700" b="1" strike="noStrike" spc="-1" dirty="0">
                <a:solidFill>
                  <a:srgbClr val="3F3F3F"/>
                </a:solidFill>
                <a:ea typeface="DejaVu Sans"/>
              </a:rPr>
              <a:t> = {</a:t>
            </a:r>
            <a:r>
              <a:rPr lang="en-US" altLang="zh-TW" sz="1700" b="1" strike="noStrike" spc="-1" dirty="0" err="1">
                <a:solidFill>
                  <a:srgbClr val="FF0000"/>
                </a:solidFill>
                <a:ea typeface="DejaVu Sans"/>
              </a:rPr>
              <a:t>xxxxxxxx</a:t>
            </a:r>
            <a:r>
              <a:rPr lang="en-US" altLang="zh-TW" sz="1700" b="1" strike="noStrike" spc="-1" dirty="0">
                <a:solidFill>
                  <a:srgbClr val="3F3F3F"/>
                </a:solidFill>
                <a:ea typeface="DejaVu Sans"/>
              </a:rPr>
              <a:t>, </a:t>
            </a:r>
            <a:r>
              <a:rPr lang="en-US" altLang="zh-TW" sz="1700" b="1" strike="noStrike" spc="-1" dirty="0" err="1">
                <a:solidFill>
                  <a:srgbClr val="FF0000"/>
                </a:solidFill>
                <a:ea typeface="DejaVu Sans"/>
              </a:rPr>
              <a:t>xxxx</a:t>
            </a:r>
            <a:r>
              <a:rPr lang="en-US" altLang="zh-TW" sz="1700" b="1" strike="noStrike" spc="-1" dirty="0">
                <a:solidFill>
                  <a:srgbClr val="3F3F3F"/>
                </a:solidFill>
                <a:ea typeface="DejaVu Sans"/>
              </a:rPr>
              <a:t>, </a:t>
            </a:r>
            <a:r>
              <a:rPr lang="en-US" altLang="zh-TW" sz="1700" b="1" strike="noStrike" spc="-1" dirty="0" err="1">
                <a:solidFill>
                  <a:srgbClr val="FF0000"/>
                </a:solidFill>
                <a:ea typeface="DejaVu Sans"/>
              </a:rPr>
              <a:t>xxxx</a:t>
            </a:r>
            <a:r>
              <a:rPr lang="en-US" altLang="zh-TW" sz="1700" b="1" strike="noStrike" spc="-1" dirty="0">
                <a:solidFill>
                  <a:srgbClr val="3F3F3F"/>
                </a:solidFill>
                <a:ea typeface="DejaVu Sans"/>
              </a:rPr>
              <a:t>, {</a:t>
            </a:r>
            <a:r>
              <a:rPr lang="en-US" altLang="zh-TW" sz="1700" b="1" strike="noStrike" spc="-1" dirty="0">
                <a:solidFill>
                  <a:srgbClr val="FF0000"/>
                </a:solidFill>
                <a:ea typeface="DejaVu Sans"/>
              </a:rPr>
              <a:t>xx</a:t>
            </a:r>
            <a:r>
              <a:rPr lang="en-US" altLang="zh-TW" sz="1700" b="1" strike="noStrike" spc="-1" dirty="0">
                <a:solidFill>
                  <a:srgbClr val="3F3F3F"/>
                </a:solidFill>
                <a:ea typeface="DejaVu Sans"/>
              </a:rPr>
              <a:t>, </a:t>
            </a:r>
            <a:r>
              <a:rPr lang="en-US" altLang="zh-TW" sz="1700" b="1" strike="noStrike" spc="-1" dirty="0">
                <a:solidFill>
                  <a:srgbClr val="FF0000"/>
                </a:solidFill>
                <a:ea typeface="DejaVu Sans"/>
              </a:rPr>
              <a:t>xx</a:t>
            </a:r>
            <a:r>
              <a:rPr lang="en-US" altLang="zh-TW" sz="1700" b="1" strike="noStrike" spc="-1" dirty="0">
                <a:solidFill>
                  <a:srgbClr val="3F3F3F"/>
                </a:solidFill>
                <a:ea typeface="DejaVu Sans"/>
              </a:rPr>
              <a:t>, </a:t>
            </a:r>
            <a:r>
              <a:rPr lang="en-US" altLang="zh-TW" sz="1700" b="1" strike="noStrike" spc="-1" dirty="0">
                <a:solidFill>
                  <a:srgbClr val="FF0000"/>
                </a:solidFill>
                <a:ea typeface="DejaVu Sans"/>
              </a:rPr>
              <a:t>xx</a:t>
            </a:r>
            <a:r>
              <a:rPr lang="en-US" altLang="zh-TW" sz="1700" b="1" strike="noStrike" spc="-1" dirty="0">
                <a:solidFill>
                  <a:srgbClr val="3F3F3F"/>
                </a:solidFill>
                <a:ea typeface="DejaVu Sans"/>
              </a:rPr>
              <a:t>, </a:t>
            </a:r>
            <a:r>
              <a:rPr lang="en-US" altLang="zh-TW" sz="1700" b="1" strike="noStrike" spc="-1" dirty="0">
                <a:solidFill>
                  <a:srgbClr val="FF0000"/>
                </a:solidFill>
                <a:ea typeface="DejaVu Sans"/>
              </a:rPr>
              <a:t>xx</a:t>
            </a:r>
            <a:r>
              <a:rPr lang="en-US" altLang="zh-TW" sz="1700" b="1" strike="noStrike" spc="-1" dirty="0">
                <a:solidFill>
                  <a:srgbClr val="3F3F3F"/>
                </a:solidFill>
                <a:ea typeface="DejaVu Sans"/>
              </a:rPr>
              <a:t>, </a:t>
            </a:r>
            <a:r>
              <a:rPr lang="en-US" altLang="zh-TW" sz="1700" b="1" strike="noStrike" spc="-1" dirty="0">
                <a:solidFill>
                  <a:srgbClr val="FF0000"/>
                </a:solidFill>
                <a:ea typeface="DejaVu Sans"/>
              </a:rPr>
              <a:t>xx</a:t>
            </a:r>
            <a:r>
              <a:rPr lang="en-US" altLang="zh-TW" sz="1700" b="1" strike="noStrike" spc="-1" dirty="0">
                <a:solidFill>
                  <a:srgbClr val="3F3F3F"/>
                </a:solidFill>
                <a:ea typeface="DejaVu Sans"/>
              </a:rPr>
              <a:t>, </a:t>
            </a:r>
            <a:r>
              <a:rPr lang="en-US" altLang="zh-TW" sz="1700" b="1" strike="noStrike" spc="-1" dirty="0">
                <a:solidFill>
                  <a:srgbClr val="FF0000"/>
                </a:solidFill>
                <a:ea typeface="DejaVu Sans"/>
              </a:rPr>
              <a:t>xx</a:t>
            </a:r>
            <a:r>
              <a:rPr lang="en-US" altLang="zh-TW" sz="1700" b="1" strike="noStrike" spc="-1" dirty="0">
                <a:solidFill>
                  <a:srgbClr val="3F3F3F"/>
                </a:solidFill>
                <a:ea typeface="DejaVu Sans"/>
              </a:rPr>
              <a:t>, </a:t>
            </a:r>
            <a:r>
              <a:rPr lang="en-US" altLang="zh-TW" sz="1700" b="1" strike="noStrike" spc="-1" dirty="0">
                <a:solidFill>
                  <a:srgbClr val="FF0000"/>
                </a:solidFill>
                <a:ea typeface="DejaVu Sans"/>
              </a:rPr>
              <a:t>xx</a:t>
            </a:r>
            <a:r>
              <a:rPr lang="en-US" altLang="zh-TW" sz="1700" b="1" strike="noStrike" spc="-1" dirty="0">
                <a:solidFill>
                  <a:srgbClr val="3F3F3F"/>
                </a:solidFill>
                <a:ea typeface="DejaVu Sans"/>
              </a:rPr>
              <a:t>, </a:t>
            </a:r>
            <a:r>
              <a:rPr lang="en-US" altLang="zh-TW" sz="1700" b="1" strike="noStrike" spc="-1" dirty="0">
                <a:solidFill>
                  <a:srgbClr val="FF0000"/>
                </a:solidFill>
                <a:ea typeface="DejaVu Sans"/>
              </a:rPr>
              <a:t>xx</a:t>
            </a:r>
            <a:r>
              <a:rPr lang="en-US" altLang="zh-TW" sz="1700" b="1" strike="noStrike" spc="-1" dirty="0">
                <a:solidFill>
                  <a:srgbClr val="3F3F3F"/>
                </a:solidFill>
                <a:ea typeface="DejaVu Sans"/>
              </a:rPr>
              <a:t>}}</a:t>
            </a:r>
            <a:endParaRPr lang="en-US" altLang="zh-TW" sz="1700" b="0" strike="noStrike" spc="-1" dirty="0"/>
          </a:p>
          <a:p>
            <a:pPr marL="0" indent="0">
              <a:lnSpc>
                <a:spcPct val="100000"/>
              </a:lnSpc>
              <a:buNone/>
            </a:pPr>
            <a:r>
              <a:rPr lang="en-US" altLang="zh-TW" sz="1700" b="1" strike="noStrike" spc="-1" dirty="0">
                <a:solidFill>
                  <a:srgbClr val="3F3F3F"/>
                </a:solidFill>
                <a:ea typeface="DejaVu Sans"/>
              </a:rPr>
              <a:t>[Protocols]</a:t>
            </a:r>
            <a:endParaRPr lang="en-US" altLang="zh-TW" sz="1700" b="0" strike="noStrike" spc="-1" dirty="0"/>
          </a:p>
          <a:p>
            <a:pPr marL="0" indent="0">
              <a:lnSpc>
                <a:spcPct val="100000"/>
              </a:lnSpc>
              <a:buNone/>
            </a:pPr>
            <a:r>
              <a:rPr lang="en-US" altLang="zh-TW" sz="1700" b="1" strike="noStrike" spc="-1" dirty="0">
                <a:solidFill>
                  <a:srgbClr val="3F3F3F"/>
                </a:solidFill>
                <a:ea typeface="DejaVu Sans"/>
              </a:rPr>
              <a:t>## Include/Protocol/</a:t>
            </a:r>
            <a:r>
              <a:rPr lang="en-US" altLang="zh-TW" sz="1700" b="1" strike="noStrike" spc="-1" dirty="0" err="1">
                <a:solidFill>
                  <a:srgbClr val="3F3F3F"/>
                </a:solidFill>
                <a:ea typeface="DejaVu Sans"/>
              </a:rPr>
              <a:t>Bds.h</a:t>
            </a:r>
            <a:endParaRPr lang="en-US" altLang="zh-TW" sz="1700" b="0" strike="noStrike" spc="-1" dirty="0"/>
          </a:p>
          <a:p>
            <a:pPr marL="0" indent="0">
              <a:lnSpc>
                <a:spcPct val="100000"/>
              </a:lnSpc>
              <a:buNone/>
            </a:pPr>
            <a:r>
              <a:rPr lang="en-US" altLang="zh-TW" sz="1700" b="1" strike="noStrike" spc="-1" dirty="0">
                <a:solidFill>
                  <a:srgbClr val="3F3F3F"/>
                </a:solidFill>
                <a:ea typeface="DejaVu Sans"/>
              </a:rPr>
              <a:t>  </a:t>
            </a:r>
            <a:r>
              <a:rPr lang="en-US" altLang="zh-TW" sz="1700" b="1" strike="noStrike" spc="-1" dirty="0" err="1">
                <a:solidFill>
                  <a:srgbClr val="3F3F3F"/>
                </a:solidFill>
                <a:ea typeface="DejaVu Sans"/>
              </a:rPr>
              <a:t>gEfiBdsArchProtocolGuid</a:t>
            </a:r>
            <a:r>
              <a:rPr lang="en-US" altLang="zh-TW" sz="1700" b="1" strike="noStrike" spc="-1" dirty="0">
                <a:solidFill>
                  <a:srgbClr val="3F3F3F"/>
                </a:solidFill>
                <a:ea typeface="DejaVu Sans"/>
              </a:rPr>
              <a:t>        = { 0x665E3FF6, 0x46CC, 0x11D4, { 0x9A, 0x38, 0x00, 0x90, 0x27, 0x3F, 0xC1, 0x4D }}</a:t>
            </a:r>
            <a:endParaRPr lang="en-US" altLang="zh-TW" sz="1700" b="0" strike="noStrike" spc="-1" dirty="0"/>
          </a:p>
        </p:txBody>
      </p:sp>
    </p:spTree>
    <p:extLst>
      <p:ext uri="{BB962C8B-B14F-4D97-AF65-F5344CB8AC3E}">
        <p14:creationId xmlns:p14="http://schemas.microsoft.com/office/powerpoint/2010/main" val="403711068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Package Declaration File</a:t>
            </a:r>
            <a:br>
              <a:rPr lang="en-US" dirty="0"/>
            </a:br>
            <a:r>
              <a:rPr lang="en-US" sz="2000" dirty="0"/>
              <a:t>[</a:t>
            </a:r>
            <a:r>
              <a:rPr lang="en-US" sz="2000" dirty="0" err="1"/>
              <a:t>Ppis</a:t>
            </a:r>
            <a:r>
              <a:rPr lang="en-US" sz="2000" dirty="0"/>
              <a:t>]</a:t>
            </a:r>
            <a:endParaRPr lang="en-US" sz="2200" dirty="0"/>
          </a:p>
        </p:txBody>
      </p:sp>
      <p:sp>
        <p:nvSpPr>
          <p:cNvPr id="3" name="Content Placeholder 2"/>
          <p:cNvSpPr>
            <a:spLocks noGrp="1"/>
          </p:cNvSpPr>
          <p:nvPr>
            <p:ph idx="1"/>
          </p:nvPr>
        </p:nvSpPr>
        <p:spPr/>
        <p:txBody>
          <a:bodyPr>
            <a:normAutofit lnSpcReduction="10000"/>
          </a:bodyPr>
          <a:lstStyle/>
          <a:p>
            <a:pPr marL="228600" indent="-223560">
              <a:lnSpc>
                <a:spcPct val="100000"/>
              </a:lnSpc>
              <a:buClr>
                <a:srgbClr val="3F3F3F"/>
              </a:buClr>
              <a:buFont typeface="Arial"/>
              <a:buChar char="•"/>
            </a:pPr>
            <a:r>
              <a:rPr lang="en-US" altLang="zh-TW" sz="2800" b="0" strike="noStrike" spc="-1" dirty="0">
                <a:solidFill>
                  <a:srgbClr val="3F3F3F"/>
                </a:solidFill>
                <a:ea typeface="DejaVu Sans"/>
              </a:rPr>
              <a:t>This section is used to define the GUID Value for PPI C Names.</a:t>
            </a:r>
            <a:endParaRPr lang="en-US" altLang="zh-TW" sz="2800" b="0" strike="noStrike" spc="-1" dirty="0"/>
          </a:p>
          <a:p>
            <a:pPr marL="228600" indent="-223560">
              <a:lnSpc>
                <a:spcPct val="100000"/>
              </a:lnSpc>
              <a:buClr>
                <a:srgbClr val="3F3F3F"/>
              </a:buClr>
              <a:buFont typeface="Arial"/>
              <a:buChar char="•"/>
            </a:pPr>
            <a:r>
              <a:rPr lang="en-US" altLang="zh-TW" sz="2800" b="0" strike="noStrike" spc="-1" dirty="0">
                <a:solidFill>
                  <a:srgbClr val="3F3F3F"/>
                </a:solidFill>
                <a:ea typeface="DejaVu Sans"/>
              </a:rPr>
              <a:t>Format for the entries in this section is two fields with an equal “=” character separating the fields as shown below. </a:t>
            </a:r>
            <a:endParaRPr lang="en-US" altLang="zh-TW" sz="2800" b="0" strike="noStrike" spc="-1" dirty="0"/>
          </a:p>
          <a:p>
            <a:pPr marL="685800" lvl="1" indent="-223560">
              <a:lnSpc>
                <a:spcPct val="100000"/>
              </a:lnSpc>
              <a:buClr>
                <a:srgbClr val="EE6F31"/>
              </a:buClr>
              <a:buFont typeface="Arial"/>
              <a:buChar char="•"/>
            </a:pPr>
            <a:r>
              <a:rPr lang="en-US" altLang="zh-TW" sz="2000" b="1" strike="noStrike" spc="-1" dirty="0" err="1">
                <a:solidFill>
                  <a:srgbClr val="EE6F31"/>
                </a:solidFill>
                <a:ea typeface="DejaVu Sans"/>
              </a:rPr>
              <a:t>PpiCName</a:t>
            </a:r>
            <a:r>
              <a:rPr lang="en-US" altLang="zh-TW" sz="2000" b="1" strike="noStrike" spc="-1" dirty="0">
                <a:solidFill>
                  <a:srgbClr val="EE6F31"/>
                </a:solidFill>
                <a:ea typeface="DejaVu Sans"/>
              </a:rPr>
              <a:t> = {C Format </a:t>
            </a:r>
            <a:r>
              <a:rPr lang="en-US" altLang="zh-TW" sz="2000" b="1" strike="noStrike" spc="-1" dirty="0" err="1">
                <a:solidFill>
                  <a:srgbClr val="EE6F31"/>
                </a:solidFill>
                <a:ea typeface="DejaVu Sans"/>
              </a:rPr>
              <a:t>Guid</a:t>
            </a:r>
            <a:r>
              <a:rPr lang="en-US" altLang="zh-TW" sz="2000" b="1" strike="noStrike" spc="-1" dirty="0">
                <a:solidFill>
                  <a:srgbClr val="EE6F31"/>
                </a:solidFill>
                <a:ea typeface="DejaVu Sans"/>
              </a:rPr>
              <a:t> Value} # Comment</a:t>
            </a:r>
            <a:endParaRPr lang="en-US" altLang="zh-TW" sz="2000" b="0" strike="noStrike" spc="-1" dirty="0"/>
          </a:p>
          <a:p>
            <a:pPr marL="228600" indent="-223560">
              <a:lnSpc>
                <a:spcPct val="100000"/>
              </a:lnSpc>
              <a:buClr>
                <a:srgbClr val="3F3F3F"/>
              </a:buClr>
              <a:buFont typeface="Arial"/>
              <a:buChar char="•"/>
            </a:pPr>
            <a:r>
              <a:rPr lang="en-US" altLang="zh-TW" sz="2800" b="0" strike="noStrike" spc="-1" dirty="0">
                <a:solidFill>
                  <a:srgbClr val="3F3F3F"/>
                </a:solidFill>
                <a:ea typeface="DejaVu Sans"/>
              </a:rPr>
              <a:t>Each PPI entry must be listed </a:t>
            </a:r>
            <a:r>
              <a:rPr lang="en-US" altLang="zh-TW" sz="2800" b="1" strike="noStrike" spc="-1" dirty="0">
                <a:solidFill>
                  <a:srgbClr val="0070C0"/>
                </a:solidFill>
                <a:ea typeface="DejaVu Sans"/>
              </a:rPr>
              <a:t>only once per section</a:t>
            </a:r>
            <a:r>
              <a:rPr lang="en-US" altLang="zh-TW" sz="2800" b="0" strike="noStrike" spc="-1" dirty="0">
                <a:solidFill>
                  <a:srgbClr val="3F3F3F"/>
                </a:solidFill>
                <a:ea typeface="DejaVu Sans"/>
              </a:rPr>
              <a:t>.</a:t>
            </a:r>
            <a:endParaRPr lang="en-US" altLang="zh-TW" sz="2800" b="0" strike="noStrike" spc="-1" dirty="0"/>
          </a:p>
          <a:p>
            <a:pPr marL="0" indent="0">
              <a:lnSpc>
                <a:spcPct val="100000"/>
              </a:lnSpc>
              <a:buNone/>
            </a:pPr>
            <a:r>
              <a:rPr lang="en-US" altLang="zh-TW" sz="1700" b="1" strike="noStrike" spc="-1" dirty="0">
                <a:solidFill>
                  <a:srgbClr val="3F3F3F"/>
                </a:solidFill>
                <a:ea typeface="DejaVu Sans"/>
              </a:rPr>
              <a:t>[</a:t>
            </a:r>
            <a:r>
              <a:rPr lang="en-US" altLang="zh-TW" sz="1700" b="1" strike="noStrike" spc="-1" dirty="0" err="1">
                <a:solidFill>
                  <a:srgbClr val="3F3F3F"/>
                </a:solidFill>
                <a:ea typeface="DejaVu Sans"/>
              </a:rPr>
              <a:t>Ppis</a:t>
            </a:r>
            <a:r>
              <a:rPr lang="en-US" altLang="zh-TW" sz="1700" b="1" strike="noStrike" spc="-1" dirty="0">
                <a:solidFill>
                  <a:srgbClr val="3F3F3F"/>
                </a:solidFill>
                <a:ea typeface="DejaVu Sans"/>
              </a:rPr>
              <a:t>]</a:t>
            </a:r>
            <a:endParaRPr lang="en-US" altLang="zh-TW" sz="1700" b="0" strike="noStrike" spc="-1" dirty="0"/>
          </a:p>
          <a:p>
            <a:pPr marL="0" indent="0">
              <a:lnSpc>
                <a:spcPct val="100000"/>
              </a:lnSpc>
              <a:buNone/>
            </a:pPr>
            <a:r>
              <a:rPr lang="en-US" altLang="zh-TW" sz="1700" b="1" strike="noStrike" spc="-1" dirty="0">
                <a:solidFill>
                  <a:srgbClr val="3F3F3F"/>
                </a:solidFill>
                <a:ea typeface="DejaVu Sans"/>
              </a:rPr>
              <a:t> </a:t>
            </a:r>
            <a:r>
              <a:rPr lang="en-US" altLang="zh-TW" sz="1700" b="1" strike="noStrike" spc="-1" dirty="0" err="1">
                <a:solidFill>
                  <a:srgbClr val="FF0000"/>
                </a:solidFill>
                <a:ea typeface="DejaVu Sans"/>
              </a:rPr>
              <a:t>PpiCName</a:t>
            </a:r>
            <a:r>
              <a:rPr lang="en-US" altLang="zh-TW" sz="1700" b="1" strike="noStrike" spc="-1" dirty="0">
                <a:solidFill>
                  <a:srgbClr val="3F3F3F"/>
                </a:solidFill>
                <a:ea typeface="DejaVu Sans"/>
              </a:rPr>
              <a:t> = {</a:t>
            </a:r>
            <a:r>
              <a:rPr lang="en-US" altLang="zh-TW" sz="1700" b="1" strike="noStrike" spc="-1" dirty="0" err="1">
                <a:solidFill>
                  <a:srgbClr val="FF0000"/>
                </a:solidFill>
                <a:ea typeface="DejaVu Sans"/>
              </a:rPr>
              <a:t>xxxxxxxx</a:t>
            </a:r>
            <a:r>
              <a:rPr lang="en-US" altLang="zh-TW" sz="1700" b="1" strike="noStrike" spc="-1" dirty="0">
                <a:solidFill>
                  <a:srgbClr val="3F3F3F"/>
                </a:solidFill>
                <a:ea typeface="DejaVu Sans"/>
              </a:rPr>
              <a:t>, </a:t>
            </a:r>
            <a:r>
              <a:rPr lang="en-US" altLang="zh-TW" sz="1700" b="1" strike="noStrike" spc="-1" dirty="0" err="1">
                <a:solidFill>
                  <a:srgbClr val="FF0000"/>
                </a:solidFill>
                <a:ea typeface="DejaVu Sans"/>
              </a:rPr>
              <a:t>xxxx</a:t>
            </a:r>
            <a:r>
              <a:rPr lang="en-US" altLang="zh-TW" sz="1700" b="1" strike="noStrike" spc="-1" dirty="0">
                <a:solidFill>
                  <a:srgbClr val="3F3F3F"/>
                </a:solidFill>
                <a:ea typeface="DejaVu Sans"/>
              </a:rPr>
              <a:t>, </a:t>
            </a:r>
            <a:r>
              <a:rPr lang="en-US" altLang="zh-TW" sz="1700" b="1" strike="noStrike" spc="-1" dirty="0" err="1">
                <a:solidFill>
                  <a:srgbClr val="FF0000"/>
                </a:solidFill>
                <a:ea typeface="DejaVu Sans"/>
              </a:rPr>
              <a:t>xxxx</a:t>
            </a:r>
            <a:r>
              <a:rPr lang="en-US" altLang="zh-TW" sz="1700" b="1" strike="noStrike" spc="-1" dirty="0">
                <a:solidFill>
                  <a:srgbClr val="3F3F3F"/>
                </a:solidFill>
                <a:ea typeface="DejaVu Sans"/>
              </a:rPr>
              <a:t>, {</a:t>
            </a:r>
            <a:r>
              <a:rPr lang="en-US" altLang="zh-TW" sz="1700" b="1" strike="noStrike" spc="-1" dirty="0">
                <a:solidFill>
                  <a:srgbClr val="FF0000"/>
                </a:solidFill>
                <a:ea typeface="DejaVu Sans"/>
              </a:rPr>
              <a:t>xx</a:t>
            </a:r>
            <a:r>
              <a:rPr lang="en-US" altLang="zh-TW" sz="1700" b="1" strike="noStrike" spc="-1" dirty="0">
                <a:solidFill>
                  <a:srgbClr val="3F3F3F"/>
                </a:solidFill>
                <a:ea typeface="DejaVu Sans"/>
              </a:rPr>
              <a:t>, </a:t>
            </a:r>
            <a:r>
              <a:rPr lang="en-US" altLang="zh-TW" sz="1700" b="1" strike="noStrike" spc="-1" dirty="0">
                <a:solidFill>
                  <a:srgbClr val="FF0000"/>
                </a:solidFill>
                <a:ea typeface="DejaVu Sans"/>
              </a:rPr>
              <a:t>xx</a:t>
            </a:r>
            <a:r>
              <a:rPr lang="en-US" altLang="zh-TW" sz="1700" b="1" strike="noStrike" spc="-1" dirty="0">
                <a:solidFill>
                  <a:srgbClr val="3F3F3F"/>
                </a:solidFill>
                <a:ea typeface="DejaVu Sans"/>
              </a:rPr>
              <a:t>, </a:t>
            </a:r>
            <a:r>
              <a:rPr lang="en-US" altLang="zh-TW" sz="1700" b="1" strike="noStrike" spc="-1" dirty="0">
                <a:solidFill>
                  <a:srgbClr val="FF0000"/>
                </a:solidFill>
                <a:ea typeface="DejaVu Sans"/>
              </a:rPr>
              <a:t>xx</a:t>
            </a:r>
            <a:r>
              <a:rPr lang="en-US" altLang="zh-TW" sz="1700" b="1" strike="noStrike" spc="-1" dirty="0">
                <a:solidFill>
                  <a:srgbClr val="3F3F3F"/>
                </a:solidFill>
                <a:ea typeface="DejaVu Sans"/>
              </a:rPr>
              <a:t>, </a:t>
            </a:r>
            <a:r>
              <a:rPr lang="en-US" altLang="zh-TW" sz="1700" b="1" strike="noStrike" spc="-1" dirty="0">
                <a:solidFill>
                  <a:srgbClr val="FF0000"/>
                </a:solidFill>
                <a:ea typeface="DejaVu Sans"/>
              </a:rPr>
              <a:t>xx</a:t>
            </a:r>
            <a:r>
              <a:rPr lang="en-US" altLang="zh-TW" sz="1700" b="1" strike="noStrike" spc="-1" dirty="0">
                <a:solidFill>
                  <a:srgbClr val="3F3F3F"/>
                </a:solidFill>
                <a:ea typeface="DejaVu Sans"/>
              </a:rPr>
              <a:t>, </a:t>
            </a:r>
            <a:r>
              <a:rPr lang="en-US" altLang="zh-TW" sz="1700" b="1" strike="noStrike" spc="-1" dirty="0">
                <a:solidFill>
                  <a:srgbClr val="FF0000"/>
                </a:solidFill>
                <a:ea typeface="DejaVu Sans"/>
              </a:rPr>
              <a:t>xx</a:t>
            </a:r>
            <a:r>
              <a:rPr lang="en-US" altLang="zh-TW" sz="1700" b="1" strike="noStrike" spc="-1" dirty="0">
                <a:solidFill>
                  <a:srgbClr val="3F3F3F"/>
                </a:solidFill>
                <a:ea typeface="DejaVu Sans"/>
              </a:rPr>
              <a:t>, </a:t>
            </a:r>
            <a:r>
              <a:rPr lang="en-US" altLang="zh-TW" sz="1700" b="1" strike="noStrike" spc="-1" dirty="0">
                <a:solidFill>
                  <a:srgbClr val="FF0000"/>
                </a:solidFill>
                <a:ea typeface="DejaVu Sans"/>
              </a:rPr>
              <a:t>xx</a:t>
            </a:r>
            <a:r>
              <a:rPr lang="en-US" altLang="zh-TW" sz="1700" b="1" strike="noStrike" spc="-1" dirty="0">
                <a:solidFill>
                  <a:srgbClr val="3F3F3F"/>
                </a:solidFill>
                <a:ea typeface="DejaVu Sans"/>
              </a:rPr>
              <a:t>, </a:t>
            </a:r>
            <a:r>
              <a:rPr lang="en-US" altLang="zh-TW" sz="1700" b="1" strike="noStrike" spc="-1" dirty="0">
                <a:solidFill>
                  <a:srgbClr val="FF0000"/>
                </a:solidFill>
                <a:ea typeface="DejaVu Sans"/>
              </a:rPr>
              <a:t>xx</a:t>
            </a:r>
            <a:r>
              <a:rPr lang="en-US" altLang="zh-TW" sz="1700" b="1" strike="noStrike" spc="-1" dirty="0">
                <a:solidFill>
                  <a:srgbClr val="3F3F3F"/>
                </a:solidFill>
                <a:ea typeface="DejaVu Sans"/>
              </a:rPr>
              <a:t>, </a:t>
            </a:r>
            <a:r>
              <a:rPr lang="en-US" altLang="zh-TW" sz="1700" b="1" strike="noStrike" spc="-1" dirty="0">
                <a:solidFill>
                  <a:srgbClr val="FF0000"/>
                </a:solidFill>
                <a:ea typeface="DejaVu Sans"/>
              </a:rPr>
              <a:t>xx</a:t>
            </a:r>
            <a:r>
              <a:rPr lang="en-US" altLang="zh-TW" sz="1700" b="1" strike="noStrike" spc="-1" dirty="0">
                <a:solidFill>
                  <a:srgbClr val="3F3F3F"/>
                </a:solidFill>
                <a:ea typeface="DejaVu Sans"/>
              </a:rPr>
              <a:t>}}</a:t>
            </a:r>
            <a:endParaRPr lang="en-US" altLang="zh-TW" sz="1700" b="0" strike="noStrike" spc="-1" dirty="0"/>
          </a:p>
          <a:p>
            <a:pPr marL="0" indent="0">
              <a:lnSpc>
                <a:spcPct val="100000"/>
              </a:lnSpc>
              <a:buNone/>
            </a:pPr>
            <a:endParaRPr lang="en-US" altLang="zh-TW" sz="1700" b="0" strike="noStrike" spc="-1" dirty="0"/>
          </a:p>
          <a:p>
            <a:pPr marL="0" indent="0">
              <a:lnSpc>
                <a:spcPct val="100000"/>
              </a:lnSpc>
              <a:buNone/>
            </a:pPr>
            <a:r>
              <a:rPr lang="en-US" altLang="zh-TW" sz="1700" b="1" strike="noStrike" spc="-1" dirty="0">
                <a:solidFill>
                  <a:srgbClr val="3F3F3F"/>
                </a:solidFill>
                <a:ea typeface="DejaVu Sans"/>
              </a:rPr>
              <a:t>[</a:t>
            </a:r>
            <a:r>
              <a:rPr lang="en-US" altLang="zh-TW" sz="1700" b="1" strike="noStrike" spc="-1" dirty="0" err="1">
                <a:solidFill>
                  <a:srgbClr val="3F3F3F"/>
                </a:solidFill>
                <a:ea typeface="DejaVu Sans"/>
              </a:rPr>
              <a:t>Ppis</a:t>
            </a:r>
            <a:r>
              <a:rPr lang="en-US" altLang="zh-TW" sz="1700" b="1" strike="noStrike" spc="-1" dirty="0">
                <a:solidFill>
                  <a:srgbClr val="3F3F3F"/>
                </a:solidFill>
                <a:ea typeface="DejaVu Sans"/>
              </a:rPr>
              <a:t>]</a:t>
            </a:r>
            <a:endParaRPr lang="en-US" altLang="zh-TW" sz="1700" b="0" strike="noStrike" spc="-1" dirty="0"/>
          </a:p>
          <a:p>
            <a:pPr marL="0" indent="0">
              <a:lnSpc>
                <a:spcPct val="100000"/>
              </a:lnSpc>
              <a:buNone/>
            </a:pPr>
            <a:r>
              <a:rPr lang="en-US" altLang="zh-TW" sz="1700" b="1" strike="noStrike" spc="-1" dirty="0">
                <a:solidFill>
                  <a:srgbClr val="3F3F3F"/>
                </a:solidFill>
                <a:ea typeface="DejaVu Sans"/>
              </a:rPr>
              <a:t>  ## Include/</a:t>
            </a:r>
            <a:r>
              <a:rPr lang="en-US" altLang="zh-TW" sz="1700" b="1" strike="noStrike" spc="-1" dirty="0" err="1">
                <a:solidFill>
                  <a:srgbClr val="3F3F3F"/>
                </a:solidFill>
                <a:ea typeface="DejaVu Sans"/>
              </a:rPr>
              <a:t>Ppi</a:t>
            </a:r>
            <a:r>
              <a:rPr lang="en-US" altLang="zh-TW" sz="1700" b="1" strike="noStrike" spc="-1" dirty="0">
                <a:solidFill>
                  <a:srgbClr val="3F3F3F"/>
                </a:solidFill>
                <a:ea typeface="DejaVu Sans"/>
              </a:rPr>
              <a:t>/</a:t>
            </a:r>
            <a:r>
              <a:rPr lang="en-US" altLang="zh-TW" sz="1700" b="1" strike="noStrike" spc="-1" dirty="0" err="1">
                <a:solidFill>
                  <a:srgbClr val="3F3F3F"/>
                </a:solidFill>
                <a:ea typeface="DejaVu Sans"/>
              </a:rPr>
              <a:t>MasterBootMode.h</a:t>
            </a:r>
            <a:endParaRPr lang="en-US" altLang="zh-TW" sz="1700" b="0" strike="noStrike" spc="-1" dirty="0"/>
          </a:p>
          <a:p>
            <a:pPr marL="0" indent="0">
              <a:lnSpc>
                <a:spcPct val="100000"/>
              </a:lnSpc>
              <a:buNone/>
            </a:pPr>
            <a:r>
              <a:rPr lang="en-US" altLang="zh-TW" sz="1700" b="1" strike="noStrike" spc="-1" dirty="0">
                <a:solidFill>
                  <a:srgbClr val="3F3F3F"/>
                </a:solidFill>
                <a:ea typeface="DejaVu Sans"/>
              </a:rPr>
              <a:t>  </a:t>
            </a:r>
            <a:r>
              <a:rPr lang="en-US" altLang="zh-TW" sz="1700" b="1" strike="noStrike" spc="-1" dirty="0" err="1">
                <a:solidFill>
                  <a:srgbClr val="3F3F3F"/>
                </a:solidFill>
                <a:ea typeface="DejaVu Sans"/>
              </a:rPr>
              <a:t>gEfiPeiMasterBootModePpiGuid</a:t>
            </a:r>
            <a:r>
              <a:rPr lang="en-US" altLang="zh-TW" sz="1700" b="1" strike="noStrike" spc="-1" dirty="0">
                <a:solidFill>
                  <a:srgbClr val="3F3F3F"/>
                </a:solidFill>
                <a:ea typeface="DejaVu Sans"/>
              </a:rPr>
              <a:t> = { 0x7408d748, 0xfc8c, 0x4ee6, {0x92, 0x88, 0xc4, 0xbe, 0xc0, 0x92, 0xa4, 0x10 } }</a:t>
            </a:r>
            <a:endParaRPr lang="en-US" altLang="zh-TW" sz="1700" b="0" strike="noStrike" spc="-1" dirty="0"/>
          </a:p>
        </p:txBody>
      </p:sp>
    </p:spTree>
    <p:extLst>
      <p:ext uri="{BB962C8B-B14F-4D97-AF65-F5344CB8AC3E}">
        <p14:creationId xmlns:p14="http://schemas.microsoft.com/office/powerpoint/2010/main" val="112434934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Package Declaration File</a:t>
            </a:r>
            <a:br>
              <a:rPr lang="en-US" dirty="0"/>
            </a:br>
            <a:r>
              <a:rPr lang="en-US" sz="2000" dirty="0"/>
              <a:t>[</a:t>
            </a:r>
            <a:r>
              <a:rPr lang="en-US" sz="2000" dirty="0" err="1"/>
              <a:t>LibraryClasses</a:t>
            </a:r>
            <a:r>
              <a:rPr lang="en-US" sz="2000" dirty="0"/>
              <a:t>]</a:t>
            </a:r>
            <a:endParaRPr lang="en-US" sz="2200" dirty="0"/>
          </a:p>
        </p:txBody>
      </p:sp>
      <p:sp>
        <p:nvSpPr>
          <p:cNvPr id="3" name="Content Placeholder 2"/>
          <p:cNvSpPr>
            <a:spLocks noGrp="1"/>
          </p:cNvSpPr>
          <p:nvPr>
            <p:ph idx="1"/>
          </p:nvPr>
        </p:nvSpPr>
        <p:spPr/>
        <p:txBody>
          <a:bodyPr>
            <a:normAutofit lnSpcReduction="10000"/>
          </a:bodyPr>
          <a:lstStyle/>
          <a:p>
            <a:pPr marL="228600" indent="-223560">
              <a:lnSpc>
                <a:spcPct val="100000"/>
              </a:lnSpc>
              <a:buClr>
                <a:srgbClr val="3F3F3F"/>
              </a:buClr>
              <a:buFont typeface="Arial"/>
              <a:buChar char="•"/>
            </a:pPr>
            <a:r>
              <a:rPr lang="en-US" altLang="zh-TW" sz="2800" b="0" strike="noStrike" spc="-1" dirty="0">
                <a:solidFill>
                  <a:srgbClr val="3F3F3F"/>
                </a:solidFill>
                <a:latin typeface="Segoe UI"/>
                <a:ea typeface="DejaVu Sans"/>
              </a:rPr>
              <a:t>This section is used to define the headers associated with the new EDK II library classes.</a:t>
            </a:r>
            <a:endParaRPr lang="en-US" altLang="zh-TW" sz="2800" b="0" strike="noStrike" spc="-1" dirty="0">
              <a:latin typeface="Arial"/>
            </a:endParaRPr>
          </a:p>
          <a:p>
            <a:pPr marL="228600" indent="-223560">
              <a:lnSpc>
                <a:spcPct val="100000"/>
              </a:lnSpc>
              <a:buClr>
                <a:srgbClr val="3F3F3F"/>
              </a:buClr>
              <a:buFont typeface="Arial"/>
              <a:buChar char="•"/>
            </a:pPr>
            <a:r>
              <a:rPr lang="en-US" altLang="zh-TW" sz="2800" b="0" strike="noStrike" spc="-1" dirty="0">
                <a:solidFill>
                  <a:srgbClr val="3F3F3F"/>
                </a:solidFill>
                <a:latin typeface="Segoe UI"/>
                <a:ea typeface="DejaVu Sans"/>
              </a:rPr>
              <a:t>Format for the entries in this section is two fields, with a pipe “|” character as the field separator, as shown below.</a:t>
            </a:r>
            <a:endParaRPr lang="en-US" altLang="zh-TW" sz="2800" b="0" strike="noStrike" spc="-1" dirty="0">
              <a:latin typeface="Arial"/>
            </a:endParaRPr>
          </a:p>
          <a:p>
            <a:pPr marL="685800" lvl="1" indent="-223560">
              <a:lnSpc>
                <a:spcPct val="100000"/>
              </a:lnSpc>
              <a:buClr>
                <a:srgbClr val="EE6F31"/>
              </a:buClr>
              <a:buFont typeface="Arial"/>
              <a:buChar char="•"/>
            </a:pPr>
            <a:r>
              <a:rPr lang="en-US" altLang="zh-TW" sz="2000" b="1" strike="noStrike" spc="-1" dirty="0" err="1">
                <a:solidFill>
                  <a:srgbClr val="EE6F31"/>
                </a:solidFill>
                <a:latin typeface="Segoe UI"/>
                <a:ea typeface="DejaVu Sans"/>
              </a:rPr>
              <a:t>LibraryClassName</a:t>
            </a:r>
            <a:r>
              <a:rPr lang="en-US" altLang="zh-TW" sz="2000" b="1" strike="noStrike" spc="-1" dirty="0">
                <a:solidFill>
                  <a:srgbClr val="EE6F31"/>
                </a:solidFill>
                <a:latin typeface="Segoe UI"/>
                <a:ea typeface="DejaVu Sans"/>
              </a:rPr>
              <a:t> | Relative/path/and/</a:t>
            </a:r>
            <a:r>
              <a:rPr lang="en-US" altLang="zh-TW" sz="2000" b="1" strike="noStrike" spc="-1" dirty="0" err="1">
                <a:solidFill>
                  <a:srgbClr val="EE6F31"/>
                </a:solidFill>
                <a:latin typeface="Segoe UI"/>
                <a:ea typeface="DejaVu Sans"/>
              </a:rPr>
              <a:t>header_filename.h</a:t>
            </a:r>
            <a:endParaRPr lang="en-US" altLang="zh-TW" sz="2000" b="0" strike="noStrike" spc="-1" dirty="0">
              <a:latin typeface="Arial"/>
            </a:endParaRPr>
          </a:p>
          <a:p>
            <a:pPr>
              <a:lnSpc>
                <a:spcPct val="100000"/>
              </a:lnSpc>
            </a:pPr>
            <a:endParaRPr lang="en-US" altLang="zh-TW" sz="2000" b="0" strike="noStrike" spc="-1" dirty="0">
              <a:latin typeface="Arial"/>
            </a:endParaRPr>
          </a:p>
          <a:p>
            <a:pPr marL="0" indent="0">
              <a:lnSpc>
                <a:spcPct val="100000"/>
              </a:lnSpc>
              <a:buNone/>
            </a:pPr>
            <a:r>
              <a:rPr lang="en-US" altLang="zh-TW" sz="1600" b="1" strike="noStrike" spc="-1" dirty="0">
                <a:solidFill>
                  <a:srgbClr val="3F3F3F"/>
                </a:solidFill>
                <a:latin typeface="Segoe UI"/>
                <a:ea typeface="DejaVu Sans"/>
              </a:rPr>
              <a:t>[</a:t>
            </a:r>
            <a:r>
              <a:rPr lang="en-US" altLang="zh-TW" sz="1600" b="1" strike="noStrike" spc="-1" dirty="0" err="1">
                <a:solidFill>
                  <a:srgbClr val="3F3F3F"/>
                </a:solidFill>
                <a:latin typeface="Segoe UI"/>
                <a:ea typeface="DejaVu Sans"/>
              </a:rPr>
              <a:t>LibraryClasses</a:t>
            </a:r>
            <a:r>
              <a:rPr lang="en-US" altLang="zh-TW" sz="1600" b="1" strike="noStrike" spc="-1" dirty="0">
                <a:solidFill>
                  <a:srgbClr val="3F3F3F"/>
                </a:solidFill>
                <a:latin typeface="Segoe UI"/>
                <a:ea typeface="DejaVu Sans"/>
              </a:rPr>
              <a:t>]</a:t>
            </a:r>
            <a:endParaRPr lang="en-US" altLang="zh-TW" sz="1600" b="0" strike="noStrike" spc="-1" dirty="0">
              <a:latin typeface="Arial"/>
            </a:endParaRPr>
          </a:p>
          <a:p>
            <a:pPr marL="0" indent="0">
              <a:lnSpc>
                <a:spcPct val="100000"/>
              </a:lnSpc>
              <a:buNone/>
            </a:pPr>
            <a:r>
              <a:rPr lang="en-US" altLang="zh-TW" sz="1600" b="1" strike="noStrike" spc="-1" dirty="0">
                <a:solidFill>
                  <a:srgbClr val="3F3F3F"/>
                </a:solidFill>
                <a:latin typeface="Segoe UI"/>
                <a:ea typeface="DejaVu Sans"/>
              </a:rPr>
              <a:t>  ## Library class name is same to library header file name</a:t>
            </a:r>
            <a:endParaRPr lang="en-US" altLang="zh-TW" sz="1600" b="0" strike="noStrike" spc="-1" dirty="0">
              <a:latin typeface="Arial"/>
            </a:endParaRPr>
          </a:p>
          <a:p>
            <a:pPr marL="0" indent="0">
              <a:lnSpc>
                <a:spcPct val="100000"/>
              </a:lnSpc>
              <a:buNone/>
            </a:pPr>
            <a:r>
              <a:rPr lang="en-US" altLang="zh-TW" sz="1600" b="1" strike="noStrike" spc="-1" dirty="0">
                <a:solidFill>
                  <a:srgbClr val="3F3F3F"/>
                </a:solidFill>
                <a:latin typeface="Segoe UI"/>
                <a:ea typeface="DejaVu Sans"/>
              </a:rPr>
              <a:t>  </a:t>
            </a:r>
            <a:r>
              <a:rPr lang="en-US" altLang="zh-TW" sz="1600" b="1" strike="noStrike" spc="-1" dirty="0" err="1">
                <a:solidFill>
                  <a:srgbClr val="FF0000"/>
                </a:solidFill>
                <a:latin typeface="Segoe UI"/>
                <a:ea typeface="DejaVu Sans"/>
              </a:rPr>
              <a:t>OneClassLib</a:t>
            </a:r>
            <a:r>
              <a:rPr lang="en-US" altLang="zh-TW" sz="1600" b="1" strike="noStrike" spc="-1" dirty="0" err="1">
                <a:solidFill>
                  <a:srgbClr val="3F3F3F"/>
                </a:solidFill>
                <a:latin typeface="Segoe UI"/>
                <a:ea typeface="DejaVu Sans"/>
              </a:rPr>
              <a:t>|Include</a:t>
            </a:r>
            <a:r>
              <a:rPr lang="en-US" altLang="zh-TW" sz="1600" b="1" strike="noStrike" spc="-1" dirty="0">
                <a:solidFill>
                  <a:srgbClr val="3F3F3F"/>
                </a:solidFill>
                <a:latin typeface="Segoe UI"/>
                <a:ea typeface="DejaVu Sans"/>
              </a:rPr>
              <a:t>/Library/</a:t>
            </a:r>
            <a:r>
              <a:rPr lang="en-US" altLang="zh-TW" sz="1600" b="1" strike="noStrike" spc="-1" dirty="0" err="1">
                <a:solidFill>
                  <a:srgbClr val="FF0000"/>
                </a:solidFill>
                <a:latin typeface="Segoe UI"/>
                <a:ea typeface="DejaVu Sans"/>
              </a:rPr>
              <a:t>OneClassLib.h</a:t>
            </a:r>
            <a:endParaRPr lang="en-US" altLang="zh-TW" sz="1600" b="0" strike="noStrike" spc="-1" dirty="0">
              <a:latin typeface="Arial"/>
            </a:endParaRPr>
          </a:p>
          <a:p>
            <a:pPr marL="0" indent="0">
              <a:lnSpc>
                <a:spcPct val="100000"/>
              </a:lnSpc>
              <a:buNone/>
            </a:pPr>
            <a:endParaRPr lang="en-US" altLang="zh-TW" sz="1600" b="0" strike="noStrike" spc="-1" dirty="0">
              <a:latin typeface="Arial"/>
            </a:endParaRPr>
          </a:p>
          <a:p>
            <a:pPr marL="0" indent="0">
              <a:lnSpc>
                <a:spcPct val="100000"/>
              </a:lnSpc>
              <a:buNone/>
            </a:pPr>
            <a:r>
              <a:rPr lang="en-US" altLang="zh-TW" sz="1600" b="1" strike="noStrike" spc="-1" dirty="0">
                <a:solidFill>
                  <a:srgbClr val="3F3F3F"/>
                </a:solidFill>
                <a:latin typeface="Segoe UI"/>
                <a:ea typeface="DejaVu Sans"/>
              </a:rPr>
              <a:t>[</a:t>
            </a:r>
            <a:r>
              <a:rPr lang="en-US" altLang="zh-TW" sz="1600" b="1" strike="noStrike" spc="-1" dirty="0" err="1">
                <a:solidFill>
                  <a:srgbClr val="3F3F3F"/>
                </a:solidFill>
                <a:latin typeface="Segoe UI"/>
                <a:ea typeface="DejaVu Sans"/>
              </a:rPr>
              <a:t>LibraryClasses</a:t>
            </a:r>
            <a:r>
              <a:rPr lang="en-US" altLang="zh-TW" sz="1600" b="1" strike="noStrike" spc="-1" dirty="0">
                <a:solidFill>
                  <a:srgbClr val="3F3F3F"/>
                </a:solidFill>
                <a:latin typeface="Segoe UI"/>
                <a:ea typeface="DejaVu Sans"/>
              </a:rPr>
              <a:t>]</a:t>
            </a:r>
            <a:endParaRPr lang="en-US" altLang="zh-TW" sz="1600" b="0" strike="noStrike" spc="-1" dirty="0">
              <a:latin typeface="Arial"/>
            </a:endParaRPr>
          </a:p>
          <a:p>
            <a:pPr marL="0" indent="0">
              <a:lnSpc>
                <a:spcPct val="100000"/>
              </a:lnSpc>
              <a:buNone/>
            </a:pPr>
            <a:r>
              <a:rPr lang="en-US" altLang="zh-TW" sz="1600" b="1" strike="noStrike" spc="-1" dirty="0">
                <a:solidFill>
                  <a:srgbClr val="3F3F3F"/>
                </a:solidFill>
                <a:latin typeface="Segoe UI"/>
                <a:ea typeface="DejaVu Sans"/>
              </a:rPr>
              <a:t>  </a:t>
            </a:r>
            <a:r>
              <a:rPr lang="en-US" altLang="zh-TW" sz="1600" b="1" strike="noStrike" spc="-1" dirty="0" err="1">
                <a:solidFill>
                  <a:srgbClr val="3F3F3F"/>
                </a:solidFill>
                <a:latin typeface="Segoe UI"/>
                <a:ea typeface="DejaVu Sans"/>
              </a:rPr>
              <a:t>PrintLib|Include</a:t>
            </a:r>
            <a:r>
              <a:rPr lang="en-US" altLang="zh-TW" sz="1600" b="1" strike="noStrike" spc="-1" dirty="0">
                <a:solidFill>
                  <a:srgbClr val="3F3F3F"/>
                </a:solidFill>
                <a:latin typeface="Segoe UI"/>
                <a:ea typeface="DejaVu Sans"/>
              </a:rPr>
              <a:t>/Library/</a:t>
            </a:r>
            <a:r>
              <a:rPr lang="en-US" altLang="zh-TW" sz="1600" b="1" strike="noStrike" spc="-1" dirty="0" err="1">
                <a:solidFill>
                  <a:srgbClr val="3F3F3F"/>
                </a:solidFill>
                <a:latin typeface="Segoe UI"/>
                <a:ea typeface="DejaVu Sans"/>
              </a:rPr>
              <a:t>PrintLib.h</a:t>
            </a:r>
            <a:endParaRPr lang="en-US" altLang="zh-TW" sz="1600" b="0" strike="noStrike" spc="-1" dirty="0">
              <a:latin typeface="Arial"/>
            </a:endParaRPr>
          </a:p>
        </p:txBody>
      </p:sp>
    </p:spTree>
    <p:extLst>
      <p:ext uri="{BB962C8B-B14F-4D97-AF65-F5344CB8AC3E}">
        <p14:creationId xmlns:p14="http://schemas.microsoft.com/office/powerpoint/2010/main" val="31754144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Package Declaration File</a:t>
            </a:r>
            <a:br>
              <a:rPr lang="en-US" dirty="0"/>
            </a:br>
            <a:r>
              <a:rPr lang="en-US" sz="2000" dirty="0"/>
              <a:t>PCD Section</a:t>
            </a:r>
            <a:endParaRPr lang="en-US" sz="2200" dirty="0"/>
          </a:p>
        </p:txBody>
      </p:sp>
      <p:sp>
        <p:nvSpPr>
          <p:cNvPr id="3" name="Content Placeholder 2"/>
          <p:cNvSpPr>
            <a:spLocks noGrp="1"/>
          </p:cNvSpPr>
          <p:nvPr>
            <p:ph idx="1"/>
          </p:nvPr>
        </p:nvSpPr>
        <p:spPr/>
        <p:txBody>
          <a:bodyPr>
            <a:normAutofit/>
          </a:bodyPr>
          <a:lstStyle/>
          <a:p>
            <a:pPr marL="228600" indent="-223560">
              <a:lnSpc>
                <a:spcPct val="100000"/>
              </a:lnSpc>
              <a:buClr>
                <a:srgbClr val="3F3F3F"/>
              </a:buClr>
              <a:buFont typeface="Arial"/>
              <a:buChar char="•"/>
            </a:pPr>
            <a:r>
              <a:rPr lang="en-US" altLang="zh-TW" sz="2600" b="0" strike="noStrike" spc="-1" dirty="0">
                <a:solidFill>
                  <a:srgbClr val="3F3F3F"/>
                </a:solidFill>
                <a:ea typeface="DejaVu Sans"/>
              </a:rPr>
              <a:t>The </a:t>
            </a:r>
            <a:r>
              <a:rPr lang="en-US" altLang="zh-TW" sz="2600" b="0" strike="noStrike" spc="-1" dirty="0" err="1">
                <a:solidFill>
                  <a:srgbClr val="3F3F3F"/>
                </a:solidFill>
                <a:ea typeface="DejaVu Sans"/>
              </a:rPr>
              <a:t>Pcd</a:t>
            </a:r>
            <a:r>
              <a:rPr lang="en-US" altLang="zh-TW" sz="2600" b="0" strike="noStrike" spc="-1" dirty="0">
                <a:solidFill>
                  <a:srgbClr val="3F3F3F"/>
                </a:solidFill>
                <a:ea typeface="DejaVu Sans"/>
              </a:rPr>
              <a:t> is used for configuration when the PCD value is produced and consumed by drivers during execution, the value may be user configurable from setup or the value is produced by the platform in a specified area.</a:t>
            </a:r>
            <a:endParaRPr lang="en-US" altLang="zh-TW" sz="2600" b="0" strike="noStrike" spc="-1" dirty="0"/>
          </a:p>
          <a:p>
            <a:pPr marL="228600" indent="-223560">
              <a:lnSpc>
                <a:spcPct val="100000"/>
              </a:lnSpc>
              <a:buClr>
                <a:srgbClr val="3F3F3F"/>
              </a:buClr>
              <a:buFont typeface="Arial"/>
              <a:buChar char="•"/>
            </a:pPr>
            <a:r>
              <a:rPr lang="en-US" altLang="zh-TW" sz="2600" b="0" strike="noStrike" spc="-1" dirty="0">
                <a:solidFill>
                  <a:srgbClr val="3F3F3F"/>
                </a:solidFill>
                <a:ea typeface="DejaVu Sans"/>
              </a:rPr>
              <a:t>The EDK II build system supports five PCD types, </a:t>
            </a:r>
            <a:r>
              <a:rPr lang="en-US" altLang="zh-TW" sz="2600" b="1" strike="noStrike" spc="-1" dirty="0">
                <a:solidFill>
                  <a:srgbClr val="0070C0"/>
                </a:solidFill>
                <a:ea typeface="DejaVu Sans"/>
              </a:rPr>
              <a:t>Feature Flag</a:t>
            </a:r>
            <a:r>
              <a:rPr lang="en-US" altLang="zh-TW" sz="2600" b="0" strike="noStrike" spc="-1" dirty="0">
                <a:solidFill>
                  <a:srgbClr val="3F3F3F"/>
                </a:solidFill>
                <a:ea typeface="DejaVu Sans"/>
              </a:rPr>
              <a:t>, </a:t>
            </a:r>
            <a:r>
              <a:rPr lang="en-US" altLang="zh-TW" sz="2600" b="1" strike="noStrike" spc="-1" dirty="0">
                <a:solidFill>
                  <a:srgbClr val="0070C0"/>
                </a:solidFill>
                <a:ea typeface="DejaVu Sans"/>
              </a:rPr>
              <a:t>Fixed At Build</a:t>
            </a:r>
            <a:r>
              <a:rPr lang="en-US" altLang="zh-TW" sz="2600" b="0" strike="noStrike" spc="-1" dirty="0">
                <a:solidFill>
                  <a:srgbClr val="3F3F3F"/>
                </a:solidFill>
                <a:ea typeface="DejaVu Sans"/>
              </a:rPr>
              <a:t>, </a:t>
            </a:r>
            <a:r>
              <a:rPr lang="en-US" altLang="zh-TW" sz="2600" b="1" strike="noStrike" spc="-1" dirty="0">
                <a:solidFill>
                  <a:srgbClr val="0070C0"/>
                </a:solidFill>
                <a:ea typeface="DejaVu Sans"/>
              </a:rPr>
              <a:t>Patchable In Module</a:t>
            </a:r>
            <a:r>
              <a:rPr lang="en-US" altLang="zh-TW" sz="2600" b="0" strike="noStrike" spc="-1" dirty="0">
                <a:solidFill>
                  <a:srgbClr val="3F3F3F"/>
                </a:solidFill>
                <a:ea typeface="DejaVu Sans"/>
              </a:rPr>
              <a:t>, </a:t>
            </a:r>
            <a:r>
              <a:rPr lang="en-US" altLang="zh-TW" sz="2600" b="1" strike="noStrike" spc="-1" dirty="0">
                <a:solidFill>
                  <a:srgbClr val="0070C0"/>
                </a:solidFill>
                <a:ea typeface="DejaVu Sans"/>
              </a:rPr>
              <a:t>Dynamic</a:t>
            </a:r>
            <a:r>
              <a:rPr lang="en-US" altLang="zh-TW" sz="2600" b="0" strike="noStrike" spc="-1" dirty="0">
                <a:solidFill>
                  <a:srgbClr val="3F3F3F"/>
                </a:solidFill>
                <a:ea typeface="DejaVu Sans"/>
              </a:rPr>
              <a:t> and </a:t>
            </a:r>
            <a:r>
              <a:rPr lang="en-US" altLang="zh-TW" sz="2600" b="1" strike="noStrike" spc="-1" dirty="0" err="1">
                <a:solidFill>
                  <a:srgbClr val="0070C0"/>
                </a:solidFill>
                <a:ea typeface="DejaVu Sans"/>
              </a:rPr>
              <a:t>DynamicEx</a:t>
            </a:r>
            <a:r>
              <a:rPr lang="en-US" altLang="zh-TW" sz="2600" b="0" strike="noStrike" spc="-1" dirty="0">
                <a:solidFill>
                  <a:srgbClr val="3F3F3F"/>
                </a:solidFill>
                <a:ea typeface="DejaVu Sans"/>
              </a:rPr>
              <a:t>.</a:t>
            </a:r>
            <a:endParaRPr lang="en-US" altLang="zh-TW" sz="2600" b="0" strike="noStrike" spc="-1" dirty="0"/>
          </a:p>
          <a:p>
            <a:pPr marL="228600" indent="-223560">
              <a:lnSpc>
                <a:spcPct val="100000"/>
              </a:lnSpc>
              <a:buClr>
                <a:srgbClr val="3F3F3F"/>
              </a:buClr>
              <a:buFont typeface="Arial"/>
              <a:buChar char="•"/>
            </a:pPr>
            <a:r>
              <a:rPr lang="en-US" altLang="zh-TW" sz="2600" b="0" strike="noStrike" spc="-1" dirty="0">
                <a:solidFill>
                  <a:srgbClr val="3F3F3F"/>
                </a:solidFill>
                <a:ea typeface="DejaVu Sans"/>
              </a:rPr>
              <a:t>The format for entries in the PCDs sections is four fields, with a pipe “|” character as the field separator, as shown below:</a:t>
            </a:r>
            <a:endParaRPr lang="en-US" altLang="zh-TW" sz="2600" b="0" strike="noStrike" spc="-1" dirty="0"/>
          </a:p>
          <a:p>
            <a:pPr marL="685800" lvl="1" indent="-223560">
              <a:lnSpc>
                <a:spcPct val="100000"/>
              </a:lnSpc>
              <a:buClr>
                <a:srgbClr val="EE6F31"/>
              </a:buClr>
              <a:buFont typeface="Arial"/>
              <a:buChar char="•"/>
            </a:pPr>
            <a:r>
              <a:rPr lang="en-US" altLang="zh-TW" sz="1600" b="1" strike="noStrike" spc="-1" dirty="0">
                <a:solidFill>
                  <a:srgbClr val="EE6F31"/>
                </a:solidFill>
                <a:ea typeface="DejaVu Sans"/>
              </a:rPr>
              <a:t># Comment</a:t>
            </a:r>
            <a:endParaRPr lang="en-US" altLang="zh-TW" sz="1600" b="0" strike="noStrike" spc="-1" dirty="0"/>
          </a:p>
          <a:p>
            <a:pPr marL="685800" lvl="1" indent="-223560">
              <a:lnSpc>
                <a:spcPct val="100000"/>
              </a:lnSpc>
              <a:buClr>
                <a:srgbClr val="EE6F31"/>
              </a:buClr>
              <a:buFont typeface="Arial"/>
              <a:buChar char="•"/>
            </a:pPr>
            <a:r>
              <a:rPr lang="en-US" altLang="zh-TW" sz="1600" b="1" strike="noStrike" spc="-1" dirty="0" err="1">
                <a:solidFill>
                  <a:srgbClr val="EE6F31"/>
                </a:solidFill>
                <a:ea typeface="DejaVu Sans"/>
              </a:rPr>
              <a:t>TokenSpaceGuidCname.PcdCname|DefaultValue|DatumType|Token</a:t>
            </a:r>
            <a:endParaRPr lang="en-US" altLang="zh-TW" sz="1600" b="0" strike="noStrike" spc="-1" dirty="0"/>
          </a:p>
        </p:txBody>
      </p:sp>
    </p:spTree>
    <p:extLst>
      <p:ext uri="{BB962C8B-B14F-4D97-AF65-F5344CB8AC3E}">
        <p14:creationId xmlns:p14="http://schemas.microsoft.com/office/powerpoint/2010/main" val="363776569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Package Declaration File</a:t>
            </a:r>
            <a:br>
              <a:rPr lang="en-US" dirty="0"/>
            </a:br>
            <a:r>
              <a:rPr lang="en-US" sz="2000" dirty="0"/>
              <a:t>PCD Section</a:t>
            </a:r>
            <a:endParaRPr lang="en-US" sz="2200" dirty="0"/>
          </a:p>
        </p:txBody>
      </p:sp>
      <p:sp>
        <p:nvSpPr>
          <p:cNvPr id="3" name="Content Placeholder 2"/>
          <p:cNvSpPr>
            <a:spLocks noGrp="1"/>
          </p:cNvSpPr>
          <p:nvPr>
            <p:ph idx="1"/>
          </p:nvPr>
        </p:nvSpPr>
        <p:spPr/>
        <p:txBody>
          <a:bodyPr>
            <a:normAutofit/>
          </a:bodyPr>
          <a:lstStyle/>
          <a:p>
            <a:pPr marL="0" indent="0">
              <a:lnSpc>
                <a:spcPct val="100000"/>
              </a:lnSpc>
              <a:buNone/>
            </a:pPr>
            <a:r>
              <a:rPr lang="en-US" altLang="zh-TW" sz="1800" b="1" strike="noStrike" spc="-1" dirty="0">
                <a:solidFill>
                  <a:srgbClr val="3F3F3F"/>
                </a:solidFill>
                <a:ea typeface="DejaVu Sans"/>
              </a:rPr>
              <a:t>[</a:t>
            </a:r>
            <a:r>
              <a:rPr lang="en-US" altLang="zh-TW" sz="1800" b="1" strike="noStrike" spc="-1" dirty="0" err="1">
                <a:solidFill>
                  <a:srgbClr val="3F3F3F"/>
                </a:solidFill>
                <a:ea typeface="DejaVu Sans"/>
              </a:rPr>
              <a:t>PcdsFeatureFlag</a:t>
            </a:r>
            <a:r>
              <a:rPr lang="en-US" altLang="zh-TW" sz="1800" b="1" strike="noStrike" spc="-1" dirty="0">
                <a:solidFill>
                  <a:srgbClr val="3F3F3F"/>
                </a:solidFill>
                <a:ea typeface="DejaVu Sans"/>
              </a:rPr>
              <a:t>]</a:t>
            </a:r>
            <a:endParaRPr lang="en-US" altLang="zh-TW" sz="1800" b="0" strike="noStrike" spc="-1" dirty="0"/>
          </a:p>
          <a:p>
            <a:pPr marL="0" indent="0">
              <a:lnSpc>
                <a:spcPct val="100000"/>
              </a:lnSpc>
              <a:buNone/>
            </a:pPr>
            <a:r>
              <a:rPr lang="en-US" altLang="zh-TW" sz="1800" b="1" strike="noStrike" spc="-1" dirty="0">
                <a:solidFill>
                  <a:srgbClr val="3F3F3F"/>
                </a:solidFill>
                <a:ea typeface="DejaVu Sans"/>
              </a:rPr>
              <a:t>  #FeatureFlag PCD is BOOLEAN type, the value is TRUR or FALSE.</a:t>
            </a:r>
            <a:endParaRPr lang="en-US" altLang="zh-TW" sz="1800" b="0" strike="noStrike" spc="-1" dirty="0"/>
          </a:p>
          <a:p>
            <a:pPr marL="0" indent="0">
              <a:lnSpc>
                <a:spcPct val="100000"/>
              </a:lnSpc>
              <a:buNone/>
            </a:pPr>
            <a:r>
              <a:rPr lang="en-US" altLang="zh-TW" sz="1800" b="1" strike="noStrike" spc="-1" dirty="0">
                <a:solidFill>
                  <a:srgbClr val="3F3F3F"/>
                </a:solidFill>
                <a:ea typeface="DejaVu Sans"/>
              </a:rPr>
              <a:t>  </a:t>
            </a:r>
            <a:r>
              <a:rPr lang="en-US" altLang="zh-TW" sz="1800" b="1" strike="noStrike" spc="-1" dirty="0" err="1">
                <a:solidFill>
                  <a:srgbClr val="FF0000"/>
                </a:solidFill>
                <a:ea typeface="DejaVu Sans"/>
              </a:rPr>
              <a:t>PcdTokenSpaceCGuidName</a:t>
            </a:r>
            <a:r>
              <a:rPr lang="en-US" altLang="zh-TW" sz="1800" b="1" strike="noStrike" spc="-1" dirty="0" err="1">
                <a:solidFill>
                  <a:srgbClr val="3F3F3F"/>
                </a:solidFill>
                <a:ea typeface="DejaVu Sans"/>
              </a:rPr>
              <a:t>.</a:t>
            </a:r>
            <a:r>
              <a:rPr lang="en-US" altLang="zh-TW" sz="1800" b="1" strike="noStrike" spc="-1" dirty="0" err="1">
                <a:solidFill>
                  <a:srgbClr val="FF0000"/>
                </a:solidFill>
                <a:ea typeface="DejaVu Sans"/>
              </a:rPr>
              <a:t>PcdCName</a:t>
            </a:r>
            <a:r>
              <a:rPr lang="en-US" altLang="zh-TW" sz="1800" b="1" strike="noStrike" spc="-1" dirty="0" err="1">
                <a:solidFill>
                  <a:srgbClr val="3F3F3F"/>
                </a:solidFill>
                <a:ea typeface="DejaVu Sans"/>
              </a:rPr>
              <a:t>|</a:t>
            </a:r>
            <a:r>
              <a:rPr lang="en-US" altLang="zh-TW" sz="1800" b="1" strike="noStrike" spc="-1" dirty="0" err="1">
                <a:solidFill>
                  <a:srgbClr val="FF0000"/>
                </a:solidFill>
                <a:ea typeface="DejaVu Sans"/>
              </a:rPr>
              <a:t>TRUE</a:t>
            </a:r>
            <a:r>
              <a:rPr lang="en-US" altLang="zh-TW" sz="1800" b="1" strike="noStrike" spc="-1" dirty="0" err="1">
                <a:solidFill>
                  <a:srgbClr val="3F3F3F"/>
                </a:solidFill>
                <a:ea typeface="DejaVu Sans"/>
              </a:rPr>
              <a:t>|BOOLEAN|</a:t>
            </a:r>
            <a:r>
              <a:rPr lang="en-US" altLang="zh-TW" sz="1800" b="1" strike="noStrike" spc="-1" dirty="0" err="1">
                <a:solidFill>
                  <a:srgbClr val="FF0000"/>
                </a:solidFill>
                <a:ea typeface="DejaVu Sans"/>
              </a:rPr>
              <a:t>TokenNumber</a:t>
            </a:r>
            <a:endParaRPr lang="en-US" altLang="zh-TW" sz="1800" b="0" strike="noStrike" spc="-1" dirty="0"/>
          </a:p>
          <a:p>
            <a:pPr marL="0" indent="0">
              <a:lnSpc>
                <a:spcPct val="100000"/>
              </a:lnSpc>
              <a:buNone/>
            </a:pPr>
            <a:r>
              <a:rPr lang="en-US" altLang="zh-TW" sz="1800" b="1" strike="noStrike" spc="-1" dirty="0">
                <a:solidFill>
                  <a:srgbClr val="3F3F3F"/>
                </a:solidFill>
                <a:ea typeface="DejaVu Sans"/>
              </a:rPr>
              <a:t>  </a:t>
            </a:r>
            <a:r>
              <a:rPr lang="en-US" altLang="zh-TW" sz="1800" b="1" strike="noStrike" spc="-1" dirty="0" err="1">
                <a:solidFill>
                  <a:srgbClr val="FF0000"/>
                </a:solidFill>
                <a:ea typeface="DejaVu Sans"/>
              </a:rPr>
              <a:t>PcdTokenSpaceCGuidName</a:t>
            </a:r>
            <a:r>
              <a:rPr lang="en-US" altLang="zh-TW" sz="1800" b="1" strike="noStrike" spc="-1" dirty="0" err="1">
                <a:solidFill>
                  <a:srgbClr val="3F3F3F"/>
                </a:solidFill>
                <a:ea typeface="DejaVu Sans"/>
              </a:rPr>
              <a:t>.</a:t>
            </a:r>
            <a:r>
              <a:rPr lang="en-US" altLang="zh-TW" sz="1800" b="1" strike="noStrike" spc="-1" dirty="0" err="1">
                <a:solidFill>
                  <a:srgbClr val="FF0000"/>
                </a:solidFill>
                <a:ea typeface="DejaVu Sans"/>
              </a:rPr>
              <a:t>PcdCName</a:t>
            </a:r>
            <a:r>
              <a:rPr lang="en-US" altLang="zh-TW" sz="1800" b="1" strike="noStrike" spc="-1" dirty="0" err="1">
                <a:solidFill>
                  <a:srgbClr val="3F3F3F"/>
                </a:solidFill>
                <a:ea typeface="DejaVu Sans"/>
              </a:rPr>
              <a:t>|</a:t>
            </a:r>
            <a:r>
              <a:rPr lang="en-US" altLang="zh-TW" sz="1800" b="1" strike="noStrike" spc="-1" dirty="0" err="1">
                <a:solidFill>
                  <a:srgbClr val="FF0000"/>
                </a:solidFill>
                <a:ea typeface="DejaVu Sans"/>
              </a:rPr>
              <a:t>FALSE</a:t>
            </a:r>
            <a:r>
              <a:rPr lang="en-US" altLang="zh-TW" sz="1800" b="1" strike="noStrike" spc="-1" dirty="0" err="1">
                <a:solidFill>
                  <a:srgbClr val="3F3F3F"/>
                </a:solidFill>
                <a:ea typeface="DejaVu Sans"/>
              </a:rPr>
              <a:t>|BOOLEAN|</a:t>
            </a:r>
            <a:r>
              <a:rPr lang="en-US" altLang="zh-TW" sz="1800" b="1" strike="noStrike" spc="-1" dirty="0" err="1">
                <a:solidFill>
                  <a:srgbClr val="FF0000"/>
                </a:solidFill>
                <a:ea typeface="DejaVu Sans"/>
              </a:rPr>
              <a:t>TokenNumber</a:t>
            </a:r>
            <a:endParaRPr lang="en-US" altLang="zh-TW" sz="1800" b="0" strike="noStrike" spc="-1" dirty="0"/>
          </a:p>
          <a:p>
            <a:pPr marL="0" indent="0">
              <a:lnSpc>
                <a:spcPct val="100000"/>
              </a:lnSpc>
              <a:buNone/>
            </a:pPr>
            <a:endParaRPr lang="en-US" altLang="zh-TW" sz="1800" b="0" strike="noStrike" spc="-1" dirty="0"/>
          </a:p>
          <a:p>
            <a:pPr marL="0" indent="0">
              <a:lnSpc>
                <a:spcPct val="100000"/>
              </a:lnSpc>
              <a:buNone/>
            </a:pPr>
            <a:r>
              <a:rPr lang="en-US" altLang="zh-TW" sz="1800" b="1" strike="noStrike" spc="-1" dirty="0">
                <a:solidFill>
                  <a:srgbClr val="3F3F3F"/>
                </a:solidFill>
                <a:ea typeface="DejaVu Sans"/>
              </a:rPr>
              <a:t>[</a:t>
            </a:r>
            <a:r>
              <a:rPr lang="en-US" altLang="zh-TW" sz="1800" b="1" strike="noStrike" spc="-1" dirty="0" err="1">
                <a:solidFill>
                  <a:srgbClr val="3F3F3F"/>
                </a:solidFill>
                <a:ea typeface="DejaVu Sans"/>
              </a:rPr>
              <a:t>PcdsFeatureFlag</a:t>
            </a:r>
            <a:r>
              <a:rPr lang="en-US" altLang="zh-TW" sz="1800" b="1" strike="noStrike" spc="-1" dirty="0">
                <a:solidFill>
                  <a:srgbClr val="3F3F3F"/>
                </a:solidFill>
                <a:ea typeface="DejaVu Sans"/>
              </a:rPr>
              <a:t>]</a:t>
            </a:r>
            <a:endParaRPr lang="en-US" altLang="zh-TW" sz="1800" b="0" strike="noStrike" spc="-1" dirty="0"/>
          </a:p>
          <a:p>
            <a:pPr marL="0" indent="0">
              <a:lnSpc>
                <a:spcPct val="100000"/>
              </a:lnSpc>
              <a:buNone/>
            </a:pPr>
            <a:r>
              <a:rPr lang="en-US" altLang="zh-TW" sz="1800" b="1" strike="noStrike" spc="-1" dirty="0">
                <a:solidFill>
                  <a:srgbClr val="3F3F3F"/>
                </a:solidFill>
                <a:ea typeface="DejaVu Sans"/>
              </a:rPr>
              <a:t>## If TRUE, the component name protocol will not be installed.</a:t>
            </a:r>
            <a:endParaRPr lang="en-US" altLang="zh-TW" sz="1800" b="0" strike="noStrike" spc="-1" dirty="0"/>
          </a:p>
          <a:p>
            <a:pPr marL="0" indent="0">
              <a:lnSpc>
                <a:spcPct val="100000"/>
              </a:lnSpc>
              <a:buNone/>
            </a:pPr>
            <a:r>
              <a:rPr lang="en-US" altLang="zh-TW" sz="1800" b="1" strike="noStrike" spc="-1" dirty="0">
                <a:solidFill>
                  <a:srgbClr val="3F3F3F"/>
                </a:solidFill>
                <a:ea typeface="DejaVu Sans"/>
              </a:rPr>
              <a:t>gEfiMdePkgTokenSpaceGuid.PcdComponentNameDisable|FALSE|BOOLEAN|0x0000000d</a:t>
            </a:r>
            <a:endParaRPr lang="en-US" altLang="zh-TW" sz="1800" b="0" strike="noStrike" spc="-1" dirty="0"/>
          </a:p>
        </p:txBody>
      </p:sp>
    </p:spTree>
    <p:extLst>
      <p:ext uri="{BB962C8B-B14F-4D97-AF65-F5344CB8AC3E}">
        <p14:creationId xmlns:p14="http://schemas.microsoft.com/office/powerpoint/2010/main" val="94116375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Package Declaration File</a:t>
            </a:r>
            <a:br>
              <a:rPr lang="en-US" dirty="0"/>
            </a:br>
            <a:r>
              <a:rPr lang="en-US" sz="2000" dirty="0"/>
              <a:t>PCD Section</a:t>
            </a:r>
            <a:endParaRPr lang="en-US" sz="2200" dirty="0"/>
          </a:p>
        </p:txBody>
      </p:sp>
      <p:sp>
        <p:nvSpPr>
          <p:cNvPr id="3" name="Content Placeholder 2"/>
          <p:cNvSpPr>
            <a:spLocks noGrp="1"/>
          </p:cNvSpPr>
          <p:nvPr>
            <p:ph idx="1"/>
          </p:nvPr>
        </p:nvSpPr>
        <p:spPr/>
        <p:txBody>
          <a:bodyPr>
            <a:normAutofit lnSpcReduction="10000"/>
          </a:bodyPr>
          <a:lstStyle/>
          <a:p>
            <a:pPr marL="0" indent="0">
              <a:lnSpc>
                <a:spcPct val="100000"/>
              </a:lnSpc>
              <a:buNone/>
            </a:pPr>
            <a:r>
              <a:rPr lang="en-US" altLang="zh-TW" sz="1800" b="1" strike="noStrike" spc="-1" dirty="0">
                <a:solidFill>
                  <a:srgbClr val="3F3F3F"/>
                </a:solidFill>
                <a:ea typeface="DejaVu Sans"/>
              </a:rPr>
              <a:t>[</a:t>
            </a:r>
            <a:r>
              <a:rPr lang="en-US" altLang="zh-TW" sz="1800" b="1" strike="noStrike" spc="-1" dirty="0" err="1">
                <a:solidFill>
                  <a:srgbClr val="3F3F3F"/>
                </a:solidFill>
                <a:ea typeface="DejaVu Sans"/>
              </a:rPr>
              <a:t>PcdsFixedAtBuild</a:t>
            </a:r>
            <a:r>
              <a:rPr lang="en-US" altLang="zh-TW" sz="1800" b="1" strike="noStrike" spc="-1" dirty="0">
                <a:solidFill>
                  <a:srgbClr val="3F3F3F"/>
                </a:solidFill>
                <a:ea typeface="DejaVu Sans"/>
              </a:rPr>
              <a:t>]</a:t>
            </a:r>
            <a:endParaRPr lang="en-US" altLang="zh-TW" sz="1800" b="0" strike="noStrike" spc="-1" dirty="0"/>
          </a:p>
          <a:p>
            <a:pPr marL="0" indent="0">
              <a:lnSpc>
                <a:spcPct val="100000"/>
              </a:lnSpc>
              <a:buNone/>
            </a:pPr>
            <a:r>
              <a:rPr lang="en-US" altLang="zh-TW" sz="1800" b="1" strike="noStrike" spc="-1" dirty="0">
                <a:solidFill>
                  <a:srgbClr val="3F3F3F"/>
                </a:solidFill>
                <a:ea typeface="DejaVu Sans"/>
              </a:rPr>
              <a:t>  </a:t>
            </a:r>
            <a:r>
              <a:rPr lang="en-US" altLang="zh-TW" sz="1800" b="1" strike="noStrike" spc="-1" dirty="0">
                <a:solidFill>
                  <a:srgbClr val="FF0000"/>
                </a:solidFill>
                <a:ea typeface="DejaVu Sans"/>
              </a:rPr>
              <a:t>PcdTokenSpaceCGuidName</a:t>
            </a:r>
            <a:r>
              <a:rPr lang="en-US" altLang="zh-TW" sz="1800" b="1" strike="noStrike" spc="-1" dirty="0">
                <a:solidFill>
                  <a:srgbClr val="3F3F3F"/>
                </a:solidFill>
                <a:ea typeface="DejaVu Sans"/>
              </a:rPr>
              <a:t>.</a:t>
            </a:r>
            <a:r>
              <a:rPr lang="en-US" altLang="zh-TW" sz="1800" b="1" strike="noStrike" spc="-1" dirty="0">
                <a:solidFill>
                  <a:srgbClr val="FF0000"/>
                </a:solidFill>
                <a:ea typeface="DejaVu Sans"/>
              </a:rPr>
              <a:t>PcdName</a:t>
            </a:r>
            <a:r>
              <a:rPr lang="en-US" altLang="zh-TW" sz="1800" b="1" strike="noStrike" spc="-1" dirty="0">
                <a:solidFill>
                  <a:srgbClr val="3F3F3F"/>
                </a:solidFill>
                <a:ea typeface="DejaVu Sans"/>
              </a:rPr>
              <a:t>|</a:t>
            </a:r>
            <a:r>
              <a:rPr lang="en-US" altLang="zh-TW" sz="1800" b="1" strike="noStrike" spc="-1" dirty="0">
                <a:solidFill>
                  <a:srgbClr val="FF0000"/>
                </a:solidFill>
                <a:ea typeface="DejaVu Sans"/>
              </a:rPr>
              <a:t>DefaultValue</a:t>
            </a:r>
            <a:r>
              <a:rPr lang="en-US" altLang="zh-TW" sz="1800" b="1" strike="noStrike" spc="-1" dirty="0">
                <a:solidFill>
                  <a:srgbClr val="3F3F3F"/>
                </a:solidFill>
                <a:ea typeface="DejaVu Sans"/>
              </a:rPr>
              <a:t>|</a:t>
            </a:r>
            <a:r>
              <a:rPr lang="en-US" altLang="zh-TW" sz="1800" b="1" strike="noStrike" spc="-1" dirty="0">
                <a:solidFill>
                  <a:srgbClr val="FF0000"/>
                </a:solidFill>
                <a:ea typeface="DejaVu Sans"/>
              </a:rPr>
              <a:t>DataType</a:t>
            </a:r>
            <a:r>
              <a:rPr lang="en-US" altLang="zh-TW" sz="1800" b="1" strike="noStrike" spc="-1" dirty="0">
                <a:solidFill>
                  <a:srgbClr val="3F3F3F"/>
                </a:solidFill>
                <a:ea typeface="DejaVu Sans"/>
              </a:rPr>
              <a:t>|</a:t>
            </a:r>
            <a:r>
              <a:rPr lang="en-US" altLang="zh-TW" sz="1800" b="1" strike="noStrike" spc="-1" dirty="0">
                <a:solidFill>
                  <a:srgbClr val="FF0000"/>
                </a:solidFill>
                <a:ea typeface="DejaVu Sans"/>
              </a:rPr>
              <a:t>TokenNumber</a:t>
            </a:r>
            <a:endParaRPr lang="en-US" altLang="zh-TW" sz="1800" b="0" strike="noStrike" spc="-1" dirty="0"/>
          </a:p>
          <a:p>
            <a:pPr marL="0" indent="0">
              <a:lnSpc>
                <a:spcPct val="100000"/>
              </a:lnSpc>
              <a:buNone/>
            </a:pPr>
            <a:endParaRPr lang="en-US" altLang="zh-TW" sz="1800" b="0" strike="noStrike" spc="-1" dirty="0"/>
          </a:p>
          <a:p>
            <a:pPr marL="0" indent="0">
              <a:lnSpc>
                <a:spcPct val="100000"/>
              </a:lnSpc>
              <a:buNone/>
            </a:pPr>
            <a:r>
              <a:rPr lang="en-US" altLang="zh-TW" sz="1800" b="1" strike="noStrike" spc="-1" dirty="0">
                <a:solidFill>
                  <a:srgbClr val="3F3F3F"/>
                </a:solidFill>
                <a:ea typeface="DejaVu Sans"/>
              </a:rPr>
              <a:t>[</a:t>
            </a:r>
            <a:r>
              <a:rPr lang="en-US" altLang="zh-TW" sz="1800" b="1" strike="noStrike" spc="-1" dirty="0" err="1">
                <a:solidFill>
                  <a:srgbClr val="3F3F3F"/>
                </a:solidFill>
                <a:ea typeface="DejaVu Sans"/>
              </a:rPr>
              <a:t>PcdsPatchableInModule</a:t>
            </a:r>
            <a:r>
              <a:rPr lang="en-US" altLang="zh-TW" sz="1800" b="1" strike="noStrike" spc="-1" dirty="0">
                <a:solidFill>
                  <a:srgbClr val="3F3F3F"/>
                </a:solidFill>
                <a:ea typeface="DejaVu Sans"/>
              </a:rPr>
              <a:t>]</a:t>
            </a:r>
            <a:endParaRPr lang="en-US" altLang="zh-TW" sz="1800" b="0" strike="noStrike" spc="-1" dirty="0"/>
          </a:p>
          <a:p>
            <a:pPr marL="0" indent="0">
              <a:lnSpc>
                <a:spcPct val="100000"/>
              </a:lnSpc>
              <a:buNone/>
            </a:pPr>
            <a:r>
              <a:rPr lang="en-US" altLang="zh-TW" sz="1800" b="1" strike="noStrike" spc="-1" dirty="0">
                <a:solidFill>
                  <a:srgbClr val="3F3F3F"/>
                </a:solidFill>
                <a:ea typeface="DejaVu Sans"/>
              </a:rPr>
              <a:t>  </a:t>
            </a:r>
            <a:r>
              <a:rPr lang="en-US" altLang="zh-TW" sz="1800" b="1" strike="noStrike" spc="-1" dirty="0">
                <a:solidFill>
                  <a:srgbClr val="FF0000"/>
                </a:solidFill>
                <a:ea typeface="DejaVu Sans"/>
              </a:rPr>
              <a:t>PcdTokenSpaceCGuidName</a:t>
            </a:r>
            <a:r>
              <a:rPr lang="en-US" altLang="zh-TW" sz="1800" b="1" strike="noStrike" spc="-1" dirty="0">
                <a:solidFill>
                  <a:srgbClr val="3F3F3F"/>
                </a:solidFill>
                <a:ea typeface="DejaVu Sans"/>
              </a:rPr>
              <a:t>.</a:t>
            </a:r>
            <a:r>
              <a:rPr lang="en-US" altLang="zh-TW" sz="1800" b="1" strike="noStrike" spc="-1" dirty="0">
                <a:solidFill>
                  <a:srgbClr val="FF0000"/>
                </a:solidFill>
                <a:ea typeface="DejaVu Sans"/>
              </a:rPr>
              <a:t>PcdName</a:t>
            </a:r>
            <a:r>
              <a:rPr lang="en-US" altLang="zh-TW" sz="1800" b="1" strike="noStrike" spc="-1" dirty="0">
                <a:solidFill>
                  <a:srgbClr val="3F3F3F"/>
                </a:solidFill>
                <a:ea typeface="DejaVu Sans"/>
              </a:rPr>
              <a:t>|</a:t>
            </a:r>
            <a:r>
              <a:rPr lang="en-US" altLang="zh-TW" sz="1800" b="1" strike="noStrike" spc="-1" dirty="0">
                <a:solidFill>
                  <a:srgbClr val="FF0000"/>
                </a:solidFill>
                <a:ea typeface="DejaVu Sans"/>
              </a:rPr>
              <a:t>DefaultValue</a:t>
            </a:r>
            <a:r>
              <a:rPr lang="en-US" altLang="zh-TW" sz="1800" b="1" strike="noStrike" spc="-1" dirty="0">
                <a:solidFill>
                  <a:srgbClr val="3F3F3F"/>
                </a:solidFill>
                <a:ea typeface="DejaVu Sans"/>
              </a:rPr>
              <a:t>|</a:t>
            </a:r>
            <a:r>
              <a:rPr lang="en-US" altLang="zh-TW" sz="1800" b="1" strike="noStrike" spc="-1" dirty="0">
                <a:solidFill>
                  <a:srgbClr val="FF0000"/>
                </a:solidFill>
                <a:ea typeface="DejaVu Sans"/>
              </a:rPr>
              <a:t>DataType</a:t>
            </a:r>
            <a:r>
              <a:rPr lang="en-US" altLang="zh-TW" sz="1800" b="1" strike="noStrike" spc="-1" dirty="0">
                <a:solidFill>
                  <a:srgbClr val="3F3F3F"/>
                </a:solidFill>
                <a:ea typeface="DejaVu Sans"/>
              </a:rPr>
              <a:t>|</a:t>
            </a:r>
            <a:r>
              <a:rPr lang="en-US" altLang="zh-TW" sz="1800" b="1" strike="noStrike" spc="-1" dirty="0">
                <a:solidFill>
                  <a:srgbClr val="FF0000"/>
                </a:solidFill>
                <a:ea typeface="DejaVu Sans"/>
              </a:rPr>
              <a:t>TokenNumber</a:t>
            </a:r>
            <a:endParaRPr lang="en-US" altLang="zh-TW" sz="1800" b="0" strike="noStrike" spc="-1" dirty="0"/>
          </a:p>
          <a:p>
            <a:pPr marL="0" indent="0">
              <a:lnSpc>
                <a:spcPct val="100000"/>
              </a:lnSpc>
              <a:buNone/>
            </a:pPr>
            <a:endParaRPr lang="en-US" altLang="zh-TW" sz="1800" b="0" strike="noStrike" spc="-1" dirty="0"/>
          </a:p>
          <a:p>
            <a:pPr marL="0" indent="0">
              <a:lnSpc>
                <a:spcPct val="100000"/>
              </a:lnSpc>
              <a:buNone/>
            </a:pPr>
            <a:r>
              <a:rPr lang="en-US" altLang="zh-TW" sz="1800" b="1" strike="noStrike" spc="-1" dirty="0">
                <a:solidFill>
                  <a:srgbClr val="3F3F3F"/>
                </a:solidFill>
                <a:ea typeface="DejaVu Sans"/>
              </a:rPr>
              <a:t>[</a:t>
            </a:r>
            <a:r>
              <a:rPr lang="en-US" altLang="zh-TW" sz="1800" b="1" strike="noStrike" spc="-1" dirty="0" err="1">
                <a:solidFill>
                  <a:srgbClr val="3F3F3F"/>
                </a:solidFill>
                <a:ea typeface="DejaVu Sans"/>
              </a:rPr>
              <a:t>PcdsDynamicEx</a:t>
            </a:r>
            <a:r>
              <a:rPr lang="en-US" altLang="zh-TW" sz="1800" b="1" strike="noStrike" spc="-1" dirty="0">
                <a:solidFill>
                  <a:srgbClr val="3F3F3F"/>
                </a:solidFill>
                <a:ea typeface="DejaVu Sans"/>
              </a:rPr>
              <a:t>]</a:t>
            </a:r>
            <a:endParaRPr lang="en-US" altLang="zh-TW" sz="1800" b="0" strike="noStrike" spc="-1" dirty="0"/>
          </a:p>
          <a:p>
            <a:pPr marL="0" indent="0">
              <a:lnSpc>
                <a:spcPct val="100000"/>
              </a:lnSpc>
              <a:buNone/>
            </a:pPr>
            <a:r>
              <a:rPr lang="en-US" altLang="zh-TW" sz="1800" b="1" strike="noStrike" spc="-1" dirty="0">
                <a:solidFill>
                  <a:srgbClr val="3F3F3F"/>
                </a:solidFill>
                <a:ea typeface="DejaVu Sans"/>
              </a:rPr>
              <a:t>  </a:t>
            </a:r>
            <a:r>
              <a:rPr lang="en-US" altLang="zh-TW" sz="1800" b="1" strike="noStrike" spc="-1" dirty="0">
                <a:solidFill>
                  <a:srgbClr val="FF0000"/>
                </a:solidFill>
                <a:ea typeface="DejaVu Sans"/>
              </a:rPr>
              <a:t>PcdTokenSpaceCGuidName</a:t>
            </a:r>
            <a:r>
              <a:rPr lang="en-US" altLang="zh-TW" sz="1800" b="1" strike="noStrike" spc="-1" dirty="0">
                <a:solidFill>
                  <a:srgbClr val="3F3F3F"/>
                </a:solidFill>
                <a:ea typeface="DejaVu Sans"/>
              </a:rPr>
              <a:t>.</a:t>
            </a:r>
            <a:r>
              <a:rPr lang="en-US" altLang="zh-TW" sz="1800" b="1" strike="noStrike" spc="-1" dirty="0">
                <a:solidFill>
                  <a:srgbClr val="FF0000"/>
                </a:solidFill>
                <a:ea typeface="DejaVu Sans"/>
              </a:rPr>
              <a:t>PcdName</a:t>
            </a:r>
            <a:r>
              <a:rPr lang="en-US" altLang="zh-TW" sz="1800" b="1" strike="noStrike" spc="-1" dirty="0">
                <a:solidFill>
                  <a:srgbClr val="3F3F3F"/>
                </a:solidFill>
                <a:ea typeface="DejaVu Sans"/>
              </a:rPr>
              <a:t>|</a:t>
            </a:r>
            <a:r>
              <a:rPr lang="en-US" altLang="zh-TW" sz="1800" b="1" strike="noStrike" spc="-1" dirty="0">
                <a:solidFill>
                  <a:srgbClr val="FF0000"/>
                </a:solidFill>
                <a:ea typeface="DejaVu Sans"/>
              </a:rPr>
              <a:t>DefaultValue</a:t>
            </a:r>
            <a:r>
              <a:rPr lang="en-US" altLang="zh-TW" sz="1800" b="1" strike="noStrike" spc="-1" dirty="0">
                <a:solidFill>
                  <a:srgbClr val="3F3F3F"/>
                </a:solidFill>
                <a:ea typeface="DejaVu Sans"/>
              </a:rPr>
              <a:t>|</a:t>
            </a:r>
            <a:r>
              <a:rPr lang="en-US" altLang="zh-TW" sz="1800" b="1" strike="noStrike" spc="-1" dirty="0">
                <a:solidFill>
                  <a:srgbClr val="FF0000"/>
                </a:solidFill>
                <a:ea typeface="DejaVu Sans"/>
              </a:rPr>
              <a:t>DataType</a:t>
            </a:r>
            <a:r>
              <a:rPr lang="en-US" altLang="zh-TW" sz="1800" b="1" strike="noStrike" spc="-1" dirty="0">
                <a:solidFill>
                  <a:srgbClr val="3F3F3F"/>
                </a:solidFill>
                <a:ea typeface="DejaVu Sans"/>
              </a:rPr>
              <a:t>|</a:t>
            </a:r>
            <a:r>
              <a:rPr lang="en-US" altLang="zh-TW" sz="1800" b="1" strike="noStrike" spc="-1" dirty="0">
                <a:solidFill>
                  <a:srgbClr val="FF0000"/>
                </a:solidFill>
                <a:ea typeface="DejaVu Sans"/>
              </a:rPr>
              <a:t>TokenNumber</a:t>
            </a:r>
            <a:endParaRPr lang="en-US" altLang="zh-TW" sz="1800" b="0" strike="noStrike" spc="-1" dirty="0"/>
          </a:p>
          <a:p>
            <a:pPr marL="0" indent="0">
              <a:lnSpc>
                <a:spcPct val="100000"/>
              </a:lnSpc>
              <a:buNone/>
            </a:pPr>
            <a:endParaRPr lang="en-US" altLang="zh-TW" sz="1800" b="0" strike="noStrike" spc="-1" dirty="0"/>
          </a:p>
          <a:p>
            <a:pPr marL="0" indent="0">
              <a:lnSpc>
                <a:spcPct val="100000"/>
              </a:lnSpc>
              <a:buNone/>
            </a:pPr>
            <a:r>
              <a:rPr lang="en-US" altLang="zh-TW" sz="1800" b="1" strike="noStrike" spc="-1" dirty="0">
                <a:solidFill>
                  <a:srgbClr val="3F3F3F"/>
                </a:solidFill>
                <a:ea typeface="DejaVu Sans"/>
              </a:rPr>
              <a:t>[</a:t>
            </a:r>
            <a:r>
              <a:rPr lang="en-US" altLang="zh-TW" sz="1800" b="1" strike="noStrike" spc="-1" dirty="0" err="1">
                <a:solidFill>
                  <a:srgbClr val="3F3F3F"/>
                </a:solidFill>
                <a:ea typeface="DejaVu Sans"/>
              </a:rPr>
              <a:t>PcdsFixedAtBuild</a:t>
            </a:r>
            <a:r>
              <a:rPr lang="en-US" altLang="zh-TW" sz="1800" b="1" strike="noStrike" spc="-1" dirty="0">
                <a:solidFill>
                  <a:srgbClr val="3F3F3F"/>
                </a:solidFill>
                <a:ea typeface="DejaVu Sans"/>
              </a:rPr>
              <a:t>, </a:t>
            </a:r>
            <a:r>
              <a:rPr lang="en-US" altLang="zh-TW" sz="1800" b="1" strike="noStrike" spc="-1" dirty="0" err="1">
                <a:solidFill>
                  <a:srgbClr val="3F3F3F"/>
                </a:solidFill>
                <a:ea typeface="DejaVu Sans"/>
              </a:rPr>
              <a:t>PcdsPatchableInModule</a:t>
            </a:r>
            <a:r>
              <a:rPr lang="en-US" altLang="zh-TW" sz="1800" b="1" strike="noStrike" spc="-1" dirty="0">
                <a:solidFill>
                  <a:srgbClr val="3F3F3F"/>
                </a:solidFill>
                <a:ea typeface="DejaVu Sans"/>
              </a:rPr>
              <a:t>, </a:t>
            </a:r>
            <a:r>
              <a:rPr lang="en-US" altLang="zh-TW" sz="1800" b="1" strike="noStrike" spc="-1" dirty="0" err="1">
                <a:solidFill>
                  <a:srgbClr val="3F3F3F"/>
                </a:solidFill>
                <a:ea typeface="DejaVu Sans"/>
              </a:rPr>
              <a:t>PcdsDynamicEx</a:t>
            </a:r>
            <a:r>
              <a:rPr lang="en-US" altLang="zh-TW" sz="1800" b="1" strike="noStrike" spc="-1" dirty="0">
                <a:solidFill>
                  <a:srgbClr val="3F3F3F"/>
                </a:solidFill>
                <a:ea typeface="DejaVu Sans"/>
              </a:rPr>
              <a:t>]</a:t>
            </a:r>
            <a:endParaRPr lang="en-US" altLang="zh-TW" sz="1800" b="0" strike="noStrike" spc="-1" dirty="0"/>
          </a:p>
          <a:p>
            <a:pPr marL="0" indent="0">
              <a:lnSpc>
                <a:spcPct val="100000"/>
              </a:lnSpc>
              <a:buNone/>
            </a:pPr>
            <a:r>
              <a:rPr lang="en-US" altLang="zh-TW" sz="1800" b="1" strike="noStrike" spc="-1" dirty="0">
                <a:solidFill>
                  <a:srgbClr val="3F3F3F"/>
                </a:solidFill>
                <a:ea typeface="DejaVu Sans"/>
              </a:rPr>
              <a:t>## This value is used to set the base address of </a:t>
            </a:r>
            <a:r>
              <a:rPr lang="en-US" altLang="zh-TW" sz="1800" b="1" strike="noStrike" spc="-1" dirty="0" err="1">
                <a:solidFill>
                  <a:srgbClr val="3F3F3F"/>
                </a:solidFill>
                <a:ea typeface="DejaVu Sans"/>
              </a:rPr>
              <a:t>pci</a:t>
            </a:r>
            <a:r>
              <a:rPr lang="en-US" altLang="zh-TW" sz="1800" b="1" strike="noStrike" spc="-1" dirty="0">
                <a:solidFill>
                  <a:srgbClr val="3F3F3F"/>
                </a:solidFill>
                <a:ea typeface="DejaVu Sans"/>
              </a:rPr>
              <a:t> express hierarchy</a:t>
            </a:r>
            <a:endParaRPr lang="en-US" altLang="zh-TW" sz="1800" b="0" strike="noStrike" spc="-1" dirty="0"/>
          </a:p>
          <a:p>
            <a:pPr marL="0" indent="0">
              <a:lnSpc>
                <a:spcPct val="100000"/>
              </a:lnSpc>
              <a:buNone/>
            </a:pPr>
            <a:r>
              <a:rPr lang="en-US" altLang="zh-TW" sz="1800" b="1" strike="noStrike" spc="-1" dirty="0">
                <a:solidFill>
                  <a:srgbClr val="3F3F3F"/>
                </a:solidFill>
                <a:ea typeface="DejaVu Sans"/>
              </a:rPr>
              <a:t>gEfiMdePkgTokenSpaceGuid.PcdPciExpressBaseAddress|0xE0000000|UINT64|0x0000000a</a:t>
            </a:r>
            <a:endParaRPr lang="en-US" altLang="zh-TW" sz="1800" b="0" strike="noStrike" spc="-1" dirty="0"/>
          </a:p>
        </p:txBody>
      </p:sp>
    </p:spTree>
    <p:extLst>
      <p:ext uri="{BB962C8B-B14F-4D97-AF65-F5344CB8AC3E}">
        <p14:creationId xmlns:p14="http://schemas.microsoft.com/office/powerpoint/2010/main" val="324871003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p:cNvSpPr>
            <a:spLocks noGrp="1"/>
          </p:cNvSpPr>
          <p:nvPr>
            <p:ph type="sldNum" sz="quarter" idx="12"/>
          </p:nvPr>
        </p:nvSpPr>
        <p:spPr/>
        <p:txBody>
          <a:bodyPr/>
          <a:lstStyle/>
          <a:p>
            <a:fld id="{781490A6-A1C6-4034-B8DF-BB0CBB7F3119}" type="slidenum">
              <a:rPr lang="en-US" smtClean="0"/>
              <a:pPr/>
              <a:t>35</a:t>
            </a:fld>
            <a:endParaRPr lang="en-US" dirty="0"/>
          </a:p>
        </p:txBody>
      </p:sp>
      <p:sp>
        <p:nvSpPr>
          <p:cNvPr id="2" name="Title 1"/>
          <p:cNvSpPr>
            <a:spLocks noGrp="1"/>
          </p:cNvSpPr>
          <p:nvPr>
            <p:ph type="title"/>
          </p:nvPr>
        </p:nvSpPr>
        <p:spPr/>
        <p:txBody>
          <a:bodyPr/>
          <a:lstStyle/>
          <a:p>
            <a:r>
              <a:rPr lang="en-US" dirty="0"/>
              <a:t>Platform Description File</a:t>
            </a:r>
          </a:p>
        </p:txBody>
      </p:sp>
    </p:spTree>
    <p:extLst>
      <p:ext uri="{BB962C8B-B14F-4D97-AF65-F5344CB8AC3E}">
        <p14:creationId xmlns:p14="http://schemas.microsoft.com/office/powerpoint/2010/main" val="215538911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Platform Description File</a:t>
            </a:r>
            <a:br>
              <a:rPr lang="en-US" dirty="0"/>
            </a:br>
            <a:r>
              <a:rPr lang="en-US" sz="2000" dirty="0"/>
              <a:t>DSC File Overview</a:t>
            </a:r>
            <a:endParaRPr lang="en-US" dirty="0"/>
          </a:p>
        </p:txBody>
      </p:sp>
      <p:sp>
        <p:nvSpPr>
          <p:cNvPr id="3" name="Content Placeholder 2"/>
          <p:cNvSpPr>
            <a:spLocks noGrp="1"/>
          </p:cNvSpPr>
          <p:nvPr>
            <p:ph idx="1"/>
          </p:nvPr>
        </p:nvSpPr>
        <p:spPr/>
        <p:txBody>
          <a:bodyPr>
            <a:normAutofit/>
          </a:bodyPr>
          <a:lstStyle/>
          <a:p>
            <a:pPr marL="228600" indent="-223560">
              <a:lnSpc>
                <a:spcPct val="100000"/>
              </a:lnSpc>
              <a:buClr>
                <a:srgbClr val="262626"/>
              </a:buClr>
              <a:buFont typeface="Arial"/>
              <a:buChar char="•"/>
            </a:pPr>
            <a:r>
              <a:rPr lang="en-US" altLang="zh-TW" sz="2400" b="0" strike="noStrike" spc="-1" dirty="0">
                <a:solidFill>
                  <a:srgbClr val="262626"/>
                </a:solidFill>
                <a:ea typeface="新細明體"/>
              </a:rPr>
              <a:t>[Defines]</a:t>
            </a:r>
            <a:endParaRPr lang="en-US" altLang="zh-TW" sz="2400" b="0" strike="noStrike" spc="-1" dirty="0"/>
          </a:p>
          <a:p>
            <a:pPr marL="228600" indent="-223560">
              <a:lnSpc>
                <a:spcPct val="100000"/>
              </a:lnSpc>
              <a:buClr>
                <a:srgbClr val="262626"/>
              </a:buClr>
              <a:buFont typeface="Arial"/>
              <a:buChar char="•"/>
            </a:pPr>
            <a:r>
              <a:rPr lang="en-US" altLang="zh-TW" sz="2400" b="0" strike="noStrike" spc="-1" dirty="0">
                <a:solidFill>
                  <a:srgbClr val="262626"/>
                </a:solidFill>
                <a:ea typeface="新細明體"/>
              </a:rPr>
              <a:t>[</a:t>
            </a:r>
            <a:r>
              <a:rPr lang="en-US" altLang="zh-TW" sz="2400" b="0" strike="noStrike" spc="-1" dirty="0" err="1">
                <a:solidFill>
                  <a:srgbClr val="262626"/>
                </a:solidFill>
                <a:ea typeface="新細明體"/>
              </a:rPr>
              <a:t>BuildOptions</a:t>
            </a:r>
            <a:r>
              <a:rPr lang="en-US" altLang="zh-TW" sz="2400" b="0" strike="noStrike" spc="-1" dirty="0">
                <a:solidFill>
                  <a:srgbClr val="262626"/>
                </a:solidFill>
                <a:ea typeface="新細明體"/>
              </a:rPr>
              <a:t>]</a:t>
            </a:r>
            <a:endParaRPr lang="en-US" altLang="zh-TW" sz="2400" b="0" strike="noStrike" spc="-1" dirty="0"/>
          </a:p>
          <a:p>
            <a:pPr marL="228600" indent="-223560">
              <a:lnSpc>
                <a:spcPct val="100000"/>
              </a:lnSpc>
              <a:buClr>
                <a:srgbClr val="262626"/>
              </a:buClr>
              <a:buFont typeface="Arial"/>
              <a:buChar char="•"/>
            </a:pPr>
            <a:r>
              <a:rPr lang="en-US" altLang="zh-TW" sz="2400" b="0" strike="noStrike" spc="-1" dirty="0">
                <a:solidFill>
                  <a:srgbClr val="262626"/>
                </a:solidFill>
                <a:ea typeface="新細明體"/>
              </a:rPr>
              <a:t>[</a:t>
            </a:r>
            <a:r>
              <a:rPr lang="en-US" altLang="zh-TW" sz="2400" b="0" strike="noStrike" spc="-1" dirty="0" err="1">
                <a:solidFill>
                  <a:srgbClr val="262626"/>
                </a:solidFill>
                <a:ea typeface="新細明體"/>
              </a:rPr>
              <a:t>SkuIds</a:t>
            </a:r>
            <a:r>
              <a:rPr lang="en-US" altLang="zh-TW" sz="2400" b="0" strike="noStrike" spc="-1" dirty="0">
                <a:solidFill>
                  <a:srgbClr val="262626"/>
                </a:solidFill>
                <a:ea typeface="新細明體"/>
              </a:rPr>
              <a:t>]: This section lists numeric mappings to the SKU ID User Interface Name.</a:t>
            </a:r>
            <a:endParaRPr lang="en-US" altLang="zh-TW" sz="2400" b="0" strike="noStrike" spc="-1" dirty="0"/>
          </a:p>
          <a:p>
            <a:pPr marL="228600" indent="-223560">
              <a:lnSpc>
                <a:spcPct val="100000"/>
              </a:lnSpc>
              <a:buClr>
                <a:srgbClr val="262626"/>
              </a:buClr>
              <a:buFont typeface="Arial"/>
              <a:buChar char="•"/>
            </a:pPr>
            <a:r>
              <a:rPr lang="en-US" altLang="zh-TW" sz="2400" b="0" strike="noStrike" spc="-1" dirty="0">
                <a:solidFill>
                  <a:srgbClr val="262626"/>
                </a:solidFill>
                <a:ea typeface="新細明體"/>
              </a:rPr>
              <a:t>[Libraries]</a:t>
            </a:r>
            <a:endParaRPr lang="en-US" altLang="zh-TW" sz="2400" b="0" strike="noStrike" spc="-1" dirty="0"/>
          </a:p>
          <a:p>
            <a:pPr marL="228600" indent="-223560">
              <a:lnSpc>
                <a:spcPct val="100000"/>
              </a:lnSpc>
              <a:buClr>
                <a:srgbClr val="262626"/>
              </a:buClr>
              <a:buFont typeface="Arial"/>
              <a:buChar char="•"/>
            </a:pPr>
            <a:r>
              <a:rPr lang="en-US" altLang="zh-TW" sz="2400" b="0" strike="noStrike" spc="-1" dirty="0">
                <a:solidFill>
                  <a:srgbClr val="262626"/>
                </a:solidFill>
                <a:ea typeface="新細明體"/>
              </a:rPr>
              <a:t>[</a:t>
            </a:r>
            <a:r>
              <a:rPr lang="en-US" altLang="zh-TW" sz="2400" b="0" strike="noStrike" spc="-1" dirty="0" err="1">
                <a:solidFill>
                  <a:srgbClr val="262626"/>
                </a:solidFill>
                <a:ea typeface="新細明體"/>
              </a:rPr>
              <a:t>LibraryClasses</a:t>
            </a:r>
            <a:r>
              <a:rPr lang="en-US" altLang="zh-TW" sz="2400" b="0" strike="noStrike" spc="-1" dirty="0">
                <a:solidFill>
                  <a:srgbClr val="262626"/>
                </a:solidFill>
                <a:ea typeface="新細明體"/>
              </a:rPr>
              <a:t>]</a:t>
            </a:r>
            <a:endParaRPr lang="en-US" altLang="zh-TW" sz="2400" b="0" strike="noStrike" spc="-1" dirty="0"/>
          </a:p>
          <a:p>
            <a:pPr marL="228600" indent="-223560">
              <a:lnSpc>
                <a:spcPct val="100000"/>
              </a:lnSpc>
              <a:buClr>
                <a:srgbClr val="262626"/>
              </a:buClr>
              <a:buFont typeface="Arial"/>
              <a:buChar char="•"/>
            </a:pPr>
            <a:r>
              <a:rPr lang="en-US" altLang="zh-TW" sz="2400" b="0" strike="noStrike" spc="-1" dirty="0">
                <a:solidFill>
                  <a:srgbClr val="262626"/>
                </a:solidFill>
                <a:ea typeface="新細明體"/>
              </a:rPr>
              <a:t>PCD Section</a:t>
            </a:r>
            <a:endParaRPr lang="en-US" altLang="zh-TW" sz="2400" b="0" strike="noStrike" spc="-1" dirty="0"/>
          </a:p>
          <a:p>
            <a:pPr marL="228600" indent="-223560">
              <a:lnSpc>
                <a:spcPct val="100000"/>
              </a:lnSpc>
              <a:buClr>
                <a:srgbClr val="262626"/>
              </a:buClr>
              <a:buFont typeface="Arial"/>
              <a:buChar char="•"/>
            </a:pPr>
            <a:r>
              <a:rPr lang="en-US" altLang="zh-TW" sz="2400" b="0" strike="noStrike" spc="-1" dirty="0">
                <a:solidFill>
                  <a:srgbClr val="262626"/>
                </a:solidFill>
                <a:ea typeface="新細明體"/>
              </a:rPr>
              <a:t>[Components]</a:t>
            </a:r>
            <a:endParaRPr lang="en-US" altLang="zh-TW" sz="2400" b="0" strike="noStrike" spc="-1" dirty="0"/>
          </a:p>
          <a:p>
            <a:pPr marL="228600" indent="-223560">
              <a:lnSpc>
                <a:spcPct val="100000"/>
              </a:lnSpc>
              <a:buClr>
                <a:srgbClr val="808080"/>
              </a:buClr>
              <a:buFont typeface="Arial"/>
              <a:buChar char="•"/>
            </a:pPr>
            <a:r>
              <a:rPr lang="en-US" altLang="zh-TW" sz="2400" b="0" strike="noStrike" spc="-1" dirty="0">
                <a:solidFill>
                  <a:srgbClr val="808080"/>
                </a:solidFill>
                <a:ea typeface="新細明體"/>
              </a:rPr>
              <a:t>[</a:t>
            </a:r>
            <a:r>
              <a:rPr lang="en-US" altLang="zh-TW" sz="2400" b="0" strike="noStrike" spc="-1" dirty="0" err="1">
                <a:solidFill>
                  <a:srgbClr val="808080"/>
                </a:solidFill>
                <a:ea typeface="新細明體"/>
              </a:rPr>
              <a:t>UserExtensions</a:t>
            </a:r>
            <a:r>
              <a:rPr lang="en-US" altLang="zh-TW" sz="2400" b="0" strike="noStrike" spc="-1" dirty="0">
                <a:solidFill>
                  <a:srgbClr val="808080"/>
                </a:solidFill>
                <a:ea typeface="新細明體"/>
              </a:rPr>
              <a:t>]</a:t>
            </a:r>
            <a:endParaRPr lang="en-US" altLang="zh-TW" sz="2400" b="0" strike="noStrike" spc="-1" dirty="0"/>
          </a:p>
        </p:txBody>
      </p:sp>
    </p:spTree>
    <p:extLst>
      <p:ext uri="{BB962C8B-B14F-4D97-AF65-F5344CB8AC3E}">
        <p14:creationId xmlns:p14="http://schemas.microsoft.com/office/powerpoint/2010/main" val="296659158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Platform Description File</a:t>
            </a:r>
            <a:br>
              <a:rPr lang="en-US" dirty="0"/>
            </a:br>
            <a:r>
              <a:rPr lang="en-US" sz="2000" dirty="0"/>
              <a:t>[Defines]</a:t>
            </a:r>
            <a:endParaRPr lang="en-US" dirty="0"/>
          </a:p>
        </p:txBody>
      </p:sp>
      <p:sp>
        <p:nvSpPr>
          <p:cNvPr id="3" name="Content Placeholder 2"/>
          <p:cNvSpPr>
            <a:spLocks noGrp="1"/>
          </p:cNvSpPr>
          <p:nvPr>
            <p:ph idx="1"/>
          </p:nvPr>
        </p:nvSpPr>
        <p:spPr/>
        <p:txBody>
          <a:bodyPr>
            <a:normAutofit fontScale="85000" lnSpcReduction="20000"/>
          </a:bodyPr>
          <a:lstStyle/>
          <a:p>
            <a:pPr marL="228600" indent="-223560">
              <a:lnSpc>
                <a:spcPct val="100000"/>
              </a:lnSpc>
              <a:buClr>
                <a:srgbClr val="3F3F3F"/>
              </a:buClr>
              <a:buFont typeface="Arial"/>
              <a:buChar char="•"/>
            </a:pPr>
            <a:r>
              <a:rPr lang="en-US" altLang="zh-TW" sz="2800" b="0" strike="noStrike" spc="-1" dirty="0">
                <a:solidFill>
                  <a:srgbClr val="3F3F3F"/>
                </a:solidFill>
                <a:latin typeface="Segoe UI"/>
                <a:ea typeface="DejaVu Sans"/>
              </a:rPr>
              <a:t>The defines section of an EDK II DSC file is used to define variable assignments that can be used in later build steps.</a:t>
            </a:r>
            <a:endParaRPr lang="en-US" altLang="zh-TW" sz="2800" b="0" strike="noStrike" spc="-1" dirty="0">
              <a:latin typeface="Arial"/>
            </a:endParaRPr>
          </a:p>
          <a:p>
            <a:pPr marL="228600" indent="-223560">
              <a:lnSpc>
                <a:spcPct val="100000"/>
              </a:lnSpc>
              <a:buClr>
                <a:srgbClr val="3F3F3F"/>
              </a:buClr>
              <a:buFont typeface="Arial"/>
              <a:buChar char="•"/>
            </a:pPr>
            <a:r>
              <a:rPr lang="en-US" altLang="zh-TW" sz="2800" b="0" strike="noStrike" spc="-1" dirty="0">
                <a:solidFill>
                  <a:srgbClr val="3F3F3F"/>
                </a:solidFill>
                <a:latin typeface="Segoe UI"/>
                <a:ea typeface="DejaVu Sans"/>
              </a:rPr>
              <a:t>The format for entries in this section is: </a:t>
            </a:r>
            <a:endParaRPr lang="en-US" altLang="zh-TW" sz="2800" b="0" strike="noStrike" spc="-1" dirty="0">
              <a:latin typeface="Arial"/>
            </a:endParaRPr>
          </a:p>
          <a:p>
            <a:pPr marL="685800" lvl="1" indent="-223560">
              <a:lnSpc>
                <a:spcPct val="100000"/>
              </a:lnSpc>
              <a:buClr>
                <a:srgbClr val="EE6F31"/>
              </a:buClr>
              <a:buFont typeface="Arial"/>
              <a:buChar char="•"/>
            </a:pPr>
            <a:r>
              <a:rPr lang="en-US" altLang="zh-TW" sz="2000" b="1" strike="noStrike" spc="-1" dirty="0">
                <a:solidFill>
                  <a:srgbClr val="EE6F31"/>
                </a:solidFill>
                <a:latin typeface="Segoe UI"/>
                <a:ea typeface="DejaVu Sans"/>
              </a:rPr>
              <a:t>Name = Value</a:t>
            </a:r>
            <a:endParaRPr lang="en-US" altLang="zh-TW" sz="2000" b="0" strike="noStrike" spc="-1" dirty="0">
              <a:latin typeface="Arial"/>
            </a:endParaRPr>
          </a:p>
          <a:p>
            <a:pPr>
              <a:lnSpc>
                <a:spcPct val="100000"/>
              </a:lnSpc>
            </a:pPr>
            <a:endParaRPr lang="en-US" altLang="zh-TW" sz="2000" b="0" strike="noStrike" spc="-1" dirty="0">
              <a:latin typeface="Arial"/>
            </a:endParaRPr>
          </a:p>
          <a:p>
            <a:pPr marL="0" indent="0">
              <a:lnSpc>
                <a:spcPct val="100000"/>
              </a:lnSpc>
              <a:buNone/>
            </a:pPr>
            <a:r>
              <a:rPr lang="en-US" altLang="zh-TW" sz="1700" b="1" strike="noStrike" spc="-1" dirty="0">
                <a:solidFill>
                  <a:srgbClr val="3F3F3F"/>
                </a:solidFill>
                <a:latin typeface="Segoe UI"/>
                <a:ea typeface="DejaVu Sans"/>
              </a:rPr>
              <a:t>[Defines]</a:t>
            </a:r>
            <a:endParaRPr lang="en-US" altLang="zh-TW" sz="1700" b="0" strike="noStrike" spc="-1" dirty="0">
              <a:latin typeface="Arial"/>
            </a:endParaRPr>
          </a:p>
          <a:p>
            <a:pPr marL="0" indent="0">
              <a:lnSpc>
                <a:spcPct val="100000"/>
              </a:lnSpc>
              <a:buNone/>
            </a:pPr>
            <a:r>
              <a:rPr lang="en-US" altLang="zh-TW" sz="1700" b="1" strike="noStrike" spc="-1" dirty="0">
                <a:solidFill>
                  <a:srgbClr val="3F3F3F"/>
                </a:solidFill>
                <a:latin typeface="Segoe UI"/>
                <a:ea typeface="DejaVu Sans"/>
              </a:rPr>
              <a:t>  PLATFORM_NAME                    = Whitley</a:t>
            </a:r>
            <a:endParaRPr lang="en-US" altLang="zh-TW" sz="1700" b="0" strike="noStrike" spc="-1" dirty="0">
              <a:latin typeface="Arial"/>
            </a:endParaRPr>
          </a:p>
          <a:p>
            <a:pPr marL="0" indent="0">
              <a:lnSpc>
                <a:spcPct val="100000"/>
              </a:lnSpc>
              <a:buNone/>
            </a:pPr>
            <a:r>
              <a:rPr lang="en-US" altLang="zh-TW" sz="1700" b="1" strike="noStrike" spc="-1" dirty="0">
                <a:solidFill>
                  <a:srgbClr val="3F3F3F"/>
                </a:solidFill>
                <a:latin typeface="Segoe UI"/>
                <a:ea typeface="DejaVu Sans"/>
              </a:rPr>
              <a:t>  PLATFORM_GUID                      = b567045a-db4a-4329-bbc9-7ac8866fa756</a:t>
            </a:r>
            <a:endParaRPr lang="en-US" altLang="zh-TW" sz="1700" b="0" strike="noStrike" spc="-1" dirty="0">
              <a:latin typeface="Arial"/>
            </a:endParaRPr>
          </a:p>
          <a:p>
            <a:pPr marL="0" indent="0">
              <a:lnSpc>
                <a:spcPct val="100000"/>
              </a:lnSpc>
              <a:buNone/>
            </a:pPr>
            <a:r>
              <a:rPr lang="en-US" altLang="zh-TW" sz="1700" b="1" strike="noStrike" spc="-1" dirty="0">
                <a:solidFill>
                  <a:srgbClr val="3F3F3F"/>
                </a:solidFill>
                <a:latin typeface="Segoe UI"/>
                <a:ea typeface="DejaVu Sans"/>
              </a:rPr>
              <a:t>  PLATFORM_VERSION                = 0.1</a:t>
            </a:r>
            <a:endParaRPr lang="en-US" altLang="zh-TW" sz="1700" b="0" strike="noStrike" spc="-1" dirty="0">
              <a:latin typeface="Arial"/>
            </a:endParaRPr>
          </a:p>
          <a:p>
            <a:pPr marL="0" indent="0">
              <a:lnSpc>
                <a:spcPct val="100000"/>
              </a:lnSpc>
              <a:buNone/>
            </a:pPr>
            <a:r>
              <a:rPr lang="en-US" altLang="zh-TW" sz="1700" b="1" strike="noStrike" spc="-1" dirty="0">
                <a:solidFill>
                  <a:srgbClr val="3F3F3F"/>
                </a:solidFill>
                <a:latin typeface="Segoe UI"/>
                <a:ea typeface="DejaVu Sans"/>
              </a:rPr>
              <a:t>  DSC_SPECIFICATION                 = 0x00010005</a:t>
            </a:r>
            <a:endParaRPr lang="en-US" altLang="zh-TW" sz="1700" b="0" strike="noStrike" spc="-1" dirty="0">
              <a:latin typeface="Arial"/>
            </a:endParaRPr>
          </a:p>
          <a:p>
            <a:pPr marL="0" indent="0">
              <a:lnSpc>
                <a:spcPct val="100000"/>
              </a:lnSpc>
              <a:buNone/>
            </a:pPr>
            <a:r>
              <a:rPr lang="en-US" altLang="zh-TW" sz="1700" b="1" strike="noStrike" spc="-1" dirty="0">
                <a:solidFill>
                  <a:srgbClr val="3F3F3F"/>
                </a:solidFill>
                <a:latin typeface="Segoe UI"/>
                <a:ea typeface="DejaVu Sans"/>
              </a:rPr>
              <a:t>  OUTPUT_DIRECTORY                = Build/$(PROJECT_PKG)</a:t>
            </a:r>
            <a:endParaRPr lang="en-US" altLang="zh-TW" sz="1700" b="0" strike="noStrike" spc="-1" dirty="0">
              <a:latin typeface="Arial"/>
            </a:endParaRPr>
          </a:p>
          <a:p>
            <a:pPr marL="0" indent="0">
              <a:lnSpc>
                <a:spcPct val="100000"/>
              </a:lnSpc>
              <a:buNone/>
            </a:pPr>
            <a:r>
              <a:rPr lang="en-US" altLang="zh-TW" sz="1700" b="1" strike="noStrike" spc="-1" dirty="0">
                <a:solidFill>
                  <a:srgbClr val="3F3F3F"/>
                </a:solidFill>
                <a:latin typeface="Segoe UI"/>
                <a:ea typeface="DejaVu Sans"/>
              </a:rPr>
              <a:t>  SUPPORTED_ARCHITECTURES = IA32|X64</a:t>
            </a:r>
            <a:endParaRPr lang="en-US" altLang="zh-TW" sz="1700" b="0" strike="noStrike" spc="-1" dirty="0">
              <a:latin typeface="Arial"/>
            </a:endParaRPr>
          </a:p>
          <a:p>
            <a:pPr marL="0" indent="0">
              <a:lnSpc>
                <a:spcPct val="100000"/>
              </a:lnSpc>
              <a:buNone/>
            </a:pPr>
            <a:r>
              <a:rPr lang="en-US" altLang="zh-TW" sz="1700" b="1" strike="noStrike" spc="-1" dirty="0">
                <a:solidFill>
                  <a:srgbClr val="3F3F3F"/>
                </a:solidFill>
                <a:latin typeface="Segoe UI"/>
                <a:ea typeface="DejaVu Sans"/>
              </a:rPr>
              <a:t>  BUILD_TARGETS                        = DEBUG|RELEASE</a:t>
            </a:r>
            <a:endParaRPr lang="en-US" altLang="zh-TW" sz="1700" b="0" strike="noStrike" spc="-1" dirty="0">
              <a:latin typeface="Arial"/>
            </a:endParaRPr>
          </a:p>
          <a:p>
            <a:pPr marL="0" indent="0">
              <a:lnSpc>
                <a:spcPct val="100000"/>
              </a:lnSpc>
              <a:buNone/>
            </a:pPr>
            <a:r>
              <a:rPr lang="en-US" altLang="zh-TW" sz="1700" b="1" strike="noStrike" spc="-1" dirty="0">
                <a:solidFill>
                  <a:srgbClr val="3F3F3F"/>
                </a:solidFill>
                <a:latin typeface="Segoe UI"/>
                <a:ea typeface="DejaVu Sans"/>
              </a:rPr>
              <a:t>  SKUID_IDENTIFIER                    = DEFAULT</a:t>
            </a:r>
            <a:endParaRPr lang="en-US" altLang="zh-TW" sz="1700" b="0" strike="noStrike" spc="-1" dirty="0">
              <a:latin typeface="Arial"/>
            </a:endParaRPr>
          </a:p>
          <a:p>
            <a:pPr marL="0" indent="0">
              <a:lnSpc>
                <a:spcPct val="100000"/>
              </a:lnSpc>
              <a:buNone/>
            </a:pPr>
            <a:r>
              <a:rPr lang="en-US" altLang="zh-TW" sz="1700" b="1" strike="noStrike" spc="-1" dirty="0">
                <a:solidFill>
                  <a:srgbClr val="3F3F3F"/>
                </a:solidFill>
                <a:latin typeface="Segoe UI"/>
                <a:ea typeface="DejaVu Sans"/>
              </a:rPr>
              <a:t>  FLASH_DEFINITION                  = Build/$(PROJECT_PKG)/</a:t>
            </a:r>
            <a:r>
              <a:rPr lang="en-US" altLang="zh-TW" sz="1700" b="1" strike="noStrike" spc="-1" dirty="0" err="1">
                <a:solidFill>
                  <a:srgbClr val="3F3F3F"/>
                </a:solidFill>
                <a:latin typeface="Segoe UI"/>
                <a:ea typeface="DejaVu Sans"/>
              </a:rPr>
              <a:t>Project.fdf</a:t>
            </a:r>
            <a:endParaRPr lang="en-US" altLang="zh-TW" sz="1700" b="0" strike="noStrike" spc="-1" dirty="0">
              <a:latin typeface="Arial"/>
            </a:endParaRPr>
          </a:p>
        </p:txBody>
      </p:sp>
    </p:spTree>
    <p:extLst>
      <p:ext uri="{BB962C8B-B14F-4D97-AF65-F5344CB8AC3E}">
        <p14:creationId xmlns:p14="http://schemas.microsoft.com/office/powerpoint/2010/main" val="2618365164"/>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Platform Description File</a:t>
            </a:r>
            <a:br>
              <a:rPr lang="en-US" dirty="0"/>
            </a:br>
            <a:r>
              <a:rPr lang="en-US" sz="2000" dirty="0"/>
              <a:t>[</a:t>
            </a:r>
            <a:r>
              <a:rPr lang="en-US" sz="2000" dirty="0" err="1"/>
              <a:t>BuildOptions</a:t>
            </a:r>
            <a:r>
              <a:rPr lang="en-US" sz="2000" dirty="0"/>
              <a:t>]</a:t>
            </a:r>
            <a:endParaRPr lang="en-US" dirty="0"/>
          </a:p>
        </p:txBody>
      </p:sp>
      <p:sp>
        <p:nvSpPr>
          <p:cNvPr id="3" name="Content Placeholder 2"/>
          <p:cNvSpPr>
            <a:spLocks noGrp="1"/>
          </p:cNvSpPr>
          <p:nvPr>
            <p:ph idx="1"/>
          </p:nvPr>
        </p:nvSpPr>
        <p:spPr/>
        <p:txBody>
          <a:bodyPr>
            <a:normAutofit/>
          </a:bodyPr>
          <a:lstStyle/>
          <a:p>
            <a:pPr marL="228600" indent="-223560">
              <a:lnSpc>
                <a:spcPct val="100000"/>
              </a:lnSpc>
              <a:buClr>
                <a:srgbClr val="3F3F3F"/>
              </a:buClr>
              <a:buFont typeface="Arial"/>
              <a:buChar char="•"/>
            </a:pPr>
            <a:r>
              <a:rPr lang="en-US" altLang="zh-TW" b="0" strike="noStrike" spc="-1" dirty="0">
                <a:solidFill>
                  <a:srgbClr val="3F3F3F"/>
                </a:solidFill>
                <a:ea typeface="DejaVu Sans"/>
              </a:rPr>
              <a:t>Content in the [</a:t>
            </a:r>
            <a:r>
              <a:rPr lang="en-US" altLang="zh-TW" b="0" strike="noStrike" spc="-1" dirty="0" err="1">
                <a:solidFill>
                  <a:srgbClr val="3F3F3F"/>
                </a:solidFill>
                <a:ea typeface="DejaVu Sans"/>
              </a:rPr>
              <a:t>BuildOptions</a:t>
            </a:r>
            <a:r>
              <a:rPr lang="en-US" altLang="zh-TW" b="0" strike="noStrike" spc="-1" dirty="0">
                <a:solidFill>
                  <a:srgbClr val="3F3F3F"/>
                </a:solidFill>
                <a:ea typeface="DejaVu Sans"/>
              </a:rPr>
              <a:t>] section is used to define module specific tool chain flags rather than use the default flags for a module.</a:t>
            </a:r>
            <a:endParaRPr lang="en-US" altLang="zh-TW" b="0" strike="noStrike" spc="-1" dirty="0"/>
          </a:p>
          <a:p>
            <a:pPr>
              <a:lnSpc>
                <a:spcPct val="100000"/>
              </a:lnSpc>
            </a:pPr>
            <a:endParaRPr lang="en-US" altLang="zh-TW" sz="3600" b="0" strike="noStrike" spc="-1" dirty="0"/>
          </a:p>
          <a:p>
            <a:pPr marL="0" indent="0">
              <a:lnSpc>
                <a:spcPct val="100000"/>
              </a:lnSpc>
              <a:buNone/>
            </a:pPr>
            <a:r>
              <a:rPr lang="en-US" altLang="zh-TW" sz="2000" b="1" strike="noStrike" spc="-1" dirty="0">
                <a:solidFill>
                  <a:srgbClr val="3F3F3F"/>
                </a:solidFill>
                <a:ea typeface="DejaVu Sans"/>
              </a:rPr>
              <a:t>[</a:t>
            </a:r>
            <a:r>
              <a:rPr lang="en-US" altLang="zh-TW" sz="2000" b="1" strike="noStrike" spc="-1" dirty="0" err="1">
                <a:solidFill>
                  <a:srgbClr val="3F3F3F"/>
                </a:solidFill>
                <a:ea typeface="DejaVu Sans"/>
              </a:rPr>
              <a:t>BuildOptions.Common.EDK</a:t>
            </a:r>
            <a:r>
              <a:rPr lang="en-US" altLang="zh-TW" sz="2000" b="1" strike="noStrike" spc="-1" dirty="0">
                <a:solidFill>
                  <a:srgbClr val="3F3F3F"/>
                </a:solidFill>
                <a:ea typeface="DejaVu Sans"/>
              </a:rPr>
              <a:t>]</a:t>
            </a:r>
            <a:endParaRPr lang="en-US" altLang="zh-TW" sz="2000" b="0" strike="noStrike" spc="-1" dirty="0"/>
          </a:p>
          <a:p>
            <a:pPr marL="0" indent="0">
              <a:lnSpc>
                <a:spcPct val="100000"/>
              </a:lnSpc>
              <a:buNone/>
            </a:pPr>
            <a:r>
              <a:rPr lang="en-US" altLang="zh-TW" sz="2000" b="1" strike="noStrike" spc="-1" dirty="0">
                <a:solidFill>
                  <a:srgbClr val="3F3F3F"/>
                </a:solidFill>
                <a:ea typeface="DejaVu Sans"/>
              </a:rPr>
              <a:t>    *_*_IA32_ASM_FLAGS   = /D EFI32 $(DSC_GLOBAL_BUILD_OPTIONS) $(ASM_FLAGS)</a:t>
            </a:r>
            <a:endParaRPr lang="en-US" altLang="zh-TW" sz="2000" b="0" strike="noStrike" spc="-1" dirty="0"/>
          </a:p>
          <a:p>
            <a:pPr marL="0" indent="0">
              <a:lnSpc>
                <a:spcPct val="100000"/>
              </a:lnSpc>
              <a:buNone/>
            </a:pPr>
            <a:endParaRPr lang="en-US" altLang="zh-TW" sz="2000" b="0" strike="noStrike" spc="-1" dirty="0"/>
          </a:p>
          <a:p>
            <a:pPr marL="0" indent="0">
              <a:lnSpc>
                <a:spcPct val="100000"/>
              </a:lnSpc>
              <a:buNone/>
            </a:pPr>
            <a:r>
              <a:rPr lang="en-US" altLang="zh-TW" sz="2000" b="1" strike="noStrike" spc="-1" dirty="0">
                <a:solidFill>
                  <a:srgbClr val="3F3F3F"/>
                </a:solidFill>
                <a:ea typeface="DejaVu Sans"/>
              </a:rPr>
              <a:t>[</a:t>
            </a:r>
            <a:r>
              <a:rPr lang="en-US" altLang="zh-TW" sz="2000" b="1" strike="noStrike" spc="-1" dirty="0" err="1">
                <a:solidFill>
                  <a:srgbClr val="3F3F3F"/>
                </a:solidFill>
                <a:ea typeface="DejaVu Sans"/>
              </a:rPr>
              <a:t>BuildOptions.common.EDKII</a:t>
            </a:r>
            <a:r>
              <a:rPr lang="en-US" altLang="zh-TW" sz="2000" b="1" strike="noStrike" spc="-1" dirty="0">
                <a:solidFill>
                  <a:srgbClr val="3F3F3F"/>
                </a:solidFill>
                <a:ea typeface="DejaVu Sans"/>
              </a:rPr>
              <a:t>]</a:t>
            </a:r>
            <a:endParaRPr lang="en-US" altLang="zh-TW" sz="2000" b="0" strike="noStrike" spc="-1" dirty="0"/>
          </a:p>
          <a:p>
            <a:pPr marL="0" indent="0">
              <a:lnSpc>
                <a:spcPct val="100000"/>
              </a:lnSpc>
              <a:buNone/>
            </a:pPr>
            <a:r>
              <a:rPr lang="en-US" altLang="zh-TW" sz="2000" b="1" strike="noStrike" spc="-1" dirty="0">
                <a:solidFill>
                  <a:srgbClr val="3F3F3F"/>
                </a:solidFill>
                <a:ea typeface="DejaVu Sans"/>
              </a:rPr>
              <a:t>    MSFT:RELEASE_*_*_CC_FLAGS      = /D MDEPKG_NDEBUG</a:t>
            </a:r>
            <a:endParaRPr lang="en-US" altLang="zh-TW" sz="2000" b="0" strike="noStrike" spc="-1" dirty="0"/>
          </a:p>
        </p:txBody>
      </p:sp>
    </p:spTree>
    <p:extLst>
      <p:ext uri="{BB962C8B-B14F-4D97-AF65-F5344CB8AC3E}">
        <p14:creationId xmlns:p14="http://schemas.microsoft.com/office/powerpoint/2010/main" val="127841002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Platform Description File</a:t>
            </a:r>
            <a:br>
              <a:rPr lang="en-US" dirty="0"/>
            </a:br>
            <a:r>
              <a:rPr lang="en-US" sz="2000" dirty="0"/>
              <a:t>[</a:t>
            </a:r>
            <a:r>
              <a:rPr lang="en-US" sz="2000" dirty="0" err="1"/>
              <a:t>BuildOptions</a:t>
            </a:r>
            <a:r>
              <a:rPr lang="en-US" sz="2000" dirty="0"/>
              <a:t>]</a:t>
            </a:r>
            <a:endParaRPr lang="en-US" dirty="0"/>
          </a:p>
        </p:txBody>
      </p:sp>
      <p:sp>
        <p:nvSpPr>
          <p:cNvPr id="3" name="Content Placeholder 2"/>
          <p:cNvSpPr>
            <a:spLocks noGrp="1"/>
          </p:cNvSpPr>
          <p:nvPr>
            <p:ph idx="1"/>
          </p:nvPr>
        </p:nvSpPr>
        <p:spPr/>
        <p:txBody>
          <a:bodyPr>
            <a:normAutofit/>
          </a:bodyPr>
          <a:lstStyle/>
          <a:p>
            <a:pPr marL="228600" indent="-223560">
              <a:lnSpc>
                <a:spcPct val="100000"/>
              </a:lnSpc>
              <a:buClr>
                <a:srgbClr val="3F3F3F"/>
              </a:buClr>
              <a:buFont typeface="Arial"/>
              <a:buChar char="•"/>
            </a:pPr>
            <a:r>
              <a:rPr lang="en-US" altLang="zh-TW" sz="2800" b="0" strike="noStrike" spc="-1" dirty="0">
                <a:solidFill>
                  <a:srgbClr val="3F3F3F"/>
                </a:solidFill>
                <a:ea typeface="DejaVu Sans"/>
              </a:rPr>
              <a:t>Build options priority:</a:t>
            </a:r>
            <a:endParaRPr lang="en-US" altLang="zh-TW" sz="2800" b="0" strike="noStrike" spc="-1" dirty="0"/>
          </a:p>
          <a:p>
            <a:pPr marL="685800" lvl="1" indent="-223560">
              <a:lnSpc>
                <a:spcPct val="100000"/>
              </a:lnSpc>
              <a:buClr>
                <a:srgbClr val="3F3F3F"/>
              </a:buClr>
              <a:buFont typeface="Arial"/>
              <a:buChar char="•"/>
            </a:pPr>
            <a:r>
              <a:rPr lang="en-US" altLang="zh-TW" sz="2400" b="0" strike="noStrike" spc="-1" dirty="0">
                <a:solidFill>
                  <a:srgbClr val="3F3F3F"/>
                </a:solidFill>
                <a:ea typeface="DejaVu Sans"/>
              </a:rPr>
              <a:t>Highest, &lt;</a:t>
            </a:r>
            <a:r>
              <a:rPr lang="en-US" altLang="zh-TW" sz="2400" b="0" strike="noStrike" spc="-1" dirty="0" err="1">
                <a:solidFill>
                  <a:srgbClr val="3F3F3F"/>
                </a:solidFill>
                <a:ea typeface="DejaVu Sans"/>
              </a:rPr>
              <a:t>BuildOptions</a:t>
            </a:r>
            <a:r>
              <a:rPr lang="en-US" altLang="zh-TW" sz="2400" b="0" strike="noStrike" spc="-1" dirty="0">
                <a:solidFill>
                  <a:srgbClr val="3F3F3F"/>
                </a:solidFill>
                <a:ea typeface="DejaVu Sans"/>
              </a:rPr>
              <a:t>&gt; for individual INF files.</a:t>
            </a:r>
            <a:endParaRPr lang="en-US" altLang="zh-TW" sz="2400" b="0" strike="noStrike" spc="-1" dirty="0"/>
          </a:p>
          <a:p>
            <a:pPr marL="685800" lvl="1" indent="-223560">
              <a:lnSpc>
                <a:spcPct val="100000"/>
              </a:lnSpc>
              <a:buClr>
                <a:srgbClr val="3F3F3F"/>
              </a:buClr>
              <a:buFont typeface="Arial"/>
              <a:buChar char="•"/>
            </a:pPr>
            <a:r>
              <a:rPr lang="en-US" altLang="zh-TW" sz="2400" b="0" strike="noStrike" spc="-1" dirty="0">
                <a:solidFill>
                  <a:srgbClr val="3F3F3F"/>
                </a:solidFill>
                <a:ea typeface="DejaVu Sans"/>
              </a:rPr>
              <a:t>INF File’s [</a:t>
            </a:r>
            <a:r>
              <a:rPr lang="en-US" altLang="zh-TW" sz="2400" b="0" strike="noStrike" spc="-1" dirty="0" err="1">
                <a:solidFill>
                  <a:srgbClr val="3F3F3F"/>
                </a:solidFill>
                <a:ea typeface="DejaVu Sans"/>
              </a:rPr>
              <a:t>BuildOptions</a:t>
            </a:r>
            <a:r>
              <a:rPr lang="en-US" altLang="zh-TW" sz="2400" b="0" strike="noStrike" spc="-1" dirty="0">
                <a:solidFill>
                  <a:srgbClr val="3F3F3F"/>
                </a:solidFill>
                <a:ea typeface="DejaVu Sans"/>
              </a:rPr>
              <a:t>] section</a:t>
            </a:r>
            <a:endParaRPr lang="en-US" altLang="zh-TW" sz="2400" b="0" strike="noStrike" spc="-1" dirty="0"/>
          </a:p>
          <a:p>
            <a:pPr marL="685800" lvl="1" indent="-223560">
              <a:lnSpc>
                <a:spcPct val="100000"/>
              </a:lnSpc>
              <a:buClr>
                <a:srgbClr val="3F3F3F"/>
              </a:buClr>
              <a:buFont typeface="Arial"/>
              <a:buChar char="•"/>
            </a:pPr>
            <a:r>
              <a:rPr lang="en-US" altLang="zh-TW" sz="2400" b="0" strike="noStrike" spc="-1" dirty="0">
                <a:solidFill>
                  <a:srgbClr val="3F3F3F"/>
                </a:solidFill>
                <a:ea typeface="DejaVu Sans"/>
              </a:rPr>
              <a:t>[</a:t>
            </a:r>
            <a:r>
              <a:rPr lang="en-US" altLang="zh-TW" sz="2400" b="0" strike="noStrike" spc="-1" dirty="0" err="1">
                <a:solidFill>
                  <a:srgbClr val="3F3F3F"/>
                </a:solidFill>
                <a:ea typeface="DejaVu Sans"/>
              </a:rPr>
              <a:t>BuildOptions</a:t>
            </a:r>
            <a:r>
              <a:rPr lang="en-US" altLang="zh-TW" sz="2400" b="0" strike="noStrike" spc="-1" dirty="0">
                <a:solidFill>
                  <a:srgbClr val="3F3F3F"/>
                </a:solidFill>
                <a:ea typeface="DejaVu Sans"/>
              </a:rPr>
              <a:t>.$(arch).</a:t>
            </a:r>
            <a:r>
              <a:rPr lang="en-US" altLang="zh-TW" sz="2400" b="0" strike="noStrike" spc="-1" dirty="0" err="1">
                <a:solidFill>
                  <a:srgbClr val="3F3F3F"/>
                </a:solidFill>
                <a:ea typeface="DejaVu Sans"/>
              </a:rPr>
              <a:t>CodeBase</a:t>
            </a:r>
            <a:r>
              <a:rPr lang="en-US" altLang="zh-TW" sz="2400" b="0" strike="noStrike" spc="-1" dirty="0">
                <a:solidFill>
                  <a:srgbClr val="3F3F3F"/>
                </a:solidFill>
                <a:ea typeface="DejaVu Sans"/>
              </a:rPr>
              <a:t>]</a:t>
            </a:r>
            <a:endParaRPr lang="en-US" altLang="zh-TW" sz="2400" b="0" strike="noStrike" spc="-1" dirty="0"/>
          </a:p>
          <a:p>
            <a:pPr marL="685800" lvl="1" indent="-223560">
              <a:lnSpc>
                <a:spcPct val="100000"/>
              </a:lnSpc>
              <a:buClr>
                <a:srgbClr val="3F3F3F"/>
              </a:buClr>
              <a:buFont typeface="Arial"/>
              <a:buChar char="•"/>
            </a:pPr>
            <a:r>
              <a:rPr lang="en-US" altLang="zh-TW" sz="2400" b="0" strike="noStrike" spc="-1" dirty="0">
                <a:solidFill>
                  <a:srgbClr val="3F3F3F"/>
                </a:solidFill>
                <a:ea typeface="DejaVu Sans"/>
              </a:rPr>
              <a:t>[</a:t>
            </a:r>
            <a:r>
              <a:rPr lang="en-US" altLang="zh-TW" sz="2400" b="0" strike="noStrike" spc="-1" dirty="0" err="1">
                <a:solidFill>
                  <a:srgbClr val="3F3F3F"/>
                </a:solidFill>
                <a:ea typeface="DejaVu Sans"/>
              </a:rPr>
              <a:t>BuildOptions.common.CodeBase</a:t>
            </a:r>
            <a:r>
              <a:rPr lang="en-US" altLang="zh-TW" sz="2400" b="0" strike="noStrike" spc="-1" dirty="0">
                <a:solidFill>
                  <a:srgbClr val="3F3F3F"/>
                </a:solidFill>
                <a:ea typeface="DejaVu Sans"/>
              </a:rPr>
              <a:t>]</a:t>
            </a:r>
            <a:endParaRPr lang="en-US" altLang="zh-TW" sz="2400" b="0" strike="noStrike" spc="-1" dirty="0"/>
          </a:p>
          <a:p>
            <a:pPr marL="685800" lvl="1" indent="-223560">
              <a:lnSpc>
                <a:spcPct val="100000"/>
              </a:lnSpc>
              <a:buClr>
                <a:srgbClr val="3F3F3F"/>
              </a:buClr>
              <a:buFont typeface="Arial"/>
              <a:buChar char="•"/>
            </a:pPr>
            <a:r>
              <a:rPr lang="en-US" altLang="zh-TW" sz="2400" b="0" strike="noStrike" spc="-1" dirty="0">
                <a:solidFill>
                  <a:srgbClr val="3F3F3F"/>
                </a:solidFill>
                <a:ea typeface="DejaVu Sans"/>
              </a:rPr>
              <a:t>[</a:t>
            </a:r>
            <a:r>
              <a:rPr lang="en-US" altLang="zh-TW" sz="2400" b="0" strike="noStrike" spc="-1" dirty="0" err="1">
                <a:solidFill>
                  <a:srgbClr val="3F3F3F"/>
                </a:solidFill>
                <a:ea typeface="DejaVu Sans"/>
              </a:rPr>
              <a:t>BuildOptions</a:t>
            </a:r>
            <a:r>
              <a:rPr lang="en-US" altLang="zh-TW" sz="2400" b="0" strike="noStrike" spc="-1" dirty="0">
                <a:solidFill>
                  <a:srgbClr val="3F3F3F"/>
                </a:solidFill>
                <a:ea typeface="DejaVu Sans"/>
              </a:rPr>
              <a:t>.$(arch)]</a:t>
            </a:r>
            <a:endParaRPr lang="en-US" altLang="zh-TW" sz="2400" b="0" strike="noStrike" spc="-1" dirty="0"/>
          </a:p>
          <a:p>
            <a:pPr marL="685800" lvl="1" indent="-223560">
              <a:lnSpc>
                <a:spcPct val="100000"/>
              </a:lnSpc>
              <a:buClr>
                <a:srgbClr val="3F3F3F"/>
              </a:buClr>
              <a:buFont typeface="Arial"/>
              <a:buChar char="•"/>
            </a:pPr>
            <a:r>
              <a:rPr lang="en-US" altLang="zh-TW" sz="2400" b="0" strike="noStrike" spc="-1" dirty="0">
                <a:solidFill>
                  <a:srgbClr val="3F3F3F"/>
                </a:solidFill>
                <a:ea typeface="DejaVu Sans"/>
              </a:rPr>
              <a:t>[</a:t>
            </a:r>
            <a:r>
              <a:rPr lang="en-US" altLang="zh-TW" sz="2400" b="0" strike="noStrike" spc="-1" dirty="0" err="1">
                <a:solidFill>
                  <a:srgbClr val="3F3F3F"/>
                </a:solidFill>
                <a:ea typeface="DejaVu Sans"/>
              </a:rPr>
              <a:t>BuildOptions.common</a:t>
            </a:r>
            <a:r>
              <a:rPr lang="en-US" altLang="zh-TW" sz="2400" b="0" strike="noStrike" spc="-1" dirty="0">
                <a:solidFill>
                  <a:srgbClr val="3F3F3F"/>
                </a:solidFill>
                <a:ea typeface="DejaVu Sans"/>
              </a:rPr>
              <a:t>]</a:t>
            </a:r>
            <a:endParaRPr lang="en-US" altLang="zh-TW" sz="2400" b="0" strike="noStrike" spc="-1" dirty="0"/>
          </a:p>
          <a:p>
            <a:pPr marL="685800" lvl="1" indent="-223560">
              <a:lnSpc>
                <a:spcPct val="100000"/>
              </a:lnSpc>
              <a:buClr>
                <a:srgbClr val="3F3F3F"/>
              </a:buClr>
              <a:buFont typeface="Arial"/>
              <a:buChar char="•"/>
            </a:pPr>
            <a:r>
              <a:rPr lang="en-US" altLang="zh-TW" sz="2400" b="0" strike="noStrike" spc="-1" dirty="0">
                <a:solidFill>
                  <a:srgbClr val="3F3F3F"/>
                </a:solidFill>
                <a:ea typeface="DejaVu Sans"/>
              </a:rPr>
              <a:t>Lowest – tools_def.txt entry</a:t>
            </a:r>
            <a:endParaRPr lang="en-US" altLang="zh-TW" sz="2400" b="0" strike="noStrike" spc="-1" dirty="0"/>
          </a:p>
        </p:txBody>
      </p:sp>
    </p:spTree>
    <p:extLst>
      <p:ext uri="{BB962C8B-B14F-4D97-AF65-F5344CB8AC3E}">
        <p14:creationId xmlns:p14="http://schemas.microsoft.com/office/powerpoint/2010/main" val="260746363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Platform Description File</a:t>
            </a:r>
            <a:br>
              <a:rPr lang="en-US" dirty="0"/>
            </a:br>
            <a:r>
              <a:rPr lang="en-US" sz="2000" dirty="0"/>
              <a:t>[</a:t>
            </a:r>
            <a:r>
              <a:rPr lang="en-US" sz="2000" dirty="0" err="1"/>
              <a:t>SkuIds</a:t>
            </a:r>
            <a:r>
              <a:rPr lang="en-US" sz="2000" dirty="0"/>
              <a:t>]</a:t>
            </a:r>
            <a:endParaRPr lang="en-US" dirty="0"/>
          </a:p>
        </p:txBody>
      </p:sp>
      <p:sp>
        <p:nvSpPr>
          <p:cNvPr id="3" name="Content Placeholder 2"/>
          <p:cNvSpPr>
            <a:spLocks noGrp="1"/>
          </p:cNvSpPr>
          <p:nvPr>
            <p:ph idx="1"/>
          </p:nvPr>
        </p:nvSpPr>
        <p:spPr/>
        <p:txBody>
          <a:bodyPr>
            <a:normAutofit fontScale="92500" lnSpcReduction="10000"/>
          </a:bodyPr>
          <a:lstStyle/>
          <a:p>
            <a:pPr marL="228600" indent="-223560">
              <a:lnSpc>
                <a:spcPct val="100000"/>
              </a:lnSpc>
              <a:buClr>
                <a:srgbClr val="3F3F3F"/>
              </a:buClr>
              <a:buFont typeface="Arial"/>
              <a:buChar char="•"/>
            </a:pPr>
            <a:r>
              <a:rPr lang="en-US" altLang="zh-TW" sz="2800" b="0" strike="noStrike" spc="-1" dirty="0">
                <a:solidFill>
                  <a:srgbClr val="3F3F3F"/>
                </a:solidFill>
                <a:ea typeface="DejaVu Sans"/>
              </a:rPr>
              <a:t>The contents of this section are used to define valid </a:t>
            </a:r>
            <a:r>
              <a:rPr lang="en-US" altLang="zh-TW" sz="2800" b="0" strike="noStrike" spc="-1" dirty="0">
                <a:solidFill>
                  <a:srgbClr val="0070C0"/>
                </a:solidFill>
                <a:ea typeface="DejaVu Sans"/>
              </a:rPr>
              <a:t>SKUID_IDENTIFIER names</a:t>
            </a:r>
            <a:r>
              <a:rPr lang="en-US" altLang="zh-TW" sz="2800" b="0" strike="noStrike" spc="-1" dirty="0">
                <a:solidFill>
                  <a:srgbClr val="3F3F3F"/>
                </a:solidFill>
                <a:ea typeface="DejaVu Sans"/>
              </a:rPr>
              <a:t>.</a:t>
            </a:r>
            <a:endParaRPr lang="en-US" altLang="zh-TW" sz="2800" b="0" strike="noStrike" spc="-1" dirty="0"/>
          </a:p>
          <a:p>
            <a:pPr marL="228600" indent="-223560">
              <a:lnSpc>
                <a:spcPct val="100000"/>
              </a:lnSpc>
              <a:buClr>
                <a:srgbClr val="3F3F3F"/>
              </a:buClr>
              <a:buFont typeface="Arial"/>
              <a:buChar char="•"/>
            </a:pPr>
            <a:r>
              <a:rPr lang="en-US" altLang="zh-TW" sz="2800" b="0" strike="noStrike" spc="-1" dirty="0">
                <a:solidFill>
                  <a:srgbClr val="3F3F3F"/>
                </a:solidFill>
                <a:ea typeface="DejaVu Sans"/>
              </a:rPr>
              <a:t>Each entry below the section header is of the form:</a:t>
            </a:r>
            <a:endParaRPr lang="en-US" altLang="zh-TW" sz="2800" b="0" strike="noStrike" spc="-1" dirty="0"/>
          </a:p>
          <a:p>
            <a:pPr marL="685800" lvl="1" indent="-223560">
              <a:lnSpc>
                <a:spcPct val="100000"/>
              </a:lnSpc>
              <a:buClr>
                <a:srgbClr val="EE6F31"/>
              </a:buClr>
              <a:buFont typeface="Arial"/>
              <a:buChar char="•"/>
            </a:pPr>
            <a:r>
              <a:rPr lang="en-US" altLang="zh-TW" sz="2000" b="1" strike="noStrike" spc="-1" dirty="0">
                <a:solidFill>
                  <a:srgbClr val="EE6F31"/>
                </a:solidFill>
                <a:ea typeface="DejaVu Sans"/>
              </a:rPr>
              <a:t>integer | word</a:t>
            </a:r>
            <a:endParaRPr lang="en-US" altLang="zh-TW" sz="2000" b="0" strike="noStrike" spc="-1" dirty="0"/>
          </a:p>
          <a:p>
            <a:pPr marL="228600" indent="-223560">
              <a:lnSpc>
                <a:spcPct val="100000"/>
              </a:lnSpc>
              <a:buClr>
                <a:srgbClr val="3F3F3F"/>
              </a:buClr>
              <a:buFont typeface="Arial"/>
              <a:buChar char="•"/>
            </a:pPr>
            <a:r>
              <a:rPr lang="en-US" altLang="zh-TW" sz="2800" b="0" strike="noStrike" spc="-1" dirty="0">
                <a:solidFill>
                  <a:srgbClr val="3F3F3F"/>
                </a:solidFill>
                <a:ea typeface="DejaVu Sans"/>
              </a:rPr>
              <a:t>Use </a:t>
            </a:r>
            <a:r>
              <a:rPr lang="en-US" altLang="zh-TW" sz="2800" b="0" strike="noStrike" spc="-1" dirty="0">
                <a:solidFill>
                  <a:srgbClr val="0070C0"/>
                </a:solidFill>
                <a:ea typeface="DejaVu Sans"/>
              </a:rPr>
              <a:t>0</a:t>
            </a:r>
            <a:r>
              <a:rPr lang="en-US" altLang="zh-TW" sz="2800" b="0" strike="noStrike" spc="-1" dirty="0">
                <a:solidFill>
                  <a:srgbClr val="3F3F3F"/>
                </a:solidFill>
                <a:ea typeface="DejaVu Sans"/>
              </a:rPr>
              <a:t> for the </a:t>
            </a:r>
            <a:r>
              <a:rPr lang="en-US" altLang="zh-TW" sz="2800" b="0" strike="noStrike" spc="-1" dirty="0">
                <a:solidFill>
                  <a:srgbClr val="0070C0"/>
                </a:solidFill>
                <a:ea typeface="DejaVu Sans"/>
              </a:rPr>
              <a:t>DEFAULT</a:t>
            </a:r>
            <a:r>
              <a:rPr lang="en-US" altLang="zh-TW" sz="2800" b="0" strike="noStrike" spc="-1" dirty="0">
                <a:solidFill>
                  <a:srgbClr val="3F3F3F"/>
                </a:solidFill>
                <a:ea typeface="DejaVu Sans"/>
              </a:rPr>
              <a:t> SKU identifier.</a:t>
            </a:r>
            <a:endParaRPr lang="en-US" altLang="zh-TW" sz="2800" b="0" strike="noStrike" spc="-1" dirty="0"/>
          </a:p>
          <a:p>
            <a:pPr marL="228600" indent="-223560">
              <a:lnSpc>
                <a:spcPct val="100000"/>
              </a:lnSpc>
            </a:pPr>
            <a:endParaRPr lang="en-US" altLang="zh-TW" sz="2800" b="0" strike="noStrike" spc="-1" dirty="0"/>
          </a:p>
          <a:p>
            <a:pPr marL="5040" indent="0">
              <a:lnSpc>
                <a:spcPct val="100000"/>
              </a:lnSpc>
              <a:buNone/>
            </a:pPr>
            <a:r>
              <a:rPr lang="en-US" altLang="zh-TW" sz="1600" b="1" strike="noStrike" spc="-1" dirty="0">
                <a:solidFill>
                  <a:srgbClr val="3F3F3F"/>
                </a:solidFill>
                <a:ea typeface="DejaVu Sans"/>
              </a:rPr>
              <a:t>EX:</a:t>
            </a:r>
            <a:endParaRPr lang="en-US" altLang="zh-TW" sz="1600" b="0" strike="noStrike" spc="-1" dirty="0"/>
          </a:p>
          <a:p>
            <a:pPr marL="5040" indent="0">
              <a:lnSpc>
                <a:spcPct val="100000"/>
              </a:lnSpc>
              <a:buNone/>
            </a:pPr>
            <a:r>
              <a:rPr lang="en-US" altLang="zh-TW" sz="1600" b="1" strike="noStrike" spc="-1" dirty="0">
                <a:solidFill>
                  <a:srgbClr val="3F3F3F"/>
                </a:solidFill>
                <a:ea typeface="DejaVu Sans"/>
              </a:rPr>
              <a:t>[</a:t>
            </a:r>
            <a:r>
              <a:rPr lang="en-US" altLang="zh-TW" sz="1600" b="1" strike="noStrike" spc="-1" dirty="0" err="1">
                <a:solidFill>
                  <a:srgbClr val="3F3F3F"/>
                </a:solidFill>
                <a:ea typeface="DejaVu Sans"/>
              </a:rPr>
              <a:t>SkuIds</a:t>
            </a:r>
            <a:r>
              <a:rPr lang="en-US" altLang="zh-TW" sz="1600" b="1" strike="noStrike" spc="-1" dirty="0">
                <a:solidFill>
                  <a:srgbClr val="3F3F3F"/>
                </a:solidFill>
                <a:ea typeface="DejaVu Sans"/>
              </a:rPr>
              <a:t>] </a:t>
            </a:r>
            <a:endParaRPr lang="en-US" altLang="zh-TW" sz="1600" b="0" strike="noStrike" spc="-1" dirty="0"/>
          </a:p>
          <a:p>
            <a:pPr marL="5040" indent="0">
              <a:lnSpc>
                <a:spcPct val="100000"/>
              </a:lnSpc>
              <a:buNone/>
            </a:pPr>
            <a:r>
              <a:rPr lang="en-US" altLang="zh-TW" sz="1600" b="1" strike="noStrike" spc="-1" dirty="0">
                <a:solidFill>
                  <a:srgbClr val="3F3F3F"/>
                </a:solidFill>
                <a:ea typeface="DejaVu Sans"/>
              </a:rPr>
              <a:t>  0|DEFAULT</a:t>
            </a:r>
            <a:endParaRPr lang="en-US" altLang="zh-TW" sz="1600" b="0" strike="noStrike" spc="-1" dirty="0"/>
          </a:p>
          <a:p>
            <a:pPr marL="5040" indent="0">
              <a:lnSpc>
                <a:spcPct val="100000"/>
              </a:lnSpc>
              <a:buNone/>
            </a:pPr>
            <a:r>
              <a:rPr lang="en-US" altLang="zh-TW" sz="1600" b="1" strike="noStrike" spc="-1" dirty="0">
                <a:solidFill>
                  <a:srgbClr val="3F3F3F"/>
                </a:solidFill>
                <a:ea typeface="DejaVu Sans"/>
              </a:rPr>
              <a:t>  1|Sku_Two</a:t>
            </a:r>
            <a:endParaRPr lang="en-US" altLang="zh-TW" sz="1600" b="0" strike="noStrike" spc="-1" dirty="0"/>
          </a:p>
          <a:p>
            <a:pPr marL="5040" indent="0">
              <a:lnSpc>
                <a:spcPct val="100000"/>
              </a:lnSpc>
              <a:buNone/>
            </a:pPr>
            <a:r>
              <a:rPr lang="en-US" altLang="zh-TW" sz="1600" b="1" strike="noStrike" spc="-1" dirty="0">
                <a:solidFill>
                  <a:srgbClr val="3F3F3F"/>
                </a:solidFill>
                <a:ea typeface="DejaVu Sans"/>
              </a:rPr>
              <a:t>  2|Sku1</a:t>
            </a:r>
            <a:endParaRPr lang="en-US" altLang="zh-TW" sz="1600" b="0" strike="noStrike" spc="-1" dirty="0"/>
          </a:p>
          <a:p>
            <a:pPr marL="5040" indent="0">
              <a:lnSpc>
                <a:spcPct val="100000"/>
              </a:lnSpc>
              <a:buNone/>
            </a:pPr>
            <a:r>
              <a:rPr lang="en-US" altLang="zh-TW" sz="1600" b="1" strike="noStrike" spc="-1" dirty="0">
                <a:solidFill>
                  <a:srgbClr val="3F3F3F"/>
                </a:solidFill>
                <a:ea typeface="DejaVu Sans"/>
              </a:rPr>
              <a:t>  5|SkuSeven</a:t>
            </a:r>
            <a:endParaRPr lang="en-US" altLang="zh-TW" sz="1600" b="0" strike="noStrike" spc="-1" dirty="0"/>
          </a:p>
        </p:txBody>
      </p:sp>
    </p:spTree>
    <p:extLst>
      <p:ext uri="{BB962C8B-B14F-4D97-AF65-F5344CB8AC3E}">
        <p14:creationId xmlns:p14="http://schemas.microsoft.com/office/powerpoint/2010/main" val="189389731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Platform Description File</a:t>
            </a:r>
            <a:br>
              <a:rPr lang="en-US" dirty="0"/>
            </a:br>
            <a:r>
              <a:rPr lang="en-US" sz="2000" dirty="0"/>
              <a:t>[</a:t>
            </a:r>
            <a:r>
              <a:rPr lang="en-US" sz="2000" dirty="0" err="1"/>
              <a:t>LibraryClasses</a:t>
            </a:r>
            <a:r>
              <a:rPr lang="en-US" sz="2000" dirty="0"/>
              <a:t>]</a:t>
            </a:r>
            <a:endParaRPr lang="en-US" dirty="0"/>
          </a:p>
        </p:txBody>
      </p:sp>
      <p:sp>
        <p:nvSpPr>
          <p:cNvPr id="3" name="Content Placeholder 2"/>
          <p:cNvSpPr>
            <a:spLocks noGrp="1"/>
          </p:cNvSpPr>
          <p:nvPr>
            <p:ph idx="1"/>
          </p:nvPr>
        </p:nvSpPr>
        <p:spPr/>
        <p:txBody>
          <a:bodyPr>
            <a:normAutofit/>
          </a:bodyPr>
          <a:lstStyle/>
          <a:p>
            <a:pPr marL="228600" indent="-223560">
              <a:lnSpc>
                <a:spcPct val="100000"/>
              </a:lnSpc>
              <a:buClr>
                <a:srgbClr val="3F3F3F"/>
              </a:buClr>
              <a:buFont typeface="Arial"/>
              <a:buChar char="•"/>
            </a:pPr>
            <a:r>
              <a:rPr lang="en-US" altLang="zh-TW" sz="2800" b="0" strike="noStrike" spc="-1" dirty="0">
                <a:solidFill>
                  <a:srgbClr val="3F3F3F"/>
                </a:solidFill>
                <a:ea typeface="DejaVu Sans"/>
              </a:rPr>
              <a:t>The [</a:t>
            </a:r>
            <a:r>
              <a:rPr lang="en-US" altLang="zh-TW" sz="2800" b="0" strike="noStrike" spc="-1" dirty="0" err="1">
                <a:solidFill>
                  <a:srgbClr val="3F3F3F"/>
                </a:solidFill>
                <a:ea typeface="DejaVu Sans"/>
              </a:rPr>
              <a:t>LibraryClasses</a:t>
            </a:r>
            <a:r>
              <a:rPr lang="en-US" altLang="zh-TW" sz="2800" b="0" strike="noStrike" spc="-1" dirty="0">
                <a:solidFill>
                  <a:srgbClr val="3F3F3F"/>
                </a:solidFill>
                <a:ea typeface="DejaVu Sans"/>
              </a:rPr>
              <a:t>] section is used to provide a </a:t>
            </a:r>
            <a:r>
              <a:rPr lang="en-US" altLang="zh-TW" sz="2800" b="0" strike="noStrike" spc="-1" dirty="0">
                <a:solidFill>
                  <a:srgbClr val="0070C0"/>
                </a:solidFill>
                <a:ea typeface="DejaVu Sans"/>
              </a:rPr>
              <a:t>mapping</a:t>
            </a:r>
            <a:r>
              <a:rPr lang="en-US" altLang="zh-TW" sz="2800" b="0" strike="noStrike" spc="-1" dirty="0">
                <a:solidFill>
                  <a:srgbClr val="3F3F3F"/>
                </a:solidFill>
                <a:ea typeface="DejaVu Sans"/>
              </a:rPr>
              <a:t> between the library class names used by an EDK II module and the Library Instances that are selected by the platform integrator.</a:t>
            </a:r>
            <a:endParaRPr lang="en-US" altLang="zh-TW" sz="2800" b="0" strike="noStrike" spc="-1" dirty="0"/>
          </a:p>
          <a:p>
            <a:pPr marL="228600" indent="-223560">
              <a:lnSpc>
                <a:spcPct val="100000"/>
              </a:lnSpc>
              <a:buClr>
                <a:srgbClr val="3F3F3F"/>
              </a:buClr>
              <a:buFont typeface="Arial"/>
              <a:buChar char="•"/>
            </a:pPr>
            <a:r>
              <a:rPr lang="en-US" altLang="zh-TW" sz="2800" b="0" strike="noStrike" spc="-1" dirty="0">
                <a:solidFill>
                  <a:srgbClr val="3F3F3F"/>
                </a:solidFill>
                <a:ea typeface="DejaVu Sans"/>
              </a:rPr>
              <a:t>Format for entries in this section is as follows: </a:t>
            </a:r>
            <a:endParaRPr lang="en-US" altLang="zh-TW" sz="2800" b="0" strike="noStrike" spc="-1" dirty="0"/>
          </a:p>
          <a:p>
            <a:pPr marL="685800" lvl="1" indent="-223560">
              <a:lnSpc>
                <a:spcPct val="100000"/>
              </a:lnSpc>
              <a:buClr>
                <a:srgbClr val="EE6F31"/>
              </a:buClr>
              <a:buFont typeface="Arial"/>
              <a:buChar char="•"/>
            </a:pPr>
            <a:r>
              <a:rPr lang="en-US" altLang="zh-TW" sz="2400" b="1" strike="noStrike" spc="-1" dirty="0" err="1">
                <a:solidFill>
                  <a:srgbClr val="EE6F31"/>
                </a:solidFill>
                <a:ea typeface="DejaVu Sans"/>
              </a:rPr>
              <a:t>LibraryClassName|Path</a:t>
            </a:r>
            <a:r>
              <a:rPr lang="en-US" altLang="zh-TW" sz="2400" b="1" strike="noStrike" spc="-1" dirty="0">
                <a:solidFill>
                  <a:srgbClr val="EE6F31"/>
                </a:solidFill>
                <a:ea typeface="DejaVu Sans"/>
              </a:rPr>
              <a:t>/To/LibInstanceName.inf LibraryClassName1|Path/To/LibInstanceName1.inf </a:t>
            </a:r>
            <a:endParaRPr lang="en-US" altLang="zh-TW" sz="2400" b="0" strike="noStrike" spc="-1" dirty="0"/>
          </a:p>
          <a:p>
            <a:pPr>
              <a:lnSpc>
                <a:spcPct val="100000"/>
              </a:lnSpc>
            </a:pPr>
            <a:endParaRPr lang="en-US" altLang="zh-TW" sz="2400" b="0" strike="noStrike" spc="-1" dirty="0"/>
          </a:p>
          <a:p>
            <a:pPr marL="0" indent="0">
              <a:lnSpc>
                <a:spcPct val="100000"/>
              </a:lnSpc>
              <a:buNone/>
            </a:pPr>
            <a:r>
              <a:rPr lang="en-US" altLang="zh-TW" sz="1600" b="1" strike="noStrike" spc="-1" dirty="0">
                <a:solidFill>
                  <a:srgbClr val="3F3F3F"/>
                </a:solidFill>
                <a:ea typeface="DejaVu Sans"/>
              </a:rPr>
              <a:t>[</a:t>
            </a:r>
            <a:r>
              <a:rPr lang="en-US" altLang="zh-TW" sz="1600" b="1" strike="noStrike" spc="-1" dirty="0" err="1">
                <a:solidFill>
                  <a:srgbClr val="3F3F3F"/>
                </a:solidFill>
                <a:ea typeface="DejaVu Sans"/>
              </a:rPr>
              <a:t>LibraryClasses</a:t>
            </a:r>
            <a:r>
              <a:rPr lang="en-US" altLang="zh-TW" sz="1600" b="1" strike="noStrike" spc="-1" dirty="0">
                <a:solidFill>
                  <a:srgbClr val="3F3F3F"/>
                </a:solidFill>
                <a:ea typeface="DejaVu Sans"/>
              </a:rPr>
              <a:t>]</a:t>
            </a:r>
            <a:endParaRPr lang="en-US" altLang="zh-TW" sz="1600" b="0" strike="noStrike" spc="-1" dirty="0"/>
          </a:p>
          <a:p>
            <a:pPr marL="0" indent="0">
              <a:lnSpc>
                <a:spcPct val="100000"/>
              </a:lnSpc>
              <a:buNone/>
            </a:pPr>
            <a:r>
              <a:rPr lang="en-US" altLang="zh-TW" sz="1600" b="1" strike="noStrike" spc="-1" dirty="0">
                <a:solidFill>
                  <a:srgbClr val="3F3F3F"/>
                </a:solidFill>
                <a:ea typeface="DejaVu Sans"/>
              </a:rPr>
              <a:t>    </a:t>
            </a:r>
            <a:r>
              <a:rPr lang="en-US" altLang="zh-TW" sz="1600" b="1" strike="noStrike" spc="-1" dirty="0" err="1">
                <a:solidFill>
                  <a:srgbClr val="3F3F3F"/>
                </a:solidFill>
                <a:ea typeface="DejaVu Sans"/>
              </a:rPr>
              <a:t>PrintLib|MdePkg</a:t>
            </a:r>
            <a:r>
              <a:rPr lang="en-US" altLang="zh-TW" sz="1600" b="1" strike="noStrike" spc="-1" dirty="0">
                <a:solidFill>
                  <a:srgbClr val="3F3F3F"/>
                </a:solidFill>
                <a:ea typeface="DejaVu Sans"/>
              </a:rPr>
              <a:t>/Library/</a:t>
            </a:r>
            <a:r>
              <a:rPr lang="en-US" altLang="zh-TW" sz="1600" b="1" strike="noStrike" spc="-1" dirty="0" err="1">
                <a:solidFill>
                  <a:srgbClr val="3F3F3F"/>
                </a:solidFill>
                <a:ea typeface="DejaVu Sans"/>
              </a:rPr>
              <a:t>BasePrintLib</a:t>
            </a:r>
            <a:r>
              <a:rPr lang="en-US" altLang="zh-TW" sz="1600" b="1" strike="noStrike" spc="-1" dirty="0">
                <a:solidFill>
                  <a:srgbClr val="3F3F3F"/>
                </a:solidFill>
                <a:ea typeface="DejaVu Sans"/>
              </a:rPr>
              <a:t>/BasePrintLib.inf</a:t>
            </a:r>
            <a:endParaRPr lang="en-US" altLang="zh-TW" sz="1600" b="0" strike="noStrike" spc="-1" dirty="0"/>
          </a:p>
        </p:txBody>
      </p:sp>
    </p:spTree>
    <p:extLst>
      <p:ext uri="{BB962C8B-B14F-4D97-AF65-F5344CB8AC3E}">
        <p14:creationId xmlns:p14="http://schemas.microsoft.com/office/powerpoint/2010/main" val="228004692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Platform Description File</a:t>
            </a:r>
            <a:br>
              <a:rPr lang="en-US" dirty="0"/>
            </a:br>
            <a:r>
              <a:rPr lang="en-US" sz="2000" dirty="0"/>
              <a:t>[</a:t>
            </a:r>
            <a:r>
              <a:rPr lang="en-US" sz="2000" dirty="0" err="1"/>
              <a:t>LibraryClasses</a:t>
            </a:r>
            <a:r>
              <a:rPr lang="en-US" sz="2000" dirty="0"/>
              <a:t>]</a:t>
            </a:r>
            <a:endParaRPr lang="en-US" dirty="0"/>
          </a:p>
        </p:txBody>
      </p:sp>
      <p:sp>
        <p:nvSpPr>
          <p:cNvPr id="3" name="Content Placeholder 2"/>
          <p:cNvSpPr>
            <a:spLocks noGrp="1"/>
          </p:cNvSpPr>
          <p:nvPr>
            <p:ph idx="1"/>
          </p:nvPr>
        </p:nvSpPr>
        <p:spPr/>
        <p:txBody>
          <a:bodyPr>
            <a:normAutofit/>
          </a:bodyPr>
          <a:lstStyle/>
          <a:p>
            <a:pPr marL="228600" indent="-223560">
              <a:lnSpc>
                <a:spcPct val="100000"/>
              </a:lnSpc>
              <a:buClr>
                <a:srgbClr val="3F3F3F"/>
              </a:buClr>
              <a:buFont typeface="Arial"/>
              <a:buChar char="•"/>
            </a:pPr>
            <a:r>
              <a:rPr lang="en-US" altLang="zh-TW" sz="2400" b="0" strike="noStrike" spc="-1" dirty="0">
                <a:solidFill>
                  <a:srgbClr val="3F3F3F"/>
                </a:solidFill>
                <a:ea typeface="DejaVu Sans"/>
              </a:rPr>
              <a:t>Priority:</a:t>
            </a:r>
            <a:endParaRPr lang="en-US" altLang="zh-TW" sz="2400" b="0" strike="noStrike" spc="-1" dirty="0"/>
          </a:p>
          <a:p>
            <a:pPr marL="685800" lvl="1" indent="-223560">
              <a:lnSpc>
                <a:spcPct val="100000"/>
              </a:lnSpc>
              <a:buClr>
                <a:srgbClr val="3F3F3F"/>
              </a:buClr>
              <a:buFont typeface="Arial"/>
              <a:buChar char="•"/>
            </a:pPr>
            <a:r>
              <a:rPr lang="en-US" altLang="zh-TW" sz="2000" b="1" strike="noStrike" spc="-1" dirty="0">
                <a:solidFill>
                  <a:srgbClr val="3F3F3F"/>
                </a:solidFill>
                <a:ea typeface="DejaVu Sans"/>
              </a:rPr>
              <a:t>&lt;</a:t>
            </a:r>
            <a:r>
              <a:rPr lang="en-US" altLang="zh-TW" sz="2000" b="1" strike="noStrike" spc="-1" dirty="0" err="1">
                <a:solidFill>
                  <a:srgbClr val="3F3F3F"/>
                </a:solidFill>
                <a:ea typeface="DejaVu Sans"/>
              </a:rPr>
              <a:t>LibraryClasses</a:t>
            </a:r>
            <a:r>
              <a:rPr lang="en-US" altLang="zh-TW" sz="2000" b="1" strike="noStrike" spc="-1" dirty="0">
                <a:solidFill>
                  <a:srgbClr val="3F3F3F"/>
                </a:solidFill>
                <a:ea typeface="DejaVu Sans"/>
              </a:rPr>
              <a:t>&gt; associated with the INF file in the [Components] section</a:t>
            </a:r>
            <a:endParaRPr lang="en-US" altLang="zh-TW" sz="2000" b="0" strike="noStrike" spc="-1" dirty="0"/>
          </a:p>
          <a:p>
            <a:pPr marL="685800" lvl="1" indent="-223560">
              <a:lnSpc>
                <a:spcPct val="100000"/>
              </a:lnSpc>
              <a:buClr>
                <a:srgbClr val="3F3F3F"/>
              </a:buClr>
              <a:buFont typeface="Arial"/>
              <a:buChar char="•"/>
            </a:pPr>
            <a:r>
              <a:rPr lang="en-US" altLang="zh-TW" sz="2000" b="1" strike="noStrike" spc="-1" dirty="0">
                <a:solidFill>
                  <a:srgbClr val="3F3F3F"/>
                </a:solidFill>
                <a:ea typeface="DejaVu Sans"/>
              </a:rPr>
              <a:t>[</a:t>
            </a:r>
            <a:r>
              <a:rPr lang="en-US" altLang="zh-TW" sz="2000" b="1" strike="noStrike" spc="-1" dirty="0" err="1">
                <a:solidFill>
                  <a:srgbClr val="3F3F3F"/>
                </a:solidFill>
                <a:ea typeface="DejaVu Sans"/>
              </a:rPr>
              <a:t>LibraryClasses</a:t>
            </a:r>
            <a:r>
              <a:rPr lang="en-US" altLang="zh-TW" sz="2000" b="1" strike="noStrike" spc="-1" dirty="0">
                <a:solidFill>
                  <a:srgbClr val="3F3F3F"/>
                </a:solidFill>
                <a:ea typeface="DejaVu Sans"/>
              </a:rPr>
              <a:t>.$(Arch).$(MODULE_TYPE)]</a:t>
            </a:r>
            <a:endParaRPr lang="en-US" altLang="zh-TW" sz="2000" b="0" strike="noStrike" spc="-1" dirty="0"/>
          </a:p>
          <a:p>
            <a:pPr marL="685800" lvl="1" indent="-223560">
              <a:lnSpc>
                <a:spcPct val="100000"/>
              </a:lnSpc>
              <a:buClr>
                <a:srgbClr val="3F3F3F"/>
              </a:buClr>
              <a:buFont typeface="Arial"/>
              <a:buChar char="•"/>
            </a:pPr>
            <a:r>
              <a:rPr lang="en-US" altLang="zh-TW" sz="2000" b="1" strike="noStrike" spc="-1" dirty="0">
                <a:solidFill>
                  <a:srgbClr val="3F3F3F"/>
                </a:solidFill>
                <a:ea typeface="DejaVu Sans"/>
              </a:rPr>
              <a:t>[</a:t>
            </a:r>
            <a:r>
              <a:rPr lang="en-US" altLang="zh-TW" sz="2000" b="1" strike="noStrike" spc="-1" dirty="0" err="1">
                <a:solidFill>
                  <a:srgbClr val="3F3F3F"/>
                </a:solidFill>
                <a:ea typeface="DejaVu Sans"/>
              </a:rPr>
              <a:t>LibraryClasses.common</a:t>
            </a:r>
            <a:r>
              <a:rPr lang="en-US" altLang="zh-TW" sz="2000" b="1" strike="noStrike" spc="-1" dirty="0">
                <a:solidFill>
                  <a:srgbClr val="3F3F3F"/>
                </a:solidFill>
                <a:ea typeface="DejaVu Sans"/>
              </a:rPr>
              <a:t>.$(MODULE_TYPE)]</a:t>
            </a:r>
            <a:endParaRPr lang="en-US" altLang="zh-TW" sz="2000" b="0" strike="noStrike" spc="-1" dirty="0"/>
          </a:p>
          <a:p>
            <a:pPr marL="685800" lvl="1" indent="-223560">
              <a:lnSpc>
                <a:spcPct val="100000"/>
              </a:lnSpc>
              <a:buClr>
                <a:srgbClr val="3F3F3F"/>
              </a:buClr>
              <a:buFont typeface="Arial"/>
              <a:buChar char="•"/>
            </a:pPr>
            <a:r>
              <a:rPr lang="en-US" altLang="zh-TW" sz="2000" b="1" strike="noStrike" spc="-1" dirty="0">
                <a:solidFill>
                  <a:srgbClr val="3F3F3F"/>
                </a:solidFill>
                <a:ea typeface="DejaVu Sans"/>
              </a:rPr>
              <a:t>[</a:t>
            </a:r>
            <a:r>
              <a:rPr lang="en-US" altLang="zh-TW" sz="2000" b="1" strike="noStrike" spc="-1" dirty="0" err="1">
                <a:solidFill>
                  <a:srgbClr val="3F3F3F"/>
                </a:solidFill>
                <a:ea typeface="DejaVu Sans"/>
              </a:rPr>
              <a:t>LibraryClasses</a:t>
            </a:r>
            <a:r>
              <a:rPr lang="en-US" altLang="zh-TW" sz="2000" b="1" strike="noStrike" spc="-1" dirty="0">
                <a:solidFill>
                  <a:srgbClr val="3F3F3F"/>
                </a:solidFill>
                <a:ea typeface="DejaVu Sans"/>
              </a:rPr>
              <a:t>.$(Arch)]</a:t>
            </a:r>
            <a:endParaRPr lang="en-US" altLang="zh-TW" sz="2000" b="0" strike="noStrike" spc="-1" dirty="0"/>
          </a:p>
          <a:p>
            <a:pPr marL="685800" lvl="1" indent="-223560">
              <a:lnSpc>
                <a:spcPct val="100000"/>
              </a:lnSpc>
              <a:buClr>
                <a:srgbClr val="3F3F3F"/>
              </a:buClr>
              <a:buFont typeface="Arial"/>
              <a:buChar char="•"/>
            </a:pPr>
            <a:r>
              <a:rPr lang="en-US" altLang="zh-TW" sz="2000" b="1" strike="noStrike" spc="-1" dirty="0">
                <a:solidFill>
                  <a:srgbClr val="3F3F3F"/>
                </a:solidFill>
                <a:ea typeface="DejaVu Sans"/>
              </a:rPr>
              <a:t>[</a:t>
            </a:r>
            <a:r>
              <a:rPr lang="en-US" altLang="zh-TW" sz="2000" b="1" strike="noStrike" spc="-1" dirty="0" err="1">
                <a:solidFill>
                  <a:srgbClr val="3F3F3F"/>
                </a:solidFill>
                <a:ea typeface="DejaVu Sans"/>
              </a:rPr>
              <a:t>LibraryClasses.common</a:t>
            </a:r>
            <a:r>
              <a:rPr lang="en-US" altLang="zh-TW" sz="2000" b="1" strike="noStrike" spc="-1" dirty="0">
                <a:solidFill>
                  <a:srgbClr val="3F3F3F"/>
                </a:solidFill>
                <a:ea typeface="DejaVu Sans"/>
              </a:rPr>
              <a:t>] or [</a:t>
            </a:r>
            <a:r>
              <a:rPr lang="en-US" altLang="zh-TW" sz="2000" b="1" strike="noStrike" spc="-1" dirty="0" err="1">
                <a:solidFill>
                  <a:srgbClr val="3F3F3F"/>
                </a:solidFill>
                <a:ea typeface="DejaVu Sans"/>
              </a:rPr>
              <a:t>LibraryClasses</a:t>
            </a:r>
            <a:r>
              <a:rPr lang="en-US" altLang="zh-TW" sz="2000" b="1" strike="noStrike" spc="-1" dirty="0">
                <a:solidFill>
                  <a:srgbClr val="3F3F3F"/>
                </a:solidFill>
                <a:ea typeface="DejaVu Sans"/>
              </a:rPr>
              <a:t>]</a:t>
            </a:r>
            <a:endParaRPr lang="en-US" altLang="zh-TW" sz="2000" b="0" strike="noStrike" spc="-1" dirty="0"/>
          </a:p>
          <a:p>
            <a:pPr marL="228600" indent="-223560">
              <a:lnSpc>
                <a:spcPct val="100000"/>
              </a:lnSpc>
              <a:buClr>
                <a:srgbClr val="3F3F3F"/>
              </a:buClr>
              <a:buFont typeface="Arial"/>
              <a:buChar char="•"/>
            </a:pPr>
            <a:r>
              <a:rPr lang="en-US" altLang="zh-TW" sz="2400" b="0" strike="noStrike" spc="-1" dirty="0">
                <a:solidFill>
                  <a:srgbClr val="3F3F3F"/>
                </a:solidFill>
                <a:ea typeface="DejaVu Sans"/>
              </a:rPr>
              <a:t>The selected library instance is added to the LIBS definition in the output </a:t>
            </a:r>
            <a:r>
              <a:rPr lang="en-US" altLang="zh-TW" sz="2400" b="0" strike="noStrike" spc="-1" dirty="0" err="1">
                <a:solidFill>
                  <a:srgbClr val="3F3F3F"/>
                </a:solidFill>
                <a:ea typeface="DejaVu Sans"/>
              </a:rPr>
              <a:t>makefile</a:t>
            </a:r>
            <a:r>
              <a:rPr lang="en-US" altLang="zh-TW" sz="2400" b="0" strike="noStrike" spc="-1" dirty="0">
                <a:solidFill>
                  <a:srgbClr val="3F3F3F"/>
                </a:solidFill>
                <a:ea typeface="DejaVu Sans"/>
              </a:rPr>
              <a:t>: </a:t>
            </a:r>
            <a:endParaRPr lang="en-US" altLang="zh-TW" sz="2400" b="0" strike="noStrike" spc="-1" dirty="0"/>
          </a:p>
          <a:p>
            <a:pPr marL="685800" lvl="1" indent="-223560">
              <a:lnSpc>
                <a:spcPct val="100000"/>
              </a:lnSpc>
              <a:buClr>
                <a:srgbClr val="EE6F31"/>
              </a:buClr>
              <a:buFont typeface="Arial"/>
              <a:buChar char="•"/>
            </a:pPr>
            <a:r>
              <a:rPr lang="en-US" altLang="zh-TW" sz="2000" b="1" strike="noStrike" spc="-1" dirty="0">
                <a:solidFill>
                  <a:srgbClr val="EE6F31"/>
                </a:solidFill>
                <a:ea typeface="DejaVu Sans"/>
              </a:rPr>
              <a:t>LIBS = $(LIBS) $(LIB_DIR)/$(</a:t>
            </a:r>
            <a:r>
              <a:rPr lang="en-US" altLang="zh-TW" sz="2000" b="1" strike="noStrike" spc="-1" dirty="0" err="1">
                <a:solidFill>
                  <a:srgbClr val="EE6F31"/>
                </a:solidFill>
                <a:ea typeface="DejaVu Sans"/>
              </a:rPr>
              <a:t>LibInstanceName</a:t>
            </a:r>
            <a:r>
              <a:rPr lang="en-US" altLang="zh-TW" sz="2000" b="1" strike="noStrike" spc="-1" dirty="0">
                <a:solidFill>
                  <a:srgbClr val="EE6F31"/>
                </a:solidFill>
                <a:ea typeface="DejaVu Sans"/>
              </a:rPr>
              <a:t>)</a:t>
            </a:r>
            <a:endParaRPr lang="en-US" altLang="zh-TW" sz="2000" b="0" strike="noStrike" spc="-1" dirty="0"/>
          </a:p>
        </p:txBody>
      </p:sp>
    </p:spTree>
    <p:extLst>
      <p:ext uri="{BB962C8B-B14F-4D97-AF65-F5344CB8AC3E}">
        <p14:creationId xmlns:p14="http://schemas.microsoft.com/office/powerpoint/2010/main" val="11688164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Platform Description File</a:t>
            </a:r>
            <a:br>
              <a:rPr lang="en-US" dirty="0"/>
            </a:br>
            <a:r>
              <a:rPr lang="en-US" sz="2000" dirty="0"/>
              <a:t>PCD Section</a:t>
            </a:r>
            <a:endParaRPr lang="en-US" dirty="0"/>
          </a:p>
        </p:txBody>
      </p:sp>
      <p:sp>
        <p:nvSpPr>
          <p:cNvPr id="3" name="Content Placeholder 2"/>
          <p:cNvSpPr>
            <a:spLocks noGrp="1"/>
          </p:cNvSpPr>
          <p:nvPr>
            <p:ph idx="1"/>
          </p:nvPr>
        </p:nvSpPr>
        <p:spPr/>
        <p:txBody>
          <a:bodyPr>
            <a:normAutofit fontScale="92500" lnSpcReduction="10000"/>
          </a:bodyPr>
          <a:lstStyle/>
          <a:p>
            <a:pPr marL="228600" indent="-223560">
              <a:lnSpc>
                <a:spcPct val="100000"/>
              </a:lnSpc>
              <a:buClr>
                <a:srgbClr val="3F3F3F"/>
              </a:buClr>
              <a:buFont typeface="Arial"/>
              <a:buChar char="•"/>
            </a:pPr>
            <a:r>
              <a:rPr lang="en-US" altLang="zh-TW" sz="3000" b="0" strike="noStrike" spc="-1" dirty="0">
                <a:solidFill>
                  <a:srgbClr val="3F3F3F"/>
                </a:solidFill>
                <a:ea typeface="DejaVu Sans"/>
              </a:rPr>
              <a:t>This section is for specifying global (or default) PCD values as well as the type for how the platform will use each PCD.</a:t>
            </a:r>
            <a:endParaRPr lang="en-US" altLang="zh-TW" sz="3000" b="0" strike="noStrike" spc="-1" dirty="0"/>
          </a:p>
          <a:p>
            <a:pPr marL="228600" indent="-223560">
              <a:lnSpc>
                <a:spcPct val="100000"/>
              </a:lnSpc>
              <a:buClr>
                <a:srgbClr val="3F3F3F"/>
              </a:buClr>
              <a:buFont typeface="Arial"/>
              <a:buChar char="•"/>
            </a:pPr>
            <a:r>
              <a:rPr lang="en-US" altLang="zh-TW" sz="3000" b="0" strike="noStrike" spc="-1" dirty="0">
                <a:solidFill>
                  <a:srgbClr val="3F3F3F"/>
                </a:solidFill>
                <a:ea typeface="DejaVu Sans"/>
              </a:rPr>
              <a:t>There are five defined PCD types:</a:t>
            </a:r>
            <a:endParaRPr lang="en-US" altLang="zh-TW" sz="3000" b="0" strike="noStrike" spc="-1" dirty="0"/>
          </a:p>
          <a:p>
            <a:pPr marL="685800" lvl="1" indent="-223560">
              <a:lnSpc>
                <a:spcPct val="100000"/>
              </a:lnSpc>
              <a:buClr>
                <a:srgbClr val="3F3F3F"/>
              </a:buClr>
              <a:buFont typeface="Arial"/>
              <a:buChar char="•"/>
            </a:pPr>
            <a:r>
              <a:rPr lang="en-US" altLang="zh-TW" sz="2200" b="0" strike="noStrike" spc="-1" dirty="0" err="1">
                <a:solidFill>
                  <a:srgbClr val="3F3F3F"/>
                </a:solidFill>
                <a:ea typeface="DejaVu Sans"/>
              </a:rPr>
              <a:t>FeatureFlag</a:t>
            </a:r>
            <a:endParaRPr lang="en-US" altLang="zh-TW" sz="2200" b="0" strike="noStrike" spc="-1" dirty="0"/>
          </a:p>
          <a:p>
            <a:pPr marL="685800" lvl="1" indent="-223560">
              <a:lnSpc>
                <a:spcPct val="100000"/>
              </a:lnSpc>
              <a:buClr>
                <a:srgbClr val="3F3F3F"/>
              </a:buClr>
              <a:buFont typeface="Arial"/>
              <a:buChar char="•"/>
            </a:pPr>
            <a:r>
              <a:rPr lang="en-US" altLang="zh-TW" sz="2200" b="0" strike="noStrike" spc="-1" dirty="0" err="1">
                <a:solidFill>
                  <a:srgbClr val="3F3F3F"/>
                </a:solidFill>
                <a:ea typeface="DejaVu Sans"/>
              </a:rPr>
              <a:t>FixedAtBuild</a:t>
            </a:r>
            <a:endParaRPr lang="en-US" altLang="zh-TW" sz="2200" b="0" strike="noStrike" spc="-1" dirty="0"/>
          </a:p>
          <a:p>
            <a:pPr marL="685800" lvl="1" indent="-223560">
              <a:lnSpc>
                <a:spcPct val="100000"/>
              </a:lnSpc>
              <a:buClr>
                <a:srgbClr val="3F3F3F"/>
              </a:buClr>
              <a:buFont typeface="Arial"/>
              <a:buChar char="•"/>
            </a:pPr>
            <a:r>
              <a:rPr lang="en-US" altLang="zh-TW" sz="2200" b="0" strike="noStrike" spc="-1" dirty="0" err="1">
                <a:solidFill>
                  <a:srgbClr val="3F3F3F"/>
                </a:solidFill>
                <a:ea typeface="DejaVu Sans"/>
              </a:rPr>
              <a:t>PatchableInModule</a:t>
            </a:r>
            <a:endParaRPr lang="en-US" altLang="zh-TW" sz="2200" b="0" strike="noStrike" spc="-1" dirty="0"/>
          </a:p>
          <a:p>
            <a:pPr marL="685800" lvl="1" indent="-223560">
              <a:lnSpc>
                <a:spcPct val="100000"/>
              </a:lnSpc>
              <a:buClr>
                <a:srgbClr val="3F3F3F"/>
              </a:buClr>
              <a:buFont typeface="Arial"/>
              <a:buChar char="•"/>
            </a:pPr>
            <a:r>
              <a:rPr lang="en-US" altLang="zh-TW" sz="2200" b="0" strike="noStrike" spc="-1" dirty="0">
                <a:solidFill>
                  <a:srgbClr val="3F3F3F"/>
                </a:solidFill>
                <a:ea typeface="DejaVu Sans"/>
              </a:rPr>
              <a:t>Dynamic</a:t>
            </a:r>
            <a:endParaRPr lang="en-US" altLang="zh-TW" sz="2200" b="0" strike="noStrike" spc="-1" dirty="0"/>
          </a:p>
          <a:p>
            <a:pPr marL="685800" lvl="1" indent="-223560">
              <a:lnSpc>
                <a:spcPct val="100000"/>
              </a:lnSpc>
              <a:buClr>
                <a:srgbClr val="3F3F3F"/>
              </a:buClr>
              <a:buFont typeface="Arial"/>
              <a:buChar char="•"/>
            </a:pPr>
            <a:r>
              <a:rPr lang="en-US" altLang="zh-TW" sz="2200" b="0" strike="noStrike" spc="-1" dirty="0" err="1">
                <a:solidFill>
                  <a:srgbClr val="3F3F3F"/>
                </a:solidFill>
                <a:ea typeface="DejaVu Sans"/>
              </a:rPr>
              <a:t>DynamicEx</a:t>
            </a:r>
            <a:endParaRPr lang="en-US" altLang="zh-TW" sz="2200" b="0" strike="noStrike" spc="-1" dirty="0"/>
          </a:p>
          <a:p>
            <a:pPr marL="228600" indent="-223560">
              <a:lnSpc>
                <a:spcPct val="100000"/>
              </a:lnSpc>
              <a:buClr>
                <a:srgbClr val="3F3F3F"/>
              </a:buClr>
              <a:buFont typeface="Arial"/>
              <a:buChar char="•"/>
            </a:pPr>
            <a:r>
              <a:rPr lang="en-US" altLang="zh-TW" sz="3000" b="0" strike="noStrike" spc="-1" dirty="0">
                <a:solidFill>
                  <a:srgbClr val="3F3F3F"/>
                </a:solidFill>
                <a:ea typeface="DejaVu Sans"/>
              </a:rPr>
              <a:t>Format of an entry in this section is:</a:t>
            </a:r>
            <a:endParaRPr lang="en-US" altLang="zh-TW" sz="3000" b="0" strike="noStrike" spc="-1" dirty="0"/>
          </a:p>
          <a:p>
            <a:pPr marL="685800" lvl="1" indent="-223560">
              <a:lnSpc>
                <a:spcPct val="100000"/>
              </a:lnSpc>
              <a:buClr>
                <a:srgbClr val="EE6F31"/>
              </a:buClr>
              <a:buFont typeface="Arial"/>
              <a:buChar char="•"/>
            </a:pPr>
            <a:r>
              <a:rPr lang="en-US" altLang="zh-TW" sz="2200" b="1" strike="noStrike" spc="-1" dirty="0" err="1">
                <a:solidFill>
                  <a:srgbClr val="EE6F31"/>
                </a:solidFill>
                <a:ea typeface="DejaVu Sans"/>
              </a:rPr>
              <a:t>PcdTokenSpaceGuidCName.PcdCName|Value</a:t>
            </a:r>
            <a:endParaRPr lang="en-US" altLang="zh-TW" sz="2200" b="0" strike="noStrike" spc="-1" dirty="0"/>
          </a:p>
          <a:p>
            <a:pPr marL="0" indent="0">
              <a:lnSpc>
                <a:spcPct val="100000"/>
              </a:lnSpc>
              <a:buNone/>
            </a:pPr>
            <a:r>
              <a:rPr lang="en-US" altLang="zh-TW" sz="1700" b="1" strike="noStrike" spc="-1" dirty="0">
                <a:solidFill>
                  <a:srgbClr val="3F3F3F"/>
                </a:solidFill>
                <a:ea typeface="DejaVu Sans"/>
              </a:rPr>
              <a:t>[</a:t>
            </a:r>
            <a:r>
              <a:rPr lang="en-US" altLang="zh-TW" sz="1700" b="1" strike="noStrike" spc="-1" dirty="0" err="1">
                <a:solidFill>
                  <a:srgbClr val="3F3F3F"/>
                </a:solidFill>
                <a:ea typeface="DejaVu Sans"/>
              </a:rPr>
              <a:t>PcdsFixedAtBuild</a:t>
            </a:r>
            <a:r>
              <a:rPr lang="en-US" altLang="zh-TW" sz="1700" b="1" strike="noStrike" spc="-1" dirty="0">
                <a:solidFill>
                  <a:srgbClr val="3F3F3F"/>
                </a:solidFill>
                <a:ea typeface="DejaVu Sans"/>
              </a:rPr>
              <a:t>]</a:t>
            </a:r>
            <a:endParaRPr lang="en-US" altLang="zh-TW" sz="1700" b="0" strike="noStrike" spc="-1" dirty="0"/>
          </a:p>
          <a:p>
            <a:pPr marL="0" indent="0">
              <a:lnSpc>
                <a:spcPct val="100000"/>
              </a:lnSpc>
              <a:buNone/>
            </a:pPr>
            <a:r>
              <a:rPr lang="en-US" altLang="zh-TW" sz="1700" b="1" strike="noStrike" spc="-1" dirty="0">
                <a:solidFill>
                  <a:srgbClr val="3F3F3F"/>
                </a:solidFill>
                <a:ea typeface="DejaVu Sans"/>
              </a:rPr>
              <a:t>    gEfiSioTokenSpaceGuid.PcdSerialBoudRate|115200</a:t>
            </a:r>
            <a:endParaRPr lang="en-US" altLang="zh-TW" sz="1700" b="0" strike="noStrike" spc="-1" dirty="0"/>
          </a:p>
        </p:txBody>
      </p:sp>
    </p:spTree>
    <p:extLst>
      <p:ext uri="{BB962C8B-B14F-4D97-AF65-F5344CB8AC3E}">
        <p14:creationId xmlns:p14="http://schemas.microsoft.com/office/powerpoint/2010/main" val="11801697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Platform Description File</a:t>
            </a:r>
            <a:br>
              <a:rPr lang="en-US" dirty="0"/>
            </a:br>
            <a:r>
              <a:rPr lang="en-US" sz="2000" dirty="0"/>
              <a:t>PCD Section</a:t>
            </a:r>
            <a:endParaRPr lang="en-US" dirty="0"/>
          </a:p>
        </p:txBody>
      </p:sp>
      <p:sp>
        <p:nvSpPr>
          <p:cNvPr id="3" name="Content Placeholder 2"/>
          <p:cNvSpPr>
            <a:spLocks noGrp="1"/>
          </p:cNvSpPr>
          <p:nvPr>
            <p:ph idx="1"/>
          </p:nvPr>
        </p:nvSpPr>
        <p:spPr/>
        <p:txBody>
          <a:bodyPr>
            <a:normAutofit/>
          </a:bodyPr>
          <a:lstStyle/>
          <a:p>
            <a:pPr marL="228600" indent="-223560">
              <a:lnSpc>
                <a:spcPct val="100000"/>
              </a:lnSpc>
              <a:buClr>
                <a:srgbClr val="3F3F3F"/>
              </a:buClr>
              <a:buFont typeface="Arial"/>
              <a:buChar char="•"/>
            </a:pPr>
            <a:r>
              <a:rPr lang="en-US" altLang="zh-TW" sz="2800" b="0" strike="noStrike" spc="-1" dirty="0">
                <a:solidFill>
                  <a:srgbClr val="3F3F3F"/>
                </a:solidFill>
                <a:ea typeface="DejaVu Sans"/>
              </a:rPr>
              <a:t>Precedence for determining PCD values is as follows: </a:t>
            </a:r>
            <a:endParaRPr lang="en-US" altLang="zh-TW" sz="2800" b="0" strike="noStrike" spc="-1" dirty="0"/>
          </a:p>
          <a:p>
            <a:pPr marL="685800" lvl="1" indent="-223560">
              <a:lnSpc>
                <a:spcPct val="100000"/>
              </a:lnSpc>
              <a:buClr>
                <a:srgbClr val="3F3F3F"/>
              </a:buClr>
              <a:buFont typeface="Arial"/>
              <a:buChar char="•"/>
            </a:pPr>
            <a:r>
              <a:rPr lang="en-US" altLang="zh-TW" sz="2400" b="0" strike="noStrike" spc="-1" dirty="0">
                <a:solidFill>
                  <a:srgbClr val="3F3F3F"/>
                </a:solidFill>
                <a:ea typeface="DejaVu Sans"/>
              </a:rPr>
              <a:t>A PCD value defined on the command-line using -D </a:t>
            </a:r>
            <a:r>
              <a:rPr lang="en-US" altLang="zh-TW" sz="2400" b="0" strike="noStrike" spc="-1" dirty="0" err="1">
                <a:solidFill>
                  <a:srgbClr val="3F3F3F"/>
                </a:solidFill>
                <a:ea typeface="DejaVu Sans"/>
              </a:rPr>
              <a:t>PcdName</a:t>
            </a:r>
            <a:r>
              <a:rPr lang="en-US" altLang="zh-TW" sz="2400" b="0" strike="noStrike" spc="-1" dirty="0">
                <a:solidFill>
                  <a:srgbClr val="3F3F3F"/>
                </a:solidFill>
                <a:ea typeface="DejaVu Sans"/>
              </a:rPr>
              <a:t>=Value</a:t>
            </a:r>
            <a:endParaRPr lang="en-US" altLang="zh-TW" sz="2400" b="0" strike="noStrike" spc="-1" dirty="0"/>
          </a:p>
          <a:p>
            <a:pPr marL="685800" lvl="1" indent="-223560">
              <a:lnSpc>
                <a:spcPct val="100000"/>
              </a:lnSpc>
              <a:buClr>
                <a:srgbClr val="3F3F3F"/>
              </a:buClr>
              <a:buFont typeface="Arial"/>
              <a:buChar char="•"/>
            </a:pPr>
            <a:r>
              <a:rPr lang="en-US" altLang="zh-TW" sz="2400" b="0" strike="noStrike" spc="-1" dirty="0">
                <a:solidFill>
                  <a:srgbClr val="3F3F3F"/>
                </a:solidFill>
                <a:ea typeface="DejaVu Sans"/>
              </a:rPr>
              <a:t>A PCD value defined in the FDF file SET statements</a:t>
            </a:r>
            <a:endParaRPr lang="en-US" altLang="zh-TW" sz="2400" b="0" strike="noStrike" spc="-1" dirty="0"/>
          </a:p>
          <a:p>
            <a:pPr marL="685800" lvl="1" indent="-223560">
              <a:lnSpc>
                <a:spcPct val="100000"/>
              </a:lnSpc>
              <a:buClr>
                <a:srgbClr val="3F3F3F"/>
              </a:buClr>
              <a:buFont typeface="Arial"/>
              <a:buChar char="•"/>
            </a:pPr>
            <a:r>
              <a:rPr lang="en-US" altLang="zh-TW" sz="2400" b="0" strike="noStrike" spc="-1" dirty="0">
                <a:solidFill>
                  <a:srgbClr val="3F3F3F"/>
                </a:solidFill>
                <a:ea typeface="DejaVu Sans"/>
              </a:rPr>
              <a:t>A PCD value defined positionally in the FDF file</a:t>
            </a:r>
            <a:endParaRPr lang="en-US" altLang="zh-TW" sz="2400" b="0" strike="noStrike" spc="-1" dirty="0"/>
          </a:p>
          <a:p>
            <a:pPr marL="685800" lvl="1" indent="-223560">
              <a:lnSpc>
                <a:spcPct val="100000"/>
              </a:lnSpc>
              <a:buClr>
                <a:srgbClr val="3F3F3F"/>
              </a:buClr>
              <a:buFont typeface="Arial"/>
              <a:buChar char="•"/>
            </a:pPr>
            <a:r>
              <a:rPr lang="en-US" altLang="zh-TW" sz="2400" b="0" strike="noStrike" spc="-1" dirty="0">
                <a:solidFill>
                  <a:srgbClr val="3F3F3F"/>
                </a:solidFill>
                <a:ea typeface="DejaVu Sans"/>
              </a:rPr>
              <a:t>A</a:t>
            </a:r>
            <a:r>
              <a:rPr lang="en-US" altLang="zh-TW" sz="2400" b="1" strike="noStrike" spc="-1" dirty="0">
                <a:solidFill>
                  <a:srgbClr val="0070C0"/>
                </a:solidFill>
                <a:ea typeface="DejaVu Sans"/>
              </a:rPr>
              <a:t> </a:t>
            </a:r>
            <a:r>
              <a:rPr lang="en-US" altLang="zh-TW" sz="2400" b="0" strike="noStrike" spc="-1" dirty="0">
                <a:solidFill>
                  <a:srgbClr val="3F3F3F"/>
                </a:solidFill>
                <a:ea typeface="DejaVu Sans"/>
              </a:rPr>
              <a:t>PCD value defined in the [Components] INF scoping section</a:t>
            </a:r>
            <a:endParaRPr lang="en-US" altLang="zh-TW" sz="2400" b="0" strike="noStrike" spc="-1" dirty="0"/>
          </a:p>
          <a:p>
            <a:pPr marL="685800" lvl="1" indent="-223560">
              <a:lnSpc>
                <a:spcPct val="100000"/>
              </a:lnSpc>
              <a:buClr>
                <a:srgbClr val="3F3F3F"/>
              </a:buClr>
              <a:buFont typeface="Arial"/>
              <a:buChar char="•"/>
            </a:pPr>
            <a:r>
              <a:rPr lang="en-US" altLang="zh-TW" sz="2400" b="0" strike="noStrike" spc="-1" dirty="0">
                <a:solidFill>
                  <a:srgbClr val="3F3F3F"/>
                </a:solidFill>
                <a:ea typeface="DejaVu Sans"/>
              </a:rPr>
              <a:t>A PCD value defined in a [</a:t>
            </a:r>
            <a:r>
              <a:rPr lang="en-US" altLang="zh-TW" sz="2400" b="0" strike="noStrike" spc="-1" dirty="0" err="1">
                <a:solidFill>
                  <a:srgbClr val="3F3F3F"/>
                </a:solidFill>
                <a:ea typeface="DejaVu Sans"/>
              </a:rPr>
              <a:t>Pcds</a:t>
            </a:r>
            <a:r>
              <a:rPr lang="en-US" altLang="zh-TW" sz="2400" b="0" strike="noStrike" spc="-1" dirty="0">
                <a:solidFill>
                  <a:srgbClr val="3F3F3F"/>
                </a:solidFill>
                <a:ea typeface="DejaVu Sans"/>
              </a:rPr>
              <a:t>*] architectural section</a:t>
            </a:r>
            <a:endParaRPr lang="en-US" altLang="zh-TW" sz="2400" b="0" strike="noStrike" spc="-1" dirty="0"/>
          </a:p>
          <a:p>
            <a:pPr marL="685800" lvl="1" indent="-223560">
              <a:lnSpc>
                <a:spcPct val="100000"/>
              </a:lnSpc>
              <a:buClr>
                <a:srgbClr val="3F3F3F"/>
              </a:buClr>
              <a:buFont typeface="Arial"/>
              <a:buChar char="•"/>
            </a:pPr>
            <a:r>
              <a:rPr lang="en-US" altLang="zh-TW" sz="2400" b="0" strike="noStrike" spc="-1" dirty="0">
                <a:solidFill>
                  <a:srgbClr val="3F3F3F"/>
                </a:solidFill>
                <a:ea typeface="DejaVu Sans"/>
              </a:rPr>
              <a:t>A PCD value defined in a [</a:t>
            </a:r>
            <a:r>
              <a:rPr lang="en-US" altLang="zh-TW" sz="2400" b="0" strike="noStrike" spc="-1" dirty="0" err="1">
                <a:solidFill>
                  <a:srgbClr val="3F3F3F"/>
                </a:solidFill>
                <a:ea typeface="DejaVu Sans"/>
              </a:rPr>
              <a:t>Pcds</a:t>
            </a:r>
            <a:r>
              <a:rPr lang="en-US" altLang="zh-TW" sz="2400" b="0" strike="noStrike" spc="-1" dirty="0">
                <a:solidFill>
                  <a:srgbClr val="3F3F3F"/>
                </a:solidFill>
                <a:ea typeface="DejaVu Sans"/>
              </a:rPr>
              <a:t>*] common architectural section</a:t>
            </a:r>
            <a:endParaRPr lang="en-US" altLang="zh-TW" sz="2400" b="0" strike="noStrike" spc="-1" dirty="0"/>
          </a:p>
          <a:p>
            <a:pPr marL="685800" lvl="1" indent="-223560">
              <a:lnSpc>
                <a:spcPct val="100000"/>
              </a:lnSpc>
              <a:buClr>
                <a:srgbClr val="3F3F3F"/>
              </a:buClr>
              <a:buFont typeface="Arial"/>
              <a:buChar char="•"/>
            </a:pPr>
            <a:r>
              <a:rPr lang="en-US" altLang="zh-TW" sz="2400" b="0" strike="noStrike" spc="-1" dirty="0">
                <a:solidFill>
                  <a:srgbClr val="3F3F3F"/>
                </a:solidFill>
                <a:ea typeface="DejaVu Sans"/>
              </a:rPr>
              <a:t>A PCD value defined in an INF (provided all INF files have defined the same value)</a:t>
            </a:r>
            <a:endParaRPr lang="en-US" altLang="zh-TW" sz="2400" b="0" strike="noStrike" spc="-1" dirty="0"/>
          </a:p>
          <a:p>
            <a:pPr marL="685800" lvl="1" indent="-223560">
              <a:lnSpc>
                <a:spcPct val="100000"/>
              </a:lnSpc>
              <a:buClr>
                <a:srgbClr val="3F3F3F"/>
              </a:buClr>
              <a:buFont typeface="Arial"/>
              <a:buChar char="•"/>
            </a:pPr>
            <a:r>
              <a:rPr lang="en-US" altLang="zh-TW" sz="2400" b="0" strike="noStrike" spc="-1" dirty="0">
                <a:solidFill>
                  <a:srgbClr val="3F3F3F"/>
                </a:solidFill>
                <a:ea typeface="DejaVu Sans"/>
              </a:rPr>
              <a:t>A default value defined in DEC file that declares the PCD</a:t>
            </a:r>
            <a:endParaRPr lang="en-US" altLang="zh-TW" sz="2400" b="0" strike="noStrike" spc="-1" dirty="0"/>
          </a:p>
        </p:txBody>
      </p:sp>
    </p:spTree>
    <p:extLst>
      <p:ext uri="{BB962C8B-B14F-4D97-AF65-F5344CB8AC3E}">
        <p14:creationId xmlns:p14="http://schemas.microsoft.com/office/powerpoint/2010/main" val="77997919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Platform Description File</a:t>
            </a:r>
            <a:br>
              <a:rPr lang="en-US" dirty="0"/>
            </a:br>
            <a:r>
              <a:rPr lang="en-US" sz="2000" dirty="0"/>
              <a:t>Components Section</a:t>
            </a:r>
            <a:endParaRPr lang="en-US" dirty="0"/>
          </a:p>
        </p:txBody>
      </p:sp>
      <p:sp>
        <p:nvSpPr>
          <p:cNvPr id="3" name="Content Placeholder 2"/>
          <p:cNvSpPr>
            <a:spLocks noGrp="1"/>
          </p:cNvSpPr>
          <p:nvPr>
            <p:ph idx="1"/>
          </p:nvPr>
        </p:nvSpPr>
        <p:spPr/>
        <p:txBody>
          <a:bodyPr>
            <a:normAutofit/>
          </a:bodyPr>
          <a:lstStyle/>
          <a:p>
            <a:pPr marL="228600" indent="-223560">
              <a:lnSpc>
                <a:spcPct val="100000"/>
              </a:lnSpc>
              <a:buClr>
                <a:srgbClr val="3F3F3F"/>
              </a:buClr>
              <a:buFont typeface="Arial"/>
              <a:buChar char="•"/>
            </a:pPr>
            <a:r>
              <a:rPr lang="en-US" altLang="zh-TW" b="0" strike="noStrike" spc="-1" dirty="0">
                <a:solidFill>
                  <a:srgbClr val="3F3F3F"/>
                </a:solidFill>
                <a:ea typeface="DejaVu Sans"/>
              </a:rPr>
              <a:t>One or more [Components] sections contain lists of EDK II Modules.</a:t>
            </a:r>
            <a:endParaRPr lang="en-US" altLang="zh-TW" b="0" strike="noStrike" spc="-1" dirty="0"/>
          </a:p>
          <a:p>
            <a:pPr>
              <a:lnSpc>
                <a:spcPct val="100000"/>
              </a:lnSpc>
            </a:pPr>
            <a:endParaRPr lang="en-US" altLang="zh-TW" b="0" strike="noStrike" spc="-1" dirty="0"/>
          </a:p>
          <a:p>
            <a:pPr marL="0" indent="0">
              <a:lnSpc>
                <a:spcPct val="100000"/>
              </a:lnSpc>
              <a:buNone/>
            </a:pPr>
            <a:r>
              <a:rPr lang="en-US" altLang="zh-TW" sz="1600" b="1" strike="noStrike" spc="-1" dirty="0">
                <a:solidFill>
                  <a:srgbClr val="3F3F3F"/>
                </a:solidFill>
                <a:ea typeface="DejaVu Sans"/>
              </a:rPr>
              <a:t>[Components.IA32]</a:t>
            </a:r>
            <a:endParaRPr lang="en-US" altLang="zh-TW" sz="1600" b="0" strike="noStrike" spc="-1" dirty="0"/>
          </a:p>
          <a:p>
            <a:pPr marL="0" indent="0">
              <a:lnSpc>
                <a:spcPct val="100000"/>
              </a:lnSpc>
              <a:buNone/>
            </a:pPr>
            <a:r>
              <a:rPr lang="en-US" altLang="zh-TW" sz="1600" b="1" strike="noStrike" spc="-1" dirty="0">
                <a:solidFill>
                  <a:srgbClr val="3F3F3F"/>
                </a:solidFill>
                <a:ea typeface="DejaVu Sans"/>
              </a:rPr>
              <a:t>  </a:t>
            </a:r>
            <a:r>
              <a:rPr lang="en-US" altLang="zh-TW" sz="1600" b="1" strike="noStrike" spc="-1" dirty="0" err="1">
                <a:solidFill>
                  <a:srgbClr val="3F3F3F"/>
                </a:solidFill>
                <a:ea typeface="DejaVu Sans"/>
              </a:rPr>
              <a:t>MdeModulePkg</a:t>
            </a:r>
            <a:r>
              <a:rPr lang="en-US" altLang="zh-TW" sz="1600" b="1" strike="noStrike" spc="-1" dirty="0">
                <a:solidFill>
                  <a:srgbClr val="3F3F3F"/>
                </a:solidFill>
                <a:ea typeface="DejaVu Sans"/>
              </a:rPr>
              <a:t>/Core/Pei/PeiMain.inf {</a:t>
            </a:r>
            <a:endParaRPr lang="en-US" altLang="zh-TW" sz="1600" b="0" strike="noStrike" spc="-1" dirty="0"/>
          </a:p>
          <a:p>
            <a:pPr marL="0" indent="0">
              <a:lnSpc>
                <a:spcPct val="100000"/>
              </a:lnSpc>
              <a:buNone/>
            </a:pPr>
            <a:r>
              <a:rPr lang="en-US" altLang="zh-TW" sz="1600" b="1" strike="noStrike" spc="-1" dirty="0">
                <a:solidFill>
                  <a:srgbClr val="3F3F3F"/>
                </a:solidFill>
                <a:ea typeface="DejaVu Sans"/>
              </a:rPr>
              <a:t>    &lt;</a:t>
            </a:r>
            <a:r>
              <a:rPr lang="en-US" altLang="zh-TW" sz="1600" b="1" strike="noStrike" spc="-1" dirty="0" err="1">
                <a:solidFill>
                  <a:srgbClr val="3F3F3F"/>
                </a:solidFill>
                <a:ea typeface="DejaVu Sans"/>
              </a:rPr>
              <a:t>BuildOptions</a:t>
            </a:r>
            <a:r>
              <a:rPr lang="en-US" altLang="zh-TW" sz="1600" b="1" strike="noStrike" spc="-1" dirty="0">
                <a:solidFill>
                  <a:srgbClr val="3F3F3F"/>
                </a:solidFill>
                <a:ea typeface="DejaVu Sans"/>
              </a:rPr>
              <a:t>&gt;</a:t>
            </a:r>
            <a:endParaRPr lang="en-US" altLang="zh-TW" sz="1600" b="0" strike="noStrike" spc="-1" dirty="0"/>
          </a:p>
          <a:p>
            <a:pPr marL="0" indent="0">
              <a:lnSpc>
                <a:spcPct val="100000"/>
              </a:lnSpc>
              <a:buNone/>
            </a:pPr>
            <a:r>
              <a:rPr lang="en-US" altLang="zh-TW" sz="1600" b="1" strike="noStrike" spc="-1" dirty="0">
                <a:solidFill>
                  <a:srgbClr val="3F3F3F"/>
                </a:solidFill>
                <a:ea typeface="DejaVu Sans"/>
              </a:rPr>
              <a:t>      *_*_*_CC_FLAGS = /D MDEPKG_NDEBUG</a:t>
            </a:r>
            <a:endParaRPr lang="en-US" altLang="zh-TW" sz="1600" b="0" strike="noStrike" spc="-1" dirty="0"/>
          </a:p>
          <a:p>
            <a:pPr marL="0" indent="0">
              <a:lnSpc>
                <a:spcPct val="100000"/>
              </a:lnSpc>
              <a:buNone/>
            </a:pPr>
            <a:r>
              <a:rPr lang="en-US" altLang="zh-TW" sz="1600" b="1" strike="noStrike" spc="-1" dirty="0">
                <a:solidFill>
                  <a:srgbClr val="3F3F3F"/>
                </a:solidFill>
                <a:ea typeface="DejaVu Sans"/>
              </a:rPr>
              <a:t>  }</a:t>
            </a:r>
            <a:endParaRPr lang="en-US" altLang="zh-TW" sz="1600" b="0" strike="noStrike" spc="-1" dirty="0"/>
          </a:p>
        </p:txBody>
      </p:sp>
    </p:spTree>
    <p:extLst>
      <p:ext uri="{BB962C8B-B14F-4D97-AF65-F5344CB8AC3E}">
        <p14:creationId xmlns:p14="http://schemas.microsoft.com/office/powerpoint/2010/main" val="129624621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Platform Description File</a:t>
            </a:r>
            <a:br>
              <a:rPr lang="en-US" dirty="0"/>
            </a:br>
            <a:r>
              <a:rPr lang="en-US" sz="2000" dirty="0"/>
              <a:t>Enhancement</a:t>
            </a:r>
            <a:endParaRPr lang="en-US" dirty="0"/>
          </a:p>
        </p:txBody>
      </p:sp>
      <p:sp>
        <p:nvSpPr>
          <p:cNvPr id="3" name="Content Placeholder 2"/>
          <p:cNvSpPr>
            <a:spLocks noGrp="1"/>
          </p:cNvSpPr>
          <p:nvPr>
            <p:ph idx="1"/>
          </p:nvPr>
        </p:nvSpPr>
        <p:spPr/>
        <p:txBody>
          <a:bodyPr>
            <a:normAutofit lnSpcReduction="10000"/>
          </a:bodyPr>
          <a:lstStyle/>
          <a:p>
            <a:pPr marL="228600" indent="-223560">
              <a:lnSpc>
                <a:spcPct val="100000"/>
              </a:lnSpc>
              <a:buClr>
                <a:srgbClr val="3F3F3F"/>
              </a:buClr>
              <a:buFont typeface="Arial"/>
              <a:buChar char="•"/>
            </a:pPr>
            <a:r>
              <a:rPr lang="en-US" altLang="zh-TW" sz="2800" b="0" strike="noStrike" spc="-1" dirty="0">
                <a:solidFill>
                  <a:srgbClr val="3F3F3F"/>
                </a:solidFill>
                <a:ea typeface="DejaVu Sans"/>
              </a:rPr>
              <a:t>!import</a:t>
            </a:r>
            <a:endParaRPr lang="en-US" altLang="zh-TW" sz="2800" b="0" strike="noStrike" spc="-1" dirty="0"/>
          </a:p>
          <a:p>
            <a:pPr marL="685800" lvl="1" indent="-223560">
              <a:lnSpc>
                <a:spcPct val="100000"/>
              </a:lnSpc>
              <a:buClr>
                <a:srgbClr val="3F3F3F"/>
              </a:buClr>
              <a:buFont typeface="Arial"/>
              <a:buChar char="•"/>
            </a:pPr>
            <a:r>
              <a:rPr lang="en-US" altLang="zh-TW" sz="2000" b="0" strike="noStrike" spc="-1" dirty="0">
                <a:solidFill>
                  <a:srgbClr val="3F3F3F"/>
                </a:solidFill>
                <a:ea typeface="DejaVu Sans"/>
              </a:rPr>
              <a:t>!import </a:t>
            </a:r>
            <a:r>
              <a:rPr lang="en-US" altLang="zh-TW" sz="2000" b="0" i="1" strike="noStrike" spc="-1" dirty="0" err="1">
                <a:solidFill>
                  <a:srgbClr val="3F3F3F"/>
                </a:solidFill>
                <a:ea typeface="DejaVu Sans"/>
              </a:rPr>
              <a:t>dsc</a:t>
            </a:r>
            <a:r>
              <a:rPr lang="en-US" altLang="zh-TW" sz="2000" b="0" i="1" strike="noStrike" spc="-1" dirty="0">
                <a:solidFill>
                  <a:srgbClr val="3F3F3F"/>
                </a:solidFill>
                <a:ea typeface="DejaVu Sans"/>
              </a:rPr>
              <a:t>-path</a:t>
            </a:r>
            <a:endParaRPr lang="en-US" altLang="zh-TW" sz="2000" b="0" strike="noStrike" spc="-1" dirty="0"/>
          </a:p>
          <a:p>
            <a:pPr marL="685800" lvl="1" indent="-223560">
              <a:lnSpc>
                <a:spcPct val="100000"/>
              </a:lnSpc>
              <a:buClr>
                <a:srgbClr val="3F3F3F"/>
              </a:buClr>
              <a:buFont typeface="Arial"/>
              <a:buChar char="•"/>
            </a:pPr>
            <a:r>
              <a:rPr lang="en-US" altLang="zh-TW" sz="2000" b="0" strike="noStrike" spc="-1" dirty="0">
                <a:solidFill>
                  <a:srgbClr val="3F3F3F"/>
                </a:solidFill>
                <a:ea typeface="DejaVu Sans"/>
              </a:rPr>
              <a:t>This command acts as if the contents from each section in the specified .</a:t>
            </a:r>
            <a:r>
              <a:rPr lang="en-US" altLang="zh-TW" sz="2000" b="0" strike="noStrike" spc="-1" dirty="0" err="1">
                <a:solidFill>
                  <a:srgbClr val="3F3F3F"/>
                </a:solidFill>
                <a:ea typeface="DejaVu Sans"/>
              </a:rPr>
              <a:t>dsc</a:t>
            </a:r>
            <a:r>
              <a:rPr lang="en-US" altLang="zh-TW" sz="2000" b="0" strike="noStrike" spc="-1" dirty="0">
                <a:solidFill>
                  <a:srgbClr val="3F3F3F"/>
                </a:solidFill>
                <a:ea typeface="DejaVu Sans"/>
              </a:rPr>
              <a:t> file were merged together and the section contents in </a:t>
            </a:r>
            <a:r>
              <a:rPr lang="en-US" altLang="zh-TW" sz="2000" b="0" strike="noStrike" spc="-1" dirty="0" err="1">
                <a:solidFill>
                  <a:srgbClr val="3F3F3F"/>
                </a:solidFill>
                <a:ea typeface="DejaVu Sans"/>
              </a:rPr>
              <a:t>project.dsc</a:t>
            </a:r>
            <a:r>
              <a:rPr lang="en-US" altLang="zh-TW" sz="2000" b="0" strike="noStrike" spc="-1" dirty="0">
                <a:solidFill>
                  <a:srgbClr val="3F3F3F"/>
                </a:solidFill>
                <a:ea typeface="DejaVu Sans"/>
              </a:rPr>
              <a:t> are put after section contents of all the imported packages.</a:t>
            </a:r>
            <a:endParaRPr lang="en-US" altLang="zh-TW" sz="2000" b="0" strike="noStrike" spc="-1" dirty="0"/>
          </a:p>
          <a:p>
            <a:pPr marL="685800" lvl="1" indent="-223560">
              <a:lnSpc>
                <a:spcPct val="100000"/>
              </a:lnSpc>
              <a:buClr>
                <a:srgbClr val="3F3F3F"/>
              </a:buClr>
              <a:buFont typeface="Arial"/>
              <a:buChar char="•"/>
            </a:pPr>
            <a:r>
              <a:rPr lang="en-US" altLang="zh-TW" sz="2000" b="0" strike="noStrike" spc="-1" dirty="0">
                <a:solidFill>
                  <a:srgbClr val="3F3F3F"/>
                </a:solidFill>
                <a:ea typeface="DejaVu Sans"/>
              </a:rPr>
              <a:t>The !import command can </a:t>
            </a:r>
            <a:r>
              <a:rPr lang="en-US" altLang="zh-TW" sz="2000" b="1" strike="noStrike" spc="-1" dirty="0">
                <a:solidFill>
                  <a:srgbClr val="FF0000"/>
                </a:solidFill>
                <a:ea typeface="DejaVu Sans"/>
              </a:rPr>
              <a:t>only</a:t>
            </a:r>
            <a:r>
              <a:rPr lang="en-US" altLang="zh-TW" sz="2000" b="0" strike="noStrike" spc="-1" dirty="0">
                <a:solidFill>
                  <a:srgbClr val="3F3F3F"/>
                </a:solidFill>
                <a:ea typeface="DejaVu Sans"/>
              </a:rPr>
              <a:t> be used in a </a:t>
            </a:r>
            <a:r>
              <a:rPr lang="en-US" altLang="zh-TW" sz="2000" b="1" strike="noStrike" spc="-1" dirty="0">
                <a:solidFill>
                  <a:srgbClr val="3F3F3F"/>
                </a:solidFill>
                <a:ea typeface="DejaVu Sans"/>
              </a:rPr>
              <a:t>project’s .</a:t>
            </a:r>
            <a:r>
              <a:rPr lang="en-US" altLang="zh-TW" sz="2000" b="1" strike="noStrike" spc="-1" dirty="0" err="1">
                <a:solidFill>
                  <a:srgbClr val="3F3F3F"/>
                </a:solidFill>
                <a:ea typeface="DejaVu Sans"/>
              </a:rPr>
              <a:t>dsc</a:t>
            </a:r>
            <a:r>
              <a:rPr lang="en-US" altLang="zh-TW" sz="2000" b="0" strike="noStrike" spc="-1" dirty="0">
                <a:solidFill>
                  <a:srgbClr val="3F3F3F"/>
                </a:solidFill>
                <a:ea typeface="DejaVu Sans"/>
              </a:rPr>
              <a:t> file.</a:t>
            </a:r>
            <a:endParaRPr lang="en-US" altLang="zh-TW" sz="2000" b="0" strike="noStrike" spc="-1" dirty="0"/>
          </a:p>
          <a:p>
            <a:pPr marL="685800" lvl="1" indent="-223560">
              <a:lnSpc>
                <a:spcPct val="100000"/>
              </a:lnSpc>
              <a:buClr>
                <a:srgbClr val="3F3F3F"/>
              </a:buClr>
              <a:buFont typeface="Arial"/>
              <a:buChar char="•"/>
            </a:pPr>
            <a:r>
              <a:rPr lang="en-US" altLang="zh-TW" sz="2000" b="0" strike="noStrike" spc="-1" dirty="0">
                <a:solidFill>
                  <a:srgbClr val="3F3F3F"/>
                </a:solidFill>
                <a:ea typeface="DejaVu Sans"/>
              </a:rPr>
              <a:t>!import </a:t>
            </a:r>
            <a:r>
              <a:rPr lang="en-US" altLang="zh-TW" sz="2000" b="0" strike="noStrike" spc="-1" dirty="0" err="1">
                <a:solidFill>
                  <a:srgbClr val="3F3F3F"/>
                </a:solidFill>
                <a:ea typeface="DejaVu Sans"/>
              </a:rPr>
              <a:t>MdePkg</a:t>
            </a:r>
            <a:r>
              <a:rPr lang="en-US" altLang="zh-TW" sz="2000" b="0" strike="noStrike" spc="-1" dirty="0">
                <a:solidFill>
                  <a:srgbClr val="3F3F3F"/>
                </a:solidFill>
                <a:ea typeface="DejaVu Sans"/>
              </a:rPr>
              <a:t>/</a:t>
            </a:r>
            <a:r>
              <a:rPr lang="en-US" altLang="zh-TW" sz="2000" b="0" strike="noStrike" spc="-1" dirty="0" err="1">
                <a:solidFill>
                  <a:srgbClr val="3F3F3F"/>
                </a:solidFill>
                <a:ea typeface="DejaVu Sans"/>
              </a:rPr>
              <a:t>Package.dsc</a:t>
            </a:r>
            <a:endParaRPr lang="en-US" altLang="zh-TW" sz="2000" b="0" strike="noStrike" spc="-1" dirty="0"/>
          </a:p>
          <a:p>
            <a:pPr>
              <a:lnSpc>
                <a:spcPct val="100000"/>
              </a:lnSpc>
            </a:pPr>
            <a:endParaRPr lang="en-US" altLang="zh-TW" sz="2000" b="0" strike="noStrike" spc="-1" dirty="0"/>
          </a:p>
          <a:p>
            <a:pPr marL="228600" indent="-223560">
              <a:lnSpc>
                <a:spcPct val="100000"/>
              </a:lnSpc>
              <a:buClr>
                <a:srgbClr val="3F3F3F"/>
              </a:buClr>
              <a:buFont typeface="Arial"/>
              <a:buChar char="•"/>
            </a:pPr>
            <a:r>
              <a:rPr lang="en-US" altLang="zh-TW" sz="2800" b="0" strike="noStrike" spc="-1" dirty="0">
                <a:solidFill>
                  <a:srgbClr val="3F3F3F"/>
                </a:solidFill>
                <a:ea typeface="DejaVu Sans"/>
              </a:rPr>
              <a:t>!disable</a:t>
            </a:r>
            <a:endParaRPr lang="en-US" altLang="zh-TW" sz="2800" b="0" strike="noStrike" spc="-1" dirty="0"/>
          </a:p>
          <a:p>
            <a:pPr marL="685800" lvl="1" indent="-223560">
              <a:lnSpc>
                <a:spcPct val="100000"/>
              </a:lnSpc>
              <a:buClr>
                <a:srgbClr val="3F3F3F"/>
              </a:buClr>
              <a:buFont typeface="Arial"/>
              <a:buChar char="•"/>
            </a:pPr>
            <a:r>
              <a:rPr lang="en-US" altLang="zh-TW" sz="2000" b="0" strike="noStrike" spc="-1" dirty="0">
                <a:solidFill>
                  <a:srgbClr val="3F3F3F"/>
                </a:solidFill>
                <a:ea typeface="DejaVu Sans"/>
              </a:rPr>
              <a:t>!disable </a:t>
            </a:r>
            <a:r>
              <a:rPr lang="en-US" altLang="zh-TW" sz="2000" b="0" i="1" strike="noStrike" spc="-1" dirty="0">
                <a:solidFill>
                  <a:srgbClr val="3F3F3F"/>
                </a:solidFill>
                <a:ea typeface="DejaVu Sans"/>
              </a:rPr>
              <a:t>file-path</a:t>
            </a:r>
            <a:endParaRPr lang="en-US" altLang="zh-TW" sz="2000" b="0" strike="noStrike" spc="-1" dirty="0"/>
          </a:p>
          <a:p>
            <a:pPr marL="685800" lvl="1" indent="-223560">
              <a:lnSpc>
                <a:spcPct val="100000"/>
              </a:lnSpc>
              <a:buClr>
                <a:srgbClr val="3F3F3F"/>
              </a:buClr>
              <a:buFont typeface="Arial"/>
              <a:buChar char="•"/>
            </a:pPr>
            <a:r>
              <a:rPr lang="en-US" altLang="zh-TW" sz="2000" b="0" strike="noStrike" spc="-1" dirty="0">
                <a:solidFill>
                  <a:srgbClr val="3F3F3F"/>
                </a:solidFill>
                <a:ea typeface="DejaVu Sans"/>
              </a:rPr>
              <a:t>This command disables the specified module, removing it from the build for the current CPU architecture (and SKU).</a:t>
            </a:r>
            <a:endParaRPr lang="en-US" altLang="zh-TW" sz="2000" b="0" strike="noStrike" spc="-1" dirty="0"/>
          </a:p>
          <a:p>
            <a:pPr marL="685800" lvl="1" indent="-223560">
              <a:lnSpc>
                <a:spcPct val="100000"/>
              </a:lnSpc>
              <a:buClr>
                <a:srgbClr val="3F3F3F"/>
              </a:buClr>
              <a:buFont typeface="Arial"/>
              <a:buChar char="•"/>
            </a:pPr>
            <a:r>
              <a:rPr lang="en-US" altLang="zh-TW" sz="1800" b="0" strike="noStrike" spc="-1" dirty="0">
                <a:solidFill>
                  <a:srgbClr val="3F3F3F"/>
                </a:solidFill>
                <a:ea typeface="DejaVu Sans"/>
              </a:rPr>
              <a:t>!disable </a:t>
            </a:r>
            <a:r>
              <a:rPr lang="en-US" altLang="zh-TW" sz="1800" b="0" strike="noStrike" spc="-1" dirty="0" err="1">
                <a:solidFill>
                  <a:srgbClr val="3F3F3F"/>
                </a:solidFill>
                <a:ea typeface="DejaVu Sans"/>
              </a:rPr>
              <a:t>InsydeModulePkg</a:t>
            </a:r>
            <a:r>
              <a:rPr lang="en-US" altLang="zh-TW" sz="1800" b="0" strike="noStrike" spc="-1" dirty="0">
                <a:solidFill>
                  <a:srgbClr val="3F3F3F"/>
                </a:solidFill>
                <a:ea typeface="DejaVu Sans"/>
              </a:rPr>
              <a:t>/Bus/Isa/Ps2KeyboardPei/Ps2KeyboardPei.inf</a:t>
            </a:r>
            <a:endParaRPr lang="en-US" altLang="zh-TW" sz="1800" b="0" strike="noStrike" spc="-1" dirty="0"/>
          </a:p>
        </p:txBody>
      </p:sp>
    </p:spTree>
    <p:extLst>
      <p:ext uri="{BB962C8B-B14F-4D97-AF65-F5344CB8AC3E}">
        <p14:creationId xmlns:p14="http://schemas.microsoft.com/office/powerpoint/2010/main" val="199666478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Thanks!</a:t>
            </a:r>
          </a:p>
        </p:txBody>
      </p:sp>
      <p:sp>
        <p:nvSpPr>
          <p:cNvPr id="3" name="Text Placeholder 2"/>
          <p:cNvSpPr>
            <a:spLocks noGrp="1"/>
          </p:cNvSpPr>
          <p:nvPr>
            <p:ph type="body" idx="1"/>
          </p:nvPr>
        </p:nvSpPr>
        <p:spPr/>
        <p:txBody>
          <a:bodyPr/>
          <a:lstStyle/>
          <a:p>
            <a:r>
              <a:rPr lang="en-US" dirty="0">
                <a:solidFill>
                  <a:schemeClr val="tx1"/>
                </a:solidFill>
              </a:rPr>
              <a:t>For more information, contact:</a:t>
            </a:r>
          </a:p>
          <a:p>
            <a:r>
              <a:rPr lang="en-US" dirty="0">
                <a:solidFill>
                  <a:schemeClr val="tx1"/>
                </a:solidFill>
              </a:rPr>
              <a:t>employee@insyde.com</a:t>
            </a:r>
          </a:p>
        </p:txBody>
      </p:sp>
      <p:sp>
        <p:nvSpPr>
          <p:cNvPr id="5" name="Slide Number Placeholder 4"/>
          <p:cNvSpPr>
            <a:spLocks noGrp="1"/>
          </p:cNvSpPr>
          <p:nvPr>
            <p:ph type="sldNum" sz="quarter" idx="12"/>
          </p:nvPr>
        </p:nvSpPr>
        <p:spPr/>
        <p:txBody>
          <a:bodyPr/>
          <a:lstStyle/>
          <a:p>
            <a:fld id="{781490A6-A1C6-4034-B8DF-BB0CBB7F3119}" type="slidenum">
              <a:rPr lang="en-US" smtClean="0"/>
              <a:pPr/>
              <a:t>47</a:t>
            </a:fld>
            <a:endParaRPr lang="en-US" dirty="0"/>
          </a:p>
        </p:txBody>
      </p:sp>
    </p:spTree>
    <p:extLst>
      <p:ext uri="{BB962C8B-B14F-4D97-AF65-F5344CB8AC3E}">
        <p14:creationId xmlns:p14="http://schemas.microsoft.com/office/powerpoint/2010/main" val="3370537148"/>
      </p:ext>
    </p:extLst>
  </p:cSld>
  <p:clrMapOvr>
    <a:masterClrMapping/>
  </p:clrMapOvr>
</p:sld>
</file>

<file path=ppt/theme/theme1.xml><?xml version="1.0" encoding="utf-8"?>
<a:theme xmlns:a="http://schemas.openxmlformats.org/drawingml/2006/main" name="2018 Theme">
  <a:themeElements>
    <a:clrScheme name="Insyde 2018 New Logo Theme">
      <a:dk1>
        <a:srgbClr val="3F3F3F"/>
      </a:dk1>
      <a:lt1>
        <a:srgbClr val="FFFFFF"/>
      </a:lt1>
      <a:dk2>
        <a:srgbClr val="000000"/>
      </a:dk2>
      <a:lt2>
        <a:srgbClr val="E7E6E6"/>
      </a:lt2>
      <a:accent1>
        <a:srgbClr val="0178BB"/>
      </a:accent1>
      <a:accent2>
        <a:srgbClr val="EE6F31"/>
      </a:accent2>
      <a:accent3>
        <a:srgbClr val="478A2B"/>
      </a:accent3>
      <a:accent4>
        <a:srgbClr val="A5A5A5"/>
      </a:accent4>
      <a:accent5>
        <a:srgbClr val="7030A0"/>
      </a:accent5>
      <a:accent6>
        <a:srgbClr val="8A0000"/>
      </a:accent6>
      <a:hlink>
        <a:srgbClr val="3F3F3F"/>
      </a:hlink>
      <a:folHlink>
        <a:srgbClr val="ED7D31"/>
      </a:folHlink>
    </a:clrScheme>
    <a:fontScheme name="Custom 1">
      <a:majorFont>
        <a:latin typeface="Segoe UI Semibold"/>
        <a:ea typeface=""/>
        <a:cs typeface=""/>
      </a:majorFont>
      <a:minorFont>
        <a:latin typeface="Segoe U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18 Theme" id="{8EC55A69-5122-477E-9734-D7798E9079A3}" vid="{B8CB949F-261E-411A-B31D-FC720E3CD6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2018 Theme</Template>
  <TotalTime>7352</TotalTime>
  <Words>3250</Words>
  <Application>Microsoft Office PowerPoint</Application>
  <PresentationFormat>Widescreen</PresentationFormat>
  <Paragraphs>378</Paragraphs>
  <Slides>47</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47</vt:i4>
      </vt:variant>
    </vt:vector>
  </HeadingPairs>
  <TitlesOfParts>
    <vt:vector size="51" baseType="lpstr">
      <vt:lpstr>Arial</vt:lpstr>
      <vt:lpstr>Calibri</vt:lpstr>
      <vt:lpstr>Segoe UI</vt:lpstr>
      <vt:lpstr>2018 Theme</vt:lpstr>
      <vt:lpstr>InsydeH2O Code Structure</vt:lpstr>
      <vt:lpstr>Copyright 2021 Insyde Software Corp., All Rights Reserved.</vt:lpstr>
      <vt:lpstr>Agenda</vt:lpstr>
      <vt:lpstr>Goals &amp; Target Audience</vt:lpstr>
      <vt:lpstr>Goals &amp; Target Audience</vt:lpstr>
      <vt:lpstr>History.txt</vt:lpstr>
      <vt:lpstr>History.txt</vt:lpstr>
      <vt:lpstr>InsydeH2O 5.4 Code Structure</vt:lpstr>
      <vt:lpstr>InsydeH2O 5.4 Code Structure Goal</vt:lpstr>
      <vt:lpstr>InydeH2O 5.4 Code Structure Overview</vt:lpstr>
      <vt:lpstr>InydeH2O 5.4 Code Structure Terminology</vt:lpstr>
      <vt:lpstr>InydeH2O 5.4 Code Structure Folder Introduction</vt:lpstr>
      <vt:lpstr>InydeH2O 5.4 Code Structure Insyde Source Code Structure – Insyde</vt:lpstr>
      <vt:lpstr>InydeH2O 5.4 Code Structure Insyde Source Code Structure – Intel</vt:lpstr>
      <vt:lpstr>InydeH2O 5.4 Code Structure Insyde Source Code Structure – SegFeature</vt:lpstr>
      <vt:lpstr>InydeH2O 5.4 Code Structure Project Code Package (Board Package)</vt:lpstr>
      <vt:lpstr>InydeH2O 5.4 Code Structure Reference Code Packages</vt:lpstr>
      <vt:lpstr>InydeH2O 5.4 Code Structure Chipset Package</vt:lpstr>
      <vt:lpstr>InydeH2O 5.4 Code Structure Chipset Package – OEM Chipset Services Lib</vt:lpstr>
      <vt:lpstr>InydeH2O 5.4 Code Structure Project Package</vt:lpstr>
      <vt:lpstr>InydeH2O 5.4 Code Structure Project Package</vt:lpstr>
      <vt:lpstr>InydeH2O 5.4 Code Structure Project Package</vt:lpstr>
      <vt:lpstr>Package Declaration File</vt:lpstr>
      <vt:lpstr>Package Declaration File DEC File Overview</vt:lpstr>
      <vt:lpstr>Package Declaration File DEC File Overview</vt:lpstr>
      <vt:lpstr>Package Declaration File [Defines]</vt:lpstr>
      <vt:lpstr>Package Declaration File [Includes]</vt:lpstr>
      <vt:lpstr>Package Declaration File [Guids]</vt:lpstr>
      <vt:lpstr>Package Declaration File [Protocols]</vt:lpstr>
      <vt:lpstr>Package Declaration File [Ppis]</vt:lpstr>
      <vt:lpstr>Package Declaration File [LibraryClasses]</vt:lpstr>
      <vt:lpstr>Package Declaration File PCD Section</vt:lpstr>
      <vt:lpstr>Package Declaration File PCD Section</vt:lpstr>
      <vt:lpstr>Package Declaration File PCD Section</vt:lpstr>
      <vt:lpstr>Platform Description File</vt:lpstr>
      <vt:lpstr>Platform Description File DSC File Overview</vt:lpstr>
      <vt:lpstr>Platform Description File [Defines]</vt:lpstr>
      <vt:lpstr>Platform Description File [BuildOptions]</vt:lpstr>
      <vt:lpstr>Platform Description File [BuildOptions]</vt:lpstr>
      <vt:lpstr>Platform Description File [SkuIds]</vt:lpstr>
      <vt:lpstr>Platform Description File [LibraryClasses]</vt:lpstr>
      <vt:lpstr>Platform Description File [LibraryClasses]</vt:lpstr>
      <vt:lpstr>Platform Description File PCD Section</vt:lpstr>
      <vt:lpstr>Platform Description File PCD Section</vt:lpstr>
      <vt:lpstr>Platform Description File Components Section</vt:lpstr>
      <vt:lpstr>Platform Description File Enhancement</vt:lpstr>
      <vt:lpstr>Thanks!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Slide Title</dc:title>
  <dc:creator>Alastair Jones</dc:creator>
  <cp:lastModifiedBy>Yuna</cp:lastModifiedBy>
  <cp:revision>129</cp:revision>
  <dcterms:created xsi:type="dcterms:W3CDTF">2018-02-02T23:50:52Z</dcterms:created>
  <dcterms:modified xsi:type="dcterms:W3CDTF">2021-03-23T03:54:16Z</dcterms:modified>
</cp:coreProperties>
</file>