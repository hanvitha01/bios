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43"/>
  </p:notesMasterIdLst>
  <p:sldIdLst>
    <p:sldId id="351" r:id="rId2"/>
    <p:sldId id="364" r:id="rId3"/>
    <p:sldId id="365" r:id="rId4"/>
    <p:sldId id="366" r:id="rId5"/>
    <p:sldId id="367" r:id="rId6"/>
    <p:sldId id="520" r:id="rId7"/>
    <p:sldId id="526" r:id="rId8"/>
    <p:sldId id="556" r:id="rId9"/>
    <p:sldId id="557" r:id="rId10"/>
    <p:sldId id="558" r:id="rId11"/>
    <p:sldId id="559" r:id="rId12"/>
    <p:sldId id="560" r:id="rId13"/>
    <p:sldId id="561" r:id="rId14"/>
    <p:sldId id="562" r:id="rId15"/>
    <p:sldId id="563" r:id="rId16"/>
    <p:sldId id="564" r:id="rId17"/>
    <p:sldId id="565" r:id="rId18"/>
    <p:sldId id="566" r:id="rId19"/>
    <p:sldId id="567" r:id="rId20"/>
    <p:sldId id="568" r:id="rId21"/>
    <p:sldId id="569" r:id="rId22"/>
    <p:sldId id="570" r:id="rId23"/>
    <p:sldId id="571" r:id="rId24"/>
    <p:sldId id="572" r:id="rId25"/>
    <p:sldId id="573" r:id="rId26"/>
    <p:sldId id="574" r:id="rId27"/>
    <p:sldId id="575" r:id="rId28"/>
    <p:sldId id="576" r:id="rId29"/>
    <p:sldId id="577" r:id="rId30"/>
    <p:sldId id="578" r:id="rId31"/>
    <p:sldId id="468" r:id="rId32"/>
    <p:sldId id="579" r:id="rId33"/>
    <p:sldId id="580" r:id="rId34"/>
    <p:sldId id="581" r:id="rId35"/>
    <p:sldId id="582" r:id="rId36"/>
    <p:sldId id="583" r:id="rId37"/>
    <p:sldId id="543" r:id="rId38"/>
    <p:sldId id="584" r:id="rId39"/>
    <p:sldId id="585" r:id="rId40"/>
    <p:sldId id="586" r:id="rId41"/>
    <p:sldId id="587"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428"/>
    <a:srgbClr val="5A9541"/>
    <a:srgbClr val="86C3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70" d="100"/>
          <a:sy n="70" d="100"/>
        </p:scale>
        <p:origin x="643"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30F8A-27F9-4A22-9386-DE7826FB9ADE}" type="datetimeFigureOut">
              <a:rPr lang="en-US" smtClean="0"/>
              <a:t>3/25/2021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976C4-ACCA-4C47-8066-C01E23D4E079}" type="slidenum">
              <a:rPr lang="en-US" smtClean="0"/>
              <a:t>‹#›</a:t>
            </a:fld>
            <a:endParaRPr lang="en-US"/>
          </a:p>
        </p:txBody>
      </p:sp>
    </p:spTree>
    <p:extLst>
      <p:ext uri="{BB962C8B-B14F-4D97-AF65-F5344CB8AC3E}">
        <p14:creationId xmlns:p14="http://schemas.microsoft.com/office/powerpoint/2010/main" val="1574263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379194"/>
            <a:ext cx="10515600" cy="2082460"/>
          </a:xfrm>
        </p:spPr>
        <p:txBody>
          <a:bodyPr anchor="ctr">
            <a:normAutofit/>
          </a:bodyPr>
          <a:lstStyle>
            <a:lvl1pPr>
              <a:defRPr sz="4800" b="1">
                <a:solidFill>
                  <a:schemeClr val="tx2"/>
                </a:solidFill>
                <a:latin typeface="Segoe UI" panose="020B0502040204020203" pitchFamily="34" charset="0"/>
                <a:cs typeface="Segoe UI" panose="020B0502040204020203" pitchFamily="34" charset="0"/>
              </a:defRPr>
            </a:lvl1pPr>
          </a:lstStyle>
          <a:p>
            <a:r>
              <a:rPr lang="en-US" dirty="0"/>
              <a:t>Click to edit Master title styles</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154" y="885419"/>
            <a:ext cx="6252191" cy="1493775"/>
          </a:xfrm>
          <a:prstGeom prst="rect">
            <a:avLst/>
          </a:prstGeom>
          <a:effectLst/>
        </p:spPr>
      </p:pic>
      <p:sp>
        <p:nvSpPr>
          <p:cNvPr id="9"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8"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0" name="TextBox 5">
            <a:extLst>
              <a:ext uri="{FF2B5EF4-FFF2-40B4-BE49-F238E27FC236}">
                <a16:creationId xmlns:a16="http://schemas.microsoft.com/office/drawing/2014/main" id="{44817E1B-876F-4D4F-8930-64BF51EB4504}"/>
              </a:ext>
            </a:extLst>
          </p:cNvPr>
          <p:cNvSpPr txBox="1"/>
          <p:nvPr userDrawn="1"/>
        </p:nvSpPr>
        <p:spPr>
          <a:xfrm>
            <a:off x="4190000"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96850230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0515600" cy="1075765"/>
          </a:xfrm>
        </p:spPr>
        <p:txBody>
          <a:bodyPr>
            <a:normAutofit/>
          </a:bodyPr>
          <a:lstStyle>
            <a:lvl1pPr>
              <a:defRPr sz="4000" b="1">
                <a:solidFill>
                  <a:schemeClr val="tx2"/>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838200" y="1398494"/>
            <a:ext cx="10515600" cy="4778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6212"/>
            <a:ext cx="2109995" cy="504120"/>
          </a:xfrm>
          <a:prstGeom prst="rect">
            <a:avLst/>
          </a:prstGeom>
        </p:spPr>
      </p:pic>
      <p:sp>
        <p:nvSpPr>
          <p:cNvPr id="10" name="Footer Placeholder 4"/>
          <p:cNvSpPr txBox="1">
            <a:spLocks/>
          </p:cNvSpPr>
          <p:nvPr/>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1"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3" name="Slide Number Placeholder 5"/>
          <p:cNvSpPr txBox="1">
            <a:spLocks/>
          </p:cNvSpPr>
          <p:nvPr userDrawn="1"/>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2" name="TextBox 5">
            <a:extLst>
              <a:ext uri="{FF2B5EF4-FFF2-40B4-BE49-F238E27FC236}">
                <a16:creationId xmlns:a16="http://schemas.microsoft.com/office/drawing/2014/main" id="{89A48A54-F9FF-4A6E-9BA0-B9BAC4D860C8}"/>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8168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66C9AA6B-96A7-4B75-B879-8BFF120400CB}"/>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455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Agenda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9"/>
          <p:cNvSpPr>
            <a:spLocks noGrp="1"/>
          </p:cNvSpPr>
          <p:nvPr>
            <p:ph type="title" hasCustomPrompt="1"/>
          </p:nvPr>
        </p:nvSpPr>
        <p:spPr>
          <a:xfrm>
            <a:off x="842682" y="230396"/>
            <a:ext cx="8841908" cy="1095506"/>
          </a:xfrm>
        </p:spPr>
        <p:txBody>
          <a:bodyPr>
            <a:normAutofit/>
          </a:bodyPr>
          <a:lstStyle>
            <a:lvl1pPr>
              <a:defRPr sz="4400" b="1" baseline="0">
                <a:solidFill>
                  <a:schemeClr val="bg1"/>
                </a:solidFill>
                <a:latin typeface="Segoe UI" panose="020B0502040204020203" pitchFamily="34" charset="0"/>
                <a:cs typeface="Segoe UI" panose="020B0502040204020203" pitchFamily="34" charset="0"/>
              </a:defRPr>
            </a:lvl1pPr>
          </a:lstStyle>
          <a:p>
            <a:r>
              <a:rPr lang="en-US" dirty="0"/>
              <a:t>Click to add agenda title</a:t>
            </a:r>
          </a:p>
        </p:txBody>
      </p:sp>
      <p:sp>
        <p:nvSpPr>
          <p:cNvPr id="11" name="Content Placeholder 2"/>
          <p:cNvSpPr>
            <a:spLocks noGrp="1"/>
          </p:cNvSpPr>
          <p:nvPr>
            <p:ph idx="1" hasCustomPrompt="1"/>
          </p:nvPr>
        </p:nvSpPr>
        <p:spPr>
          <a:xfrm>
            <a:off x="842682" y="1428751"/>
            <a:ext cx="11042376" cy="4793473"/>
          </a:xfrm>
        </p:spPr>
        <p:txBody>
          <a:bodyPr/>
          <a:lstStyle>
            <a:lvl1pPr>
              <a:defRPr b="0">
                <a:solidFill>
                  <a:schemeClr val="bg1"/>
                </a:solidFill>
              </a:defRPr>
            </a:lvl1pPr>
            <a:lvl2pPr>
              <a:spcBef>
                <a:spcPts val="450"/>
              </a:spcBef>
              <a:defRPr b="0">
                <a:solidFill>
                  <a:schemeClr val="bg1"/>
                </a:solidFill>
              </a:defRPr>
            </a:lvl2pPr>
            <a:lvl3pPr>
              <a:spcBef>
                <a:spcPts val="450"/>
              </a:spcBef>
              <a:defRPr>
                <a:solidFill>
                  <a:schemeClr val="bg1"/>
                </a:solidFill>
              </a:defRPr>
            </a:lvl3pPr>
            <a:lvl4pPr>
              <a:spcBef>
                <a:spcPts val="450"/>
              </a:spcBef>
              <a:defRPr>
                <a:solidFill>
                  <a:schemeClr val="bg1"/>
                </a:solidFill>
              </a:defRPr>
            </a:lvl4pPr>
            <a:lvl5pPr>
              <a:spcBef>
                <a:spcPts val="450"/>
              </a:spcBef>
              <a:defRPr>
                <a:solidFill>
                  <a:schemeClr val="bg1"/>
                </a:solidFill>
              </a:defRPr>
            </a:lvl5pPr>
          </a:lstStyle>
          <a:p>
            <a:pPr lvl="0"/>
            <a:r>
              <a:rPr lang="en-US" dirty="0"/>
              <a:t>Click to add agenda items</a:t>
            </a:r>
          </a:p>
          <a:p>
            <a:pPr lvl="1"/>
            <a:r>
              <a:rPr lang="en-US" dirty="0"/>
              <a:t>Second level</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2" name="Slide Number Placeholder 5"/>
          <p:cNvSpPr>
            <a:spLocks noGrp="1"/>
          </p:cNvSpPr>
          <p:nvPr>
            <p:ph type="sldNum" sz="quarter" idx="12"/>
          </p:nvPr>
        </p:nvSpPr>
        <p:spPr>
          <a:xfrm>
            <a:off x="7773225" y="6468775"/>
            <a:ext cx="4417951" cy="365125"/>
          </a:xfrm>
        </p:spPr>
        <p:txBody>
          <a:bodyPr/>
          <a:lstStyle>
            <a:lvl1pPr>
              <a:defRPr>
                <a:solidFill>
                  <a:schemeClr val="bg1"/>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10"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0A68CEBE-9F26-49A2-8CCE-EEAD64D82454}"/>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7832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3339FC29-4D78-4E4E-B634-55DC631F0AE3}"/>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4276929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D5BCCF-7831-40ED-9885-59B8E3FA0D4D}" type="datetime1">
              <a:rPr lang="en-US" smtClean="0"/>
              <a:t>3/25/2021</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F1488-76AD-4E7F-AEC8-BF811B7D74A5}" type="slidenum">
              <a:rPr lang="en-US" smtClean="0"/>
              <a:t>‹#›</a:t>
            </a:fld>
            <a:endParaRPr lang="en-US"/>
          </a:p>
        </p:txBody>
      </p:sp>
      <p:sp>
        <p:nvSpPr>
          <p:cNvPr id="7" name="Footer Placeholder 4"/>
          <p:cNvSpPr>
            <a:spLocks noGrp="1"/>
          </p:cNvSpPr>
          <p:nvPr>
            <p:ph type="ftr" sz="quarter" idx="3"/>
          </p:nvPr>
        </p:nvSpPr>
        <p:spPr>
          <a:xfrm>
            <a:off x="4032250" y="6468775"/>
            <a:ext cx="4114800" cy="365125"/>
          </a:xfrm>
          <a:prstGeom prst="rect">
            <a:avLst/>
          </a:prstGeom>
        </p:spPr>
        <p:txBody>
          <a:bodyPr/>
          <a:lstStyle>
            <a:lvl1pPr algn="ctr">
              <a:defRPr sz="1000">
                <a:solidFill>
                  <a:schemeClr val="tx1">
                    <a:lumMod val="50000"/>
                    <a:lumOff val="50000"/>
                  </a:schemeClr>
                </a:solidFill>
                <a:latin typeface="Segoe UI" panose="020B0502040204020203" pitchFamily="34" charset="0"/>
                <a:cs typeface="Segoe UI" panose="020B0502040204020203" pitchFamily="34" charset="0"/>
              </a:defRPr>
            </a:lvl1pPr>
          </a:lstStyle>
          <a:p>
            <a:r>
              <a:rPr lang="en-US" dirty="0"/>
              <a:t>Confidential  |  © 2021 Insyde Software</a:t>
            </a:r>
          </a:p>
        </p:txBody>
      </p:sp>
    </p:spTree>
    <p:extLst>
      <p:ext uri="{BB962C8B-B14F-4D97-AF65-F5344CB8AC3E}">
        <p14:creationId xmlns:p14="http://schemas.microsoft.com/office/powerpoint/2010/main" val="131796339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0" r:id="rId5"/>
  </p:sldLayoutIdLst>
  <p:hf hdr="0" ftr="0" dt="0"/>
  <p:txStyles>
    <p:title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Setup Utility</a:t>
            </a:r>
          </a:p>
        </p:txBody>
      </p:sp>
      <p:sp>
        <p:nvSpPr>
          <p:cNvPr id="5" name="Text Placeholder 4"/>
          <p:cNvSpPr>
            <a:spLocks noGrp="1"/>
          </p:cNvSpPr>
          <p:nvPr>
            <p:ph type="body" idx="1"/>
          </p:nvPr>
        </p:nvSpPr>
        <p:spPr/>
        <p:txBody>
          <a:bodyPr/>
          <a:lstStyle/>
          <a:p>
            <a:pPr>
              <a:lnSpc>
                <a:spcPct val="100000"/>
              </a:lnSpc>
              <a:spcBef>
                <a:spcPts val="600"/>
              </a:spcBef>
            </a:pPr>
            <a:br>
              <a:rPr lang="en-US" dirty="0">
                <a:solidFill>
                  <a:schemeClr val="tx1"/>
                </a:solidFill>
              </a:rPr>
            </a:br>
            <a:r>
              <a:rPr lang="en-US" dirty="0">
                <a:solidFill>
                  <a:schemeClr val="tx1"/>
                </a:solidFill>
              </a:rPr>
              <a:t>Insyde Software</a:t>
            </a:r>
            <a:br>
              <a:rPr lang="en-US" dirty="0">
                <a:solidFill>
                  <a:schemeClr val="tx1"/>
                </a:solidFill>
              </a:rPr>
            </a:br>
            <a:r>
              <a:rPr lang="en-US" dirty="0">
                <a:solidFill>
                  <a:schemeClr val="tx1"/>
                </a:solidFill>
              </a:rPr>
              <a:t>March 2021</a:t>
            </a:r>
          </a:p>
        </p:txBody>
      </p:sp>
      <p:sp>
        <p:nvSpPr>
          <p:cNvPr id="7" name="Slide Number Placeholder 6"/>
          <p:cNvSpPr>
            <a:spLocks noGrp="1"/>
          </p:cNvSpPr>
          <p:nvPr>
            <p:ph type="sldNum" sz="quarter" idx="12"/>
          </p:nvPr>
        </p:nvSpPr>
        <p:spPr/>
        <p:txBody>
          <a:bodyPr/>
          <a:lstStyle/>
          <a:p>
            <a:fld id="{781490A6-A1C6-4034-B8DF-BB0CBB7F3119}" type="slidenum">
              <a:rPr lang="en-US" smtClean="0"/>
              <a:pPr/>
              <a:t>1</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9737" y="-52251"/>
            <a:ext cx="1080000" cy="119600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390892614"/>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C8C5D-4E84-4558-91AB-23ABAA91BFD1}"/>
              </a:ext>
            </a:extLst>
          </p:cNvPr>
          <p:cNvSpPr>
            <a:spLocks noGrp="1"/>
          </p:cNvSpPr>
          <p:nvPr>
            <p:ph type="title"/>
          </p:nvPr>
        </p:nvSpPr>
        <p:spPr/>
        <p:txBody>
          <a:bodyPr>
            <a:noAutofit/>
          </a:bodyPr>
          <a:lstStyle/>
          <a:p>
            <a:r>
              <a:rPr lang="en-US" altLang="zh-TW" sz="2800" b="1" dirty="0">
                <a:solidFill>
                  <a:srgbClr val="3F3F3F"/>
                </a:solidFill>
                <a:latin typeface="Segoe UI" panose="020B0502040204020203" pitchFamily="34" charset="0"/>
                <a:cs typeface="DejaVu Sans" charset="0"/>
              </a:rPr>
              <a:t>Copyright 2021 </a:t>
            </a:r>
            <a:r>
              <a:rPr lang="en-US" altLang="zh-TW" sz="2800" b="1" dirty="0" err="1">
                <a:solidFill>
                  <a:srgbClr val="3F3F3F"/>
                </a:solidFill>
                <a:latin typeface="Segoe UI" panose="020B0502040204020203" pitchFamily="34" charset="0"/>
                <a:cs typeface="DejaVu Sans" charset="0"/>
              </a:rPr>
              <a:t>Insyde</a:t>
            </a:r>
            <a:r>
              <a:rPr lang="en-US" altLang="zh-TW" sz="2800" b="1" dirty="0">
                <a:solidFill>
                  <a:srgbClr val="3F3F3F"/>
                </a:solidFill>
                <a:latin typeface="Segoe UI" panose="020B0502040204020203" pitchFamily="34" charset="0"/>
                <a:cs typeface="DejaVu Sans" charset="0"/>
              </a:rPr>
              <a:t> Software Corp., All Rights Reserved.</a:t>
            </a:r>
            <a:endParaRPr lang="zh-TW" altLang="en-US" sz="2800" dirty="0"/>
          </a:p>
        </p:txBody>
      </p:sp>
      <p:sp>
        <p:nvSpPr>
          <p:cNvPr id="3" name="內容版面配置區 2">
            <a:extLst>
              <a:ext uri="{FF2B5EF4-FFF2-40B4-BE49-F238E27FC236}">
                <a16:creationId xmlns:a16="http://schemas.microsoft.com/office/drawing/2014/main" id="{2913F1E2-AB87-42F7-A7EC-5FD38E93038B}"/>
              </a:ext>
            </a:extLst>
          </p:cNvPr>
          <p:cNvSpPr>
            <a:spLocks noGrp="1"/>
          </p:cNvSpPr>
          <p:nvPr>
            <p:ph idx="1"/>
          </p:nvPr>
        </p:nvSpPr>
        <p:spPr/>
        <p:txBody>
          <a:bodyPr>
            <a:normAutofit fontScale="47500" lnSpcReduction="20000"/>
          </a:bodyPr>
          <a:lstStyle/>
          <a:p>
            <a:pPr marL="0" indent="0">
              <a:lnSpc>
                <a:spcPct val="100000"/>
              </a:lnSpc>
              <a:buNone/>
            </a:pPr>
            <a:r>
              <a:rPr lang="en-US" altLang="zh-TW" sz="2800" dirty="0">
                <a:solidFill>
                  <a:srgbClr val="3F3F3F"/>
                </a:solidFill>
                <a:latin typeface="Segoe UI" panose="020B0502040204020203" pitchFamily="34" charset="0"/>
                <a:cs typeface="DejaVu Sans" charset="0"/>
              </a:rPr>
              <a:t>No part of this publication may be reproduced, transmitted, transcribed, stored in a retrieval system, or translated into any language or computer language, in any form, or by any means, electronic, mechanical, magnetic, optical, chemical, manual or otherwise, without the prior written permission of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a:t>
            </a:r>
          </a:p>
          <a:p>
            <a:pPr marL="0" indent="0">
              <a:lnSpc>
                <a:spcPct val="100000"/>
              </a:lnSpc>
              <a:buNone/>
            </a:pPr>
            <a:endParaRPr lang="en-US" altLang="zh-TW" sz="2800" dirty="0">
              <a:cs typeface="DejaVu Sans" charset="0"/>
            </a:endParaRPr>
          </a:p>
          <a:p>
            <a:pPr marL="0" indent="0">
              <a:lnSpc>
                <a:spcPct val="100000"/>
              </a:lnSpc>
              <a:buNone/>
            </a:pPr>
            <a:r>
              <a:rPr lang="en-US" altLang="zh-TW" sz="3200" b="1" dirty="0">
                <a:solidFill>
                  <a:srgbClr val="3F3F3F"/>
                </a:solidFill>
                <a:latin typeface="Segoe UI" panose="020B0502040204020203" pitchFamily="34" charset="0"/>
                <a:cs typeface="DejaVu Sans" charset="0"/>
              </a:rPr>
              <a:t>Disclaimer</a:t>
            </a:r>
          </a:p>
          <a:p>
            <a:pPr marL="0" indent="0">
              <a:lnSpc>
                <a:spcPct val="100000"/>
              </a:lnSpc>
              <a:buNone/>
            </a:pPr>
            <a:endParaRPr lang="en-US" altLang="zh-TW" sz="3200" dirty="0">
              <a:cs typeface="DejaVu Sans" charset="0"/>
            </a:endParaRPr>
          </a:p>
          <a:p>
            <a:pPr marL="0" indent="0">
              <a:lnSpc>
                <a:spcPct val="100000"/>
              </a:lnSpc>
              <a:buNone/>
            </a:pP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provides this document and the programs "as is" without warranty of any kind, either expressed or implied, including, but not limited to, the implied warranties of merchantability or fitness for a particular purpose.</a:t>
            </a:r>
          </a:p>
          <a:p>
            <a:pPr marL="0" indent="0">
              <a:lnSpc>
                <a:spcPct val="100000"/>
              </a:lnSpc>
              <a:buNone/>
            </a:pPr>
            <a:r>
              <a:rPr lang="en-US" altLang="zh-TW" sz="3200" dirty="0">
                <a:solidFill>
                  <a:srgbClr val="3F3F3F"/>
                </a:solidFill>
                <a:latin typeface="Segoe UI" panose="020B0502040204020203" pitchFamily="34" charset="0"/>
                <a:cs typeface="DejaVu Sans" charset="0"/>
              </a:rPr>
              <a:t>  </a:t>
            </a:r>
          </a:p>
          <a:p>
            <a:pPr marL="0" indent="0">
              <a:lnSpc>
                <a:spcPct val="100000"/>
              </a:lnSpc>
              <a:buNone/>
            </a:pPr>
            <a:r>
              <a:rPr lang="en-US" altLang="zh-TW" sz="2800" dirty="0">
                <a:solidFill>
                  <a:srgbClr val="3F3F3F"/>
                </a:solidFill>
                <a:latin typeface="Segoe UI" panose="020B0502040204020203" pitchFamily="34" charset="0"/>
                <a:cs typeface="DejaVu Sans" charset="0"/>
              </a:rPr>
              <a:t>This document may contain technical inaccuracies or typographical errors.  Changes are periodically made to the information herein; these changes will be incorporated in future revisions of this document.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under no obligation to notify any person of the changes. Some code names featured in this document are used to identify products that are in development and not yet publicly announced for release.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not obligated for its accuracy or completeness.</a:t>
            </a:r>
          </a:p>
          <a:p>
            <a:pPr marL="0" indent="0">
              <a:lnSpc>
                <a:spcPct val="120000"/>
              </a:lnSpc>
              <a:spcBef>
                <a:spcPts val="863"/>
              </a:spcBef>
              <a:buNone/>
            </a:pPr>
            <a:r>
              <a:rPr lang="en-US" altLang="zh-TW" sz="2800" dirty="0">
                <a:solidFill>
                  <a:srgbClr val="3F3F3F"/>
                </a:solidFill>
                <a:latin typeface="Segoe UI" panose="020B0502040204020203" pitchFamily="34" charset="0"/>
                <a:cs typeface="DejaVu Sans" charset="0"/>
              </a:rPr>
              <a:t>This document may contain third party’s information, features, schedules, code names, and product names, which are based on </a:t>
            </a:r>
            <a:r>
              <a:rPr lang="en-US" altLang="zh-TW" sz="2800" dirty="0" err="1">
                <a:solidFill>
                  <a:srgbClr val="3F3F3F"/>
                </a:solidFill>
                <a:latin typeface="Segoe UI" panose="020B0502040204020203" pitchFamily="34" charset="0"/>
                <a:cs typeface="DejaVu Sans" charset="0"/>
              </a:rPr>
              <a:t>Insyde’s</a:t>
            </a:r>
            <a:r>
              <a:rPr lang="en-US" altLang="zh-TW" sz="2800" dirty="0">
                <a:solidFill>
                  <a:srgbClr val="3F3F3F"/>
                </a:solidFill>
                <a:latin typeface="Segoe UI" panose="020B0502040204020203" pitchFamily="34" charset="0"/>
                <a:cs typeface="DejaVu Sans" charset="0"/>
              </a:rPr>
              <a:t> interpretation available as of the creation of this document and may be changed from time to time. Neither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nor the third party is obligated to notify such change. If you are interested in third party’s information, you may contact the local third party sales office or the local distributor to obtain the latest specifications. All the intellectual property right of any third party information remains to its owner or steward.</a:t>
            </a:r>
          </a:p>
        </p:txBody>
      </p:sp>
    </p:spTree>
    <p:extLst>
      <p:ext uri="{BB962C8B-B14F-4D97-AF65-F5344CB8AC3E}">
        <p14:creationId xmlns:p14="http://schemas.microsoft.com/office/powerpoint/2010/main" val="725396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pPr>
              <a:tabLst>
                <a:tab pos="2243138" algn="l"/>
              </a:tabLst>
            </a:pPr>
            <a:r>
              <a:rPr lang="en-US" altLang="zh-TW" sz="4000" dirty="0"/>
              <a:t>Agenda</a:t>
            </a:r>
            <a:endParaRPr lang="zh-TW" altLang="en-US" sz="4000" dirty="0"/>
          </a:p>
        </p:txBody>
      </p:sp>
      <p:sp>
        <p:nvSpPr>
          <p:cNvPr id="6" name="內容版面配置區 5"/>
          <p:cNvSpPr>
            <a:spLocks noGrp="1"/>
          </p:cNvSpPr>
          <p:nvPr>
            <p:ph idx="1"/>
          </p:nvPr>
        </p:nvSpPr>
        <p:spPr/>
        <p:txBody>
          <a:bodyPr>
            <a:normAutofit/>
          </a:bodyPr>
          <a:lstStyle/>
          <a:p>
            <a:pPr indent="-228240">
              <a:spcBef>
                <a:spcPts val="1001"/>
              </a:spcBef>
              <a:buClr>
                <a:srgbClr val="FFFFFF"/>
              </a:buClr>
              <a:buFont typeface="Arial"/>
              <a:buChar char="•"/>
            </a:pPr>
            <a:r>
              <a:rPr lang="en-US" altLang="zh-TW" spc="-1" dirty="0">
                <a:solidFill>
                  <a:srgbClr val="FFFFFF"/>
                </a:solidFill>
                <a:latin typeface="Segoe UI"/>
              </a:rPr>
              <a:t>Goals &amp; Target Audience</a:t>
            </a:r>
          </a:p>
          <a:p>
            <a:pPr indent="-228240">
              <a:spcBef>
                <a:spcPts val="1001"/>
              </a:spcBef>
              <a:buClr>
                <a:srgbClr val="FFFFFF"/>
              </a:buClr>
              <a:buFont typeface="Arial"/>
              <a:buChar char="•"/>
            </a:pPr>
            <a:r>
              <a:rPr lang="en-US" altLang="zh-TW" spc="-1" dirty="0">
                <a:solidFill>
                  <a:srgbClr val="FFFFFF"/>
                </a:solidFill>
                <a:latin typeface="Segoe UI"/>
              </a:rPr>
              <a:t>Overview</a:t>
            </a:r>
          </a:p>
          <a:p>
            <a:pPr indent="-228240">
              <a:spcBef>
                <a:spcPts val="1001"/>
              </a:spcBef>
              <a:buClr>
                <a:srgbClr val="FFFFFF"/>
              </a:buClr>
              <a:buFont typeface="Arial"/>
              <a:buChar char="•"/>
            </a:pPr>
            <a:r>
              <a:rPr lang="en-US" altLang="zh-TW" spc="-1" dirty="0">
                <a:solidFill>
                  <a:srgbClr val="FFFFFF"/>
                </a:solidFill>
                <a:latin typeface="Segoe UI"/>
              </a:rPr>
              <a:t>Related Files</a:t>
            </a:r>
          </a:p>
          <a:p>
            <a:pPr indent="-228240">
              <a:spcBef>
                <a:spcPts val="1001"/>
              </a:spcBef>
              <a:buClr>
                <a:srgbClr val="FFFFFF"/>
              </a:buClr>
              <a:buFont typeface="Arial"/>
              <a:buChar char="•"/>
            </a:pPr>
            <a:r>
              <a:rPr lang="en-US" altLang="zh-TW" spc="-1" dirty="0">
                <a:solidFill>
                  <a:srgbClr val="FFFFFF"/>
                </a:solidFill>
                <a:latin typeface="Segoe UI"/>
              </a:rPr>
              <a:t>Reserved Word of VFR file</a:t>
            </a:r>
          </a:p>
          <a:p>
            <a:pPr indent="-228240">
              <a:spcBef>
                <a:spcPts val="1001"/>
              </a:spcBef>
              <a:buClr>
                <a:srgbClr val="FFFFFF"/>
              </a:buClr>
              <a:buFont typeface="Arial"/>
              <a:buChar char="•"/>
            </a:pPr>
            <a:r>
              <a:rPr lang="en-US" altLang="zh-TW" spc="-1" dirty="0">
                <a:solidFill>
                  <a:srgbClr val="FFFFFF"/>
                </a:solidFill>
                <a:latin typeface="Segoe UI"/>
              </a:rPr>
              <a:t>Setup Customization</a:t>
            </a:r>
          </a:p>
          <a:p>
            <a:pPr indent="-228240">
              <a:spcBef>
                <a:spcPts val="1001"/>
              </a:spcBef>
              <a:buClr>
                <a:srgbClr val="FFFFFF"/>
              </a:buClr>
              <a:buFont typeface="Arial"/>
              <a:buChar char="•"/>
            </a:pPr>
            <a:r>
              <a:rPr lang="en-US" altLang="zh-TW" spc="-1" dirty="0">
                <a:solidFill>
                  <a:srgbClr val="FFFFFF"/>
                </a:solidFill>
                <a:latin typeface="Segoe UI"/>
              </a:rPr>
              <a:t>Label</a:t>
            </a:r>
          </a:p>
        </p:txBody>
      </p:sp>
      <p:sp>
        <p:nvSpPr>
          <p:cNvPr id="4" name="投影片編號版面配置區 3"/>
          <p:cNvSpPr>
            <a:spLocks noGrp="1"/>
          </p:cNvSpPr>
          <p:nvPr>
            <p:ph type="sldNum" sz="quarter" idx="12"/>
          </p:nvPr>
        </p:nvSpPr>
        <p:spPr/>
        <p:txBody>
          <a:bodyPr/>
          <a:lstStyle/>
          <a:p>
            <a:fld id="{781490A6-A1C6-4034-B8DF-BB0CBB7F3119}" type="slidenum">
              <a:rPr lang="en-US" smtClean="0">
                <a:solidFill>
                  <a:schemeClr val="bg1"/>
                </a:solidFill>
              </a:rPr>
              <a:pPr/>
              <a:t>3</a:t>
            </a:fld>
            <a:endParaRPr lang="en-US" dirty="0">
              <a:solidFill>
                <a:schemeClr val="bg1"/>
              </a:solidFill>
            </a:endParaRPr>
          </a:p>
        </p:txBody>
      </p:sp>
      <p:sp>
        <p:nvSpPr>
          <p:cNvPr id="7" name="TextBox 5">
            <a:extLst>
              <a:ext uri="{FF2B5EF4-FFF2-40B4-BE49-F238E27FC236}">
                <a16:creationId xmlns:a16="http://schemas.microsoft.com/office/drawing/2014/main" id="{E098D49E-55A9-4A8F-AE23-F1C0005ABE63}"/>
              </a:ext>
            </a:extLst>
          </p:cNvPr>
          <p:cNvSpPr txBox="1"/>
          <p:nvPr/>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072314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4</a:t>
            </a:fld>
            <a:endParaRPr lang="en-US" dirty="0"/>
          </a:p>
        </p:txBody>
      </p:sp>
      <p:sp>
        <p:nvSpPr>
          <p:cNvPr id="2" name="Title 1"/>
          <p:cNvSpPr>
            <a:spLocks noGrp="1"/>
          </p:cNvSpPr>
          <p:nvPr>
            <p:ph type="title"/>
          </p:nvPr>
        </p:nvSpPr>
        <p:spPr/>
        <p:txBody>
          <a:bodyPr/>
          <a:lstStyle/>
          <a:p>
            <a:r>
              <a:rPr lang="en-US" dirty="0"/>
              <a:t>Goals &amp; Target Audience</a:t>
            </a:r>
          </a:p>
        </p:txBody>
      </p:sp>
    </p:spTree>
    <p:extLst>
      <p:ext uri="{BB962C8B-B14F-4D97-AF65-F5344CB8AC3E}">
        <p14:creationId xmlns:p14="http://schemas.microsoft.com/office/powerpoint/2010/main" val="1450917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E959A-1308-4D9B-AB25-3191C7A05DBE}"/>
              </a:ext>
            </a:extLst>
          </p:cNvPr>
          <p:cNvSpPr>
            <a:spLocks noGrp="1"/>
          </p:cNvSpPr>
          <p:nvPr>
            <p:ph type="title"/>
          </p:nvPr>
        </p:nvSpPr>
        <p:spPr/>
        <p:txBody>
          <a:bodyPr>
            <a:normAutofit/>
          </a:bodyPr>
          <a:lstStyle/>
          <a:p>
            <a:r>
              <a:rPr lang="en-US" altLang="zh-TW" b="1" dirty="0">
                <a:solidFill>
                  <a:srgbClr val="3F3F3F"/>
                </a:solidFill>
                <a:cs typeface="DejaVu Sans" charset="0"/>
              </a:rPr>
              <a:t>Goals &amp; Target Audience</a:t>
            </a:r>
            <a:endParaRPr lang="zh-TW" altLang="en-US" sz="2000" dirty="0"/>
          </a:p>
        </p:txBody>
      </p:sp>
      <p:sp>
        <p:nvSpPr>
          <p:cNvPr id="3" name="內容版面配置區 2">
            <a:extLst>
              <a:ext uri="{FF2B5EF4-FFF2-40B4-BE49-F238E27FC236}">
                <a16:creationId xmlns:a16="http://schemas.microsoft.com/office/drawing/2014/main" id="{FAF9E885-887B-4B99-B6F8-CEE4089A4DEB}"/>
              </a:ext>
            </a:extLst>
          </p:cNvPr>
          <p:cNvSpPr>
            <a:spLocks noGrp="1"/>
          </p:cNvSpPr>
          <p:nvPr>
            <p:ph idx="1"/>
          </p:nvPr>
        </p:nvSpPr>
        <p:spPr/>
        <p:txBody>
          <a:bodyPr>
            <a:normAutofit/>
          </a:bodyPr>
          <a:lstStyle/>
          <a:p>
            <a:pPr marL="228600" indent="-227880">
              <a:lnSpc>
                <a:spcPct val="90000"/>
              </a:lnSpc>
              <a:spcBef>
                <a:spcPts val="1001"/>
              </a:spcBef>
              <a:buClr>
                <a:srgbClr val="3F3F3F"/>
              </a:buClr>
              <a:buFont typeface="Arial"/>
              <a:buChar char="•"/>
            </a:pPr>
            <a:r>
              <a:rPr lang="en-US" altLang="zh-TW" sz="2800" b="0" strike="noStrike" spc="-1" dirty="0">
                <a:solidFill>
                  <a:srgbClr val="3F3F3F"/>
                </a:solidFill>
              </a:rPr>
              <a:t>Target Audience:</a:t>
            </a:r>
            <a:endParaRPr lang="en-US" altLang="zh-TW" sz="2800" b="0" strike="noStrike" spc="-1" dirty="0"/>
          </a:p>
          <a:p>
            <a:pPr marL="685800" lvl="1" indent="-227880">
              <a:lnSpc>
                <a:spcPct val="90000"/>
              </a:lnSpc>
              <a:spcBef>
                <a:spcPts val="499"/>
              </a:spcBef>
              <a:buClr>
                <a:srgbClr val="3F3F3F"/>
              </a:buClr>
              <a:buFont typeface="Arial"/>
              <a:buChar char="•"/>
            </a:pPr>
            <a:r>
              <a:rPr lang="en-US" altLang="zh-TW" sz="2000" b="0" strike="noStrike" spc="-1" dirty="0">
                <a:solidFill>
                  <a:srgbClr val="3F3F3F"/>
                </a:solidFill>
              </a:rPr>
              <a:t>BIOS developers who use InsydeH2O 5.4 (EDK II) to create their firmware products.</a:t>
            </a:r>
            <a:endParaRPr lang="en-US" altLang="zh-TW" sz="2000" b="0" strike="noStrike" spc="-1" dirty="0"/>
          </a:p>
          <a:p>
            <a:pPr>
              <a:lnSpc>
                <a:spcPct val="90000"/>
              </a:lnSpc>
              <a:spcBef>
                <a:spcPts val="1001"/>
              </a:spcBef>
            </a:pPr>
            <a:endParaRPr lang="en-US" altLang="zh-TW" sz="2000" b="0" strike="noStrike" spc="-1" dirty="0"/>
          </a:p>
          <a:p>
            <a:pPr marL="228600" indent="-227880">
              <a:lnSpc>
                <a:spcPct val="90000"/>
              </a:lnSpc>
              <a:spcBef>
                <a:spcPts val="1001"/>
              </a:spcBef>
              <a:buClr>
                <a:srgbClr val="3F3F3F"/>
              </a:buClr>
              <a:buFont typeface="Arial"/>
              <a:buChar char="•"/>
            </a:pPr>
            <a:r>
              <a:rPr lang="en-US" altLang="zh-TW" sz="2800" b="0" strike="noStrike" spc="-1" dirty="0">
                <a:solidFill>
                  <a:srgbClr val="3F3F3F"/>
                </a:solidFill>
              </a:rPr>
              <a:t>Goals:</a:t>
            </a:r>
            <a:endParaRPr lang="en-US" altLang="zh-TW" sz="2800" b="0" strike="noStrike" spc="-1" dirty="0"/>
          </a:p>
          <a:p>
            <a:pPr marL="685800" lvl="1" indent="-227880">
              <a:lnSpc>
                <a:spcPct val="90000"/>
              </a:lnSpc>
              <a:spcBef>
                <a:spcPts val="499"/>
              </a:spcBef>
              <a:buClr>
                <a:srgbClr val="3F3F3F"/>
              </a:buClr>
              <a:buFont typeface="Arial"/>
              <a:buChar char="•"/>
            </a:pPr>
            <a:r>
              <a:rPr lang="en-US" altLang="zh-TW" sz="2000" b="0" strike="noStrike" spc="-1" dirty="0">
                <a:solidFill>
                  <a:srgbClr val="3F3F3F"/>
                </a:solidFill>
              </a:rPr>
              <a:t>Know how to </a:t>
            </a:r>
            <a:r>
              <a:rPr lang="en-US" altLang="zh-TW" sz="2000" b="0" strike="noStrike" spc="-1" dirty="0">
                <a:solidFill>
                  <a:srgbClr val="3F3F3F"/>
                </a:solidFill>
                <a:ea typeface="新細明體"/>
              </a:rPr>
              <a:t>add/change setup items in InsydeH2O 5.4.</a:t>
            </a:r>
            <a:endParaRPr lang="en-US" altLang="zh-TW" sz="2000" b="0" strike="noStrike" spc="-1" dirty="0"/>
          </a:p>
          <a:p>
            <a:pPr>
              <a:lnSpc>
                <a:spcPct val="90000"/>
              </a:lnSpc>
              <a:spcBef>
                <a:spcPts val="1001"/>
              </a:spcBef>
            </a:pPr>
            <a:endParaRPr lang="en-US" altLang="zh-TW" sz="2000" b="0" strike="noStrike" spc="-1" dirty="0"/>
          </a:p>
          <a:p>
            <a:pPr marL="228600" indent="-227880">
              <a:lnSpc>
                <a:spcPct val="90000"/>
              </a:lnSpc>
              <a:spcBef>
                <a:spcPts val="1001"/>
              </a:spcBef>
              <a:buClr>
                <a:srgbClr val="3F3F3F"/>
              </a:buClr>
              <a:buFont typeface="Arial"/>
              <a:buChar char="•"/>
            </a:pPr>
            <a:r>
              <a:rPr lang="en-US" altLang="zh-TW" sz="2800" b="0" strike="noStrike" spc="-1" dirty="0">
                <a:solidFill>
                  <a:srgbClr val="3F3F3F"/>
                </a:solidFill>
                <a:ea typeface="新細明體"/>
              </a:rPr>
              <a:t>Requirements:</a:t>
            </a:r>
            <a:endParaRPr lang="en-US" altLang="zh-TW" sz="2800" b="0" strike="noStrike" spc="-1" dirty="0"/>
          </a:p>
          <a:p>
            <a:pPr marL="685800" lvl="1" indent="-227880">
              <a:lnSpc>
                <a:spcPct val="90000"/>
              </a:lnSpc>
              <a:spcBef>
                <a:spcPts val="499"/>
              </a:spcBef>
              <a:buClr>
                <a:srgbClr val="3F3F3F"/>
              </a:buClr>
              <a:buFont typeface="Arial"/>
              <a:buChar char="•"/>
            </a:pPr>
            <a:r>
              <a:rPr lang="en-US" altLang="zh-TW" sz="2000" b="0" strike="noStrike" spc="-1" dirty="0">
                <a:solidFill>
                  <a:srgbClr val="3F3F3F"/>
                </a:solidFill>
                <a:ea typeface="新細明體"/>
              </a:rPr>
              <a:t>InsydeH2O 5.4 source code</a:t>
            </a:r>
            <a:endParaRPr lang="en-US" altLang="zh-TW" sz="2000" b="0" strike="noStrike" spc="-1" dirty="0"/>
          </a:p>
        </p:txBody>
      </p:sp>
    </p:spTree>
    <p:extLst>
      <p:ext uri="{BB962C8B-B14F-4D97-AF65-F5344CB8AC3E}">
        <p14:creationId xmlns:p14="http://schemas.microsoft.com/office/powerpoint/2010/main" val="107650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DFDF3EA1-8646-4C3B-829F-78D97579017C}"/>
              </a:ext>
            </a:extLst>
          </p:cNvPr>
          <p:cNvSpPr>
            <a:spLocks noGrp="1"/>
          </p:cNvSpPr>
          <p:nvPr>
            <p:ph type="sldNum" sz="quarter" idx="12"/>
          </p:nvPr>
        </p:nvSpPr>
        <p:spPr/>
        <p:txBody>
          <a:bodyPr/>
          <a:lstStyle/>
          <a:p>
            <a:fld id="{711F1488-76AD-4E7F-AEC8-BF811B7D74A5}" type="slidenum">
              <a:rPr lang="en-US" smtClean="0"/>
              <a:pPr/>
              <a:t>6</a:t>
            </a:fld>
            <a:endParaRPr lang="en-US"/>
          </a:p>
        </p:txBody>
      </p:sp>
      <p:sp>
        <p:nvSpPr>
          <p:cNvPr id="3" name="標題 2">
            <a:extLst>
              <a:ext uri="{FF2B5EF4-FFF2-40B4-BE49-F238E27FC236}">
                <a16:creationId xmlns:a16="http://schemas.microsoft.com/office/drawing/2014/main" id="{4F060D4A-40D5-4DA2-87B3-2A61E1A7EE49}"/>
              </a:ext>
            </a:extLst>
          </p:cNvPr>
          <p:cNvSpPr>
            <a:spLocks noGrp="1"/>
          </p:cNvSpPr>
          <p:nvPr>
            <p:ph type="title"/>
          </p:nvPr>
        </p:nvSpPr>
        <p:spPr/>
        <p:txBody>
          <a:bodyPr/>
          <a:lstStyle/>
          <a:p>
            <a:r>
              <a:rPr lang="en-US" altLang="zh-TW" dirty="0"/>
              <a:t>Overview</a:t>
            </a:r>
            <a:endParaRPr lang="zh-TW" altLang="en-US" dirty="0"/>
          </a:p>
        </p:txBody>
      </p:sp>
    </p:spTree>
    <p:extLst>
      <p:ext uri="{BB962C8B-B14F-4D97-AF65-F5344CB8AC3E}">
        <p14:creationId xmlns:p14="http://schemas.microsoft.com/office/powerpoint/2010/main" val="28229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803E0F-6534-49CA-A52B-DEF4A2013491}"/>
              </a:ext>
            </a:extLst>
          </p:cNvPr>
          <p:cNvSpPr>
            <a:spLocks noGrp="1"/>
          </p:cNvSpPr>
          <p:nvPr>
            <p:ph type="title"/>
          </p:nvPr>
        </p:nvSpPr>
        <p:spPr/>
        <p:txBody>
          <a:bodyPr>
            <a:noAutofit/>
          </a:bodyPr>
          <a:lstStyle/>
          <a:p>
            <a:r>
              <a:rPr lang="en-US" altLang="zh-TW" dirty="0"/>
              <a:t>Overview</a:t>
            </a:r>
            <a:endParaRPr lang="zh-TW" altLang="en-US" dirty="0"/>
          </a:p>
        </p:txBody>
      </p:sp>
      <p:sp>
        <p:nvSpPr>
          <p:cNvPr id="3" name="內容版面配置區 2">
            <a:extLst>
              <a:ext uri="{FF2B5EF4-FFF2-40B4-BE49-F238E27FC236}">
                <a16:creationId xmlns:a16="http://schemas.microsoft.com/office/drawing/2014/main" id="{FEDDDF21-0CCA-48D4-BCF1-0A50E2F846FF}"/>
              </a:ext>
            </a:extLst>
          </p:cNvPr>
          <p:cNvSpPr>
            <a:spLocks noGrp="1"/>
          </p:cNvSpPr>
          <p:nvPr>
            <p:ph idx="1"/>
          </p:nvPr>
        </p:nvSpPr>
        <p:spPr/>
        <p:txBody>
          <a:bodyPr>
            <a:normAutofit fontScale="92500" lnSpcReduction="10000"/>
          </a:bodyPr>
          <a:lstStyle/>
          <a:p>
            <a:pPr marL="228600" indent="-227880">
              <a:lnSpc>
                <a:spcPct val="110000"/>
              </a:lnSpc>
              <a:spcBef>
                <a:spcPts val="1001"/>
              </a:spcBef>
              <a:buClr>
                <a:srgbClr val="3F3F3F"/>
              </a:buClr>
              <a:buFont typeface="Arial"/>
              <a:buChar char="•"/>
            </a:pPr>
            <a:r>
              <a:rPr lang="en-US" altLang="zh-TW" sz="2400" b="1" strike="noStrike" spc="-1" dirty="0">
                <a:solidFill>
                  <a:srgbClr val="3F3F3F"/>
                </a:solidFill>
              </a:rPr>
              <a:t>Form</a:t>
            </a:r>
            <a:r>
              <a:rPr lang="en-US" altLang="zh-TW" sz="2400" b="0" strike="noStrike" spc="-1" dirty="0">
                <a:solidFill>
                  <a:srgbClr val="3F3F3F"/>
                </a:solidFill>
              </a:rPr>
              <a:t>: A description of a page or pages which describe fields for user input.</a:t>
            </a:r>
            <a:endParaRPr lang="en-US" altLang="zh-TW" sz="2400" b="0" strike="noStrike" spc="-1" dirty="0"/>
          </a:p>
          <a:p>
            <a:pPr>
              <a:lnSpc>
                <a:spcPct val="110000"/>
              </a:lnSpc>
              <a:spcBef>
                <a:spcPts val="1001"/>
              </a:spcBef>
            </a:pPr>
            <a:endParaRPr lang="en-US" altLang="zh-TW" sz="2400" b="0" strike="noStrike" spc="-1" dirty="0"/>
          </a:p>
          <a:p>
            <a:pPr marL="228600" indent="-227880">
              <a:lnSpc>
                <a:spcPct val="110000"/>
              </a:lnSpc>
              <a:spcBef>
                <a:spcPts val="1001"/>
              </a:spcBef>
              <a:buClr>
                <a:srgbClr val="3F3F3F"/>
              </a:buClr>
              <a:buFont typeface="Arial"/>
              <a:buChar char="•"/>
            </a:pPr>
            <a:r>
              <a:rPr lang="en-US" altLang="zh-TW" sz="2400" b="1" strike="noStrike" spc="-1" dirty="0">
                <a:solidFill>
                  <a:srgbClr val="3F3F3F"/>
                </a:solidFill>
              </a:rPr>
              <a:t>VFR</a:t>
            </a:r>
            <a:r>
              <a:rPr lang="en-US" altLang="zh-TW" sz="2400" b="0" strike="noStrike" spc="-1" dirty="0">
                <a:solidFill>
                  <a:srgbClr val="3F3F3F"/>
                </a:solidFill>
              </a:rPr>
              <a:t>: Visual Forms Representation. This is the source code format that is used by developers to create a user interface with varying pieces of data and/or questions.</a:t>
            </a:r>
            <a:endParaRPr lang="en-US" altLang="zh-TW" sz="2400" b="0" strike="noStrike" spc="-1" dirty="0"/>
          </a:p>
          <a:p>
            <a:pPr>
              <a:lnSpc>
                <a:spcPct val="110000"/>
              </a:lnSpc>
              <a:spcBef>
                <a:spcPts val="1001"/>
              </a:spcBef>
            </a:pPr>
            <a:endParaRPr lang="en-US" altLang="zh-TW" sz="2400" b="0" strike="noStrike" spc="-1" dirty="0"/>
          </a:p>
          <a:p>
            <a:pPr marL="228600" indent="-227880">
              <a:lnSpc>
                <a:spcPct val="110000"/>
              </a:lnSpc>
              <a:spcBef>
                <a:spcPts val="1001"/>
              </a:spcBef>
              <a:buClr>
                <a:srgbClr val="3F3F3F"/>
              </a:buClr>
              <a:buFont typeface="Arial"/>
              <a:buChar char="•"/>
            </a:pPr>
            <a:r>
              <a:rPr lang="en-US" altLang="zh-TW" sz="2400" b="1" strike="noStrike" spc="-1" dirty="0">
                <a:solidFill>
                  <a:srgbClr val="3F3F3F"/>
                </a:solidFill>
              </a:rPr>
              <a:t>HII</a:t>
            </a:r>
            <a:r>
              <a:rPr lang="en-US" altLang="zh-TW" sz="2400" b="0" strike="noStrike" spc="-1" dirty="0">
                <a:solidFill>
                  <a:srgbClr val="3F3F3F"/>
                </a:solidFill>
              </a:rPr>
              <a:t>: Human Interface Infrastructure. This generally refers to the database which contains string, font, and IFR information along with other pieces which use one of the database components.</a:t>
            </a:r>
            <a:endParaRPr lang="en-US" altLang="zh-TW" sz="2400" b="0" strike="noStrike" spc="-1" dirty="0"/>
          </a:p>
          <a:p>
            <a:pPr>
              <a:lnSpc>
                <a:spcPct val="110000"/>
              </a:lnSpc>
              <a:spcBef>
                <a:spcPts val="1001"/>
              </a:spcBef>
            </a:pPr>
            <a:endParaRPr lang="en-US" altLang="zh-TW" sz="2400" b="0" strike="noStrike" spc="-1" dirty="0"/>
          </a:p>
          <a:p>
            <a:pPr marL="228600" indent="-227880">
              <a:lnSpc>
                <a:spcPct val="110000"/>
              </a:lnSpc>
              <a:spcBef>
                <a:spcPts val="1001"/>
              </a:spcBef>
              <a:buClr>
                <a:srgbClr val="3F3F3F"/>
              </a:buClr>
              <a:buFont typeface="Arial"/>
              <a:buChar char="•"/>
            </a:pPr>
            <a:r>
              <a:rPr lang="en-US" altLang="zh-TW" sz="2400" b="1" strike="noStrike" spc="-1" dirty="0">
                <a:solidFill>
                  <a:srgbClr val="3F3F3F"/>
                </a:solidFill>
              </a:rPr>
              <a:t>IFR</a:t>
            </a:r>
            <a:r>
              <a:rPr lang="en-US" altLang="zh-TW" sz="2400" b="0" strike="noStrike" spc="-1" dirty="0">
                <a:solidFill>
                  <a:srgbClr val="3F3F3F"/>
                </a:solidFill>
              </a:rPr>
              <a:t>: Internal Forms Representation. This is the binary encoding that is used for the representation of a user interface page(s).</a:t>
            </a:r>
            <a:endParaRPr lang="en-US" altLang="zh-TW" sz="2400" b="0" strike="noStrike" spc="-1" dirty="0"/>
          </a:p>
        </p:txBody>
      </p:sp>
    </p:spTree>
    <p:extLst>
      <p:ext uri="{BB962C8B-B14F-4D97-AF65-F5344CB8AC3E}">
        <p14:creationId xmlns:p14="http://schemas.microsoft.com/office/powerpoint/2010/main" val="1187869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803E0F-6534-49CA-A52B-DEF4A2013491}"/>
              </a:ext>
            </a:extLst>
          </p:cNvPr>
          <p:cNvSpPr>
            <a:spLocks noGrp="1"/>
          </p:cNvSpPr>
          <p:nvPr>
            <p:ph type="title"/>
          </p:nvPr>
        </p:nvSpPr>
        <p:spPr/>
        <p:txBody>
          <a:bodyPr>
            <a:noAutofit/>
          </a:bodyPr>
          <a:lstStyle/>
          <a:p>
            <a:pPr>
              <a:lnSpc>
                <a:spcPct val="90000"/>
              </a:lnSpc>
            </a:pPr>
            <a:r>
              <a:rPr lang="en-US" altLang="zh-TW" sz="4000" b="1" strike="noStrike" spc="-1" dirty="0">
                <a:solidFill>
                  <a:srgbClr val="000000"/>
                </a:solidFill>
              </a:rPr>
              <a:t>Human Interface Infrastructure (HII)</a:t>
            </a:r>
            <a:endParaRPr lang="en-US" altLang="zh-TW" sz="4000" b="0" strike="noStrike" spc="-1" dirty="0"/>
          </a:p>
        </p:txBody>
      </p:sp>
      <p:sp>
        <p:nvSpPr>
          <p:cNvPr id="3" name="內容版面配置區 2">
            <a:extLst>
              <a:ext uri="{FF2B5EF4-FFF2-40B4-BE49-F238E27FC236}">
                <a16:creationId xmlns:a16="http://schemas.microsoft.com/office/drawing/2014/main" id="{FEDDDF21-0CCA-48D4-BCF1-0A50E2F846FF}"/>
              </a:ext>
            </a:extLst>
          </p:cNvPr>
          <p:cNvSpPr>
            <a:spLocks noGrp="1"/>
          </p:cNvSpPr>
          <p:nvPr>
            <p:ph idx="1"/>
          </p:nvPr>
        </p:nvSpPr>
        <p:spPr/>
        <p:txBody>
          <a:bodyPr>
            <a:normAutofit/>
          </a:bodyPr>
          <a:lstStyle/>
          <a:p>
            <a:pPr marL="228600" indent="-227880">
              <a:lnSpc>
                <a:spcPct val="90000"/>
              </a:lnSpc>
              <a:spcBef>
                <a:spcPts val="1001"/>
              </a:spcBef>
              <a:buClr>
                <a:srgbClr val="3F3F3F"/>
              </a:buClr>
              <a:buFont typeface="Arial"/>
              <a:buChar char="•"/>
            </a:pPr>
            <a:r>
              <a:rPr lang="en-US" altLang="zh-TW" sz="2800" b="0" strike="noStrike" spc="-1" dirty="0">
                <a:solidFill>
                  <a:srgbClr val="3F3F3F"/>
                </a:solidFill>
              </a:rPr>
              <a:t>Comprised of several components:</a:t>
            </a:r>
            <a:endParaRPr lang="en-US" altLang="zh-TW" sz="2800" b="0" strike="noStrike" spc="-1" dirty="0"/>
          </a:p>
          <a:p>
            <a:pPr marL="685800" lvl="1" indent="-227880">
              <a:lnSpc>
                <a:spcPct val="90000"/>
              </a:lnSpc>
              <a:spcBef>
                <a:spcPts val="499"/>
              </a:spcBef>
              <a:buClr>
                <a:srgbClr val="3F3F3F"/>
              </a:buClr>
              <a:buFont typeface="Arial"/>
              <a:buChar char="•"/>
            </a:pPr>
            <a:r>
              <a:rPr lang="en-US" altLang="zh-TW" sz="2400" b="0" strike="noStrike" spc="-1" dirty="0">
                <a:solidFill>
                  <a:srgbClr val="3F3F3F"/>
                </a:solidFill>
              </a:rPr>
              <a:t>Database</a:t>
            </a:r>
            <a:endParaRPr lang="en-US" altLang="zh-TW" sz="2400" b="0" strike="noStrike" spc="-1" dirty="0"/>
          </a:p>
          <a:p>
            <a:pPr marL="685800" lvl="1" indent="-227880">
              <a:lnSpc>
                <a:spcPct val="90000"/>
              </a:lnSpc>
              <a:spcBef>
                <a:spcPts val="499"/>
              </a:spcBef>
              <a:buClr>
                <a:srgbClr val="3F3F3F"/>
              </a:buClr>
              <a:buFont typeface="Arial"/>
              <a:buChar char="•"/>
            </a:pPr>
            <a:r>
              <a:rPr lang="en-US" altLang="zh-TW" sz="2400" b="0" strike="noStrike" spc="-1" dirty="0">
                <a:solidFill>
                  <a:srgbClr val="3F3F3F"/>
                </a:solidFill>
              </a:rPr>
              <a:t>Data Structures</a:t>
            </a:r>
            <a:endParaRPr lang="en-US" altLang="zh-TW" sz="2400" b="0" strike="noStrike" spc="-1" dirty="0"/>
          </a:p>
          <a:p>
            <a:pPr marL="685800" lvl="1" indent="-227880">
              <a:lnSpc>
                <a:spcPct val="90000"/>
              </a:lnSpc>
              <a:spcBef>
                <a:spcPts val="499"/>
              </a:spcBef>
              <a:buClr>
                <a:srgbClr val="3F3F3F"/>
              </a:buClr>
              <a:buFont typeface="Arial"/>
              <a:buChar char="•"/>
            </a:pPr>
            <a:r>
              <a:rPr lang="en-US" altLang="zh-TW" sz="2400" b="0" strike="noStrike" spc="-1" dirty="0">
                <a:solidFill>
                  <a:srgbClr val="3F3F3F"/>
                </a:solidFill>
              </a:rPr>
              <a:t>Browser Engine</a:t>
            </a:r>
            <a:endParaRPr lang="en-US" altLang="zh-TW" sz="2400" b="0" strike="noStrike" spc="-1" dirty="0"/>
          </a:p>
          <a:p>
            <a:pPr>
              <a:lnSpc>
                <a:spcPct val="90000"/>
              </a:lnSpc>
              <a:spcBef>
                <a:spcPts val="1001"/>
              </a:spcBef>
            </a:pPr>
            <a:endParaRPr lang="en-US" altLang="zh-TW" sz="2400" b="0" strike="noStrike" spc="-1" dirty="0"/>
          </a:p>
          <a:p>
            <a:pPr>
              <a:lnSpc>
                <a:spcPct val="90000"/>
              </a:lnSpc>
              <a:spcBef>
                <a:spcPts val="1001"/>
              </a:spcBef>
            </a:pPr>
            <a:endParaRPr lang="en-US" altLang="zh-TW" sz="2400" b="0" strike="noStrike" spc="-1" dirty="0"/>
          </a:p>
          <a:p>
            <a:pPr>
              <a:lnSpc>
                <a:spcPct val="90000"/>
              </a:lnSpc>
              <a:spcBef>
                <a:spcPts val="1001"/>
              </a:spcBef>
            </a:pPr>
            <a:endParaRPr lang="en-US" altLang="zh-TW" sz="2400" b="0" strike="noStrike" spc="-1" dirty="0"/>
          </a:p>
          <a:p>
            <a:pPr>
              <a:lnSpc>
                <a:spcPct val="90000"/>
              </a:lnSpc>
              <a:spcBef>
                <a:spcPts val="1001"/>
              </a:spcBef>
            </a:pPr>
            <a:endParaRPr lang="en-US" altLang="zh-TW" sz="2400" b="0" strike="noStrike" spc="-1" dirty="0"/>
          </a:p>
          <a:p>
            <a:pPr marL="228600" indent="-227880">
              <a:lnSpc>
                <a:spcPct val="90000"/>
              </a:lnSpc>
              <a:spcBef>
                <a:spcPts val="1001"/>
              </a:spcBef>
              <a:buClr>
                <a:srgbClr val="3F3F3F"/>
              </a:buClr>
              <a:buFont typeface="Arial"/>
              <a:buChar char="•"/>
            </a:pPr>
            <a:r>
              <a:rPr lang="en-US" altLang="zh-TW" sz="2800" b="0" strike="noStrike" spc="-1" dirty="0">
                <a:solidFill>
                  <a:srgbClr val="3F3F3F"/>
                </a:solidFill>
              </a:rPr>
              <a:t>Developers use HII to communicate a standardized user interface</a:t>
            </a:r>
            <a:endParaRPr lang="en-US" altLang="zh-TW" sz="2800" b="0" strike="noStrike" spc="-1" dirty="0"/>
          </a:p>
        </p:txBody>
      </p:sp>
      <p:pic>
        <p:nvPicPr>
          <p:cNvPr id="5" name="圖片 3">
            <a:extLst>
              <a:ext uri="{FF2B5EF4-FFF2-40B4-BE49-F238E27FC236}">
                <a16:creationId xmlns:a16="http://schemas.microsoft.com/office/drawing/2014/main" id="{4C0E5C92-B1D3-468A-958E-6EE1DA0D2B73}"/>
              </a:ext>
            </a:extLst>
          </p:cNvPr>
          <p:cNvPicPr/>
          <p:nvPr/>
        </p:nvPicPr>
        <p:blipFill>
          <a:blip r:embed="rId2"/>
          <a:stretch/>
        </p:blipFill>
        <p:spPr>
          <a:xfrm>
            <a:off x="5826771" y="1850571"/>
            <a:ext cx="4906543" cy="2838291"/>
          </a:xfrm>
          <a:prstGeom prst="rect">
            <a:avLst/>
          </a:prstGeom>
          <a:ln>
            <a:noFill/>
          </a:ln>
        </p:spPr>
      </p:pic>
    </p:spTree>
    <p:extLst>
      <p:ext uri="{BB962C8B-B14F-4D97-AF65-F5344CB8AC3E}">
        <p14:creationId xmlns:p14="http://schemas.microsoft.com/office/powerpoint/2010/main" val="3295489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803E0F-6534-49CA-A52B-DEF4A2013491}"/>
              </a:ext>
            </a:extLst>
          </p:cNvPr>
          <p:cNvSpPr>
            <a:spLocks noGrp="1"/>
          </p:cNvSpPr>
          <p:nvPr>
            <p:ph type="title"/>
          </p:nvPr>
        </p:nvSpPr>
        <p:spPr/>
        <p:txBody>
          <a:bodyPr>
            <a:noAutofit/>
          </a:bodyPr>
          <a:lstStyle/>
          <a:p>
            <a:pPr>
              <a:lnSpc>
                <a:spcPct val="90000"/>
              </a:lnSpc>
            </a:pPr>
            <a:r>
              <a:rPr lang="en-US" altLang="zh-TW" sz="4000" b="1" strike="noStrike" spc="-1" dirty="0">
                <a:solidFill>
                  <a:srgbClr val="000000"/>
                </a:solidFill>
              </a:rPr>
              <a:t>Human Interface Infrastructure (HII)</a:t>
            </a:r>
            <a:endParaRPr lang="en-US" altLang="zh-TW" sz="4000" b="0" strike="noStrike" spc="-1" dirty="0"/>
          </a:p>
        </p:txBody>
      </p:sp>
      <p:pic>
        <p:nvPicPr>
          <p:cNvPr id="4" name="內容版面配置區 6">
            <a:extLst>
              <a:ext uri="{FF2B5EF4-FFF2-40B4-BE49-F238E27FC236}">
                <a16:creationId xmlns:a16="http://schemas.microsoft.com/office/drawing/2014/main" id="{4FE21D69-E6F1-4E65-B38D-9DBC19020646}"/>
              </a:ext>
            </a:extLst>
          </p:cNvPr>
          <p:cNvPicPr/>
          <p:nvPr/>
        </p:nvPicPr>
        <p:blipFill>
          <a:blip r:embed="rId2"/>
          <a:srcRect l="2069"/>
          <a:stretch/>
        </p:blipFill>
        <p:spPr>
          <a:xfrm>
            <a:off x="2991600" y="1316160"/>
            <a:ext cx="6207840" cy="5149440"/>
          </a:xfrm>
          <a:prstGeom prst="rect">
            <a:avLst/>
          </a:prstGeom>
          <a:ln>
            <a:noFill/>
          </a:ln>
        </p:spPr>
      </p:pic>
    </p:spTree>
    <p:extLst>
      <p:ext uri="{BB962C8B-B14F-4D97-AF65-F5344CB8AC3E}">
        <p14:creationId xmlns:p14="http://schemas.microsoft.com/office/powerpoint/2010/main" val="845616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6803E0F-6534-49CA-A52B-DEF4A2013491}"/>
              </a:ext>
            </a:extLst>
          </p:cNvPr>
          <p:cNvSpPr>
            <a:spLocks noGrp="1"/>
          </p:cNvSpPr>
          <p:nvPr>
            <p:ph type="title"/>
          </p:nvPr>
        </p:nvSpPr>
        <p:spPr/>
        <p:txBody>
          <a:bodyPr>
            <a:noAutofit/>
          </a:bodyPr>
          <a:lstStyle/>
          <a:p>
            <a:pPr>
              <a:lnSpc>
                <a:spcPct val="90000"/>
              </a:lnSpc>
            </a:pPr>
            <a:r>
              <a:rPr lang="en-US" altLang="zh-TW" sz="4000" b="1" strike="noStrike" spc="-1" dirty="0">
                <a:solidFill>
                  <a:srgbClr val="000000"/>
                </a:solidFill>
              </a:rPr>
              <a:t>Setup &amp; HII</a:t>
            </a:r>
            <a:endParaRPr lang="en-US" altLang="zh-TW" sz="4000" b="0" strike="noStrike" spc="-1" dirty="0"/>
          </a:p>
        </p:txBody>
      </p:sp>
      <p:grpSp>
        <p:nvGrpSpPr>
          <p:cNvPr id="5" name="Group 2">
            <a:extLst>
              <a:ext uri="{FF2B5EF4-FFF2-40B4-BE49-F238E27FC236}">
                <a16:creationId xmlns:a16="http://schemas.microsoft.com/office/drawing/2014/main" id="{9FECBBB4-7564-4642-B54F-F5E771C2C7B5}"/>
              </a:ext>
            </a:extLst>
          </p:cNvPr>
          <p:cNvGrpSpPr/>
          <p:nvPr/>
        </p:nvGrpSpPr>
        <p:grpSpPr>
          <a:xfrm>
            <a:off x="1722240" y="1316160"/>
            <a:ext cx="8746920" cy="4805280"/>
            <a:chOff x="1722240" y="1316160"/>
            <a:chExt cx="8746920" cy="4805280"/>
          </a:xfrm>
        </p:grpSpPr>
        <p:sp>
          <p:nvSpPr>
            <p:cNvPr id="6" name="CustomShape 3">
              <a:extLst>
                <a:ext uri="{FF2B5EF4-FFF2-40B4-BE49-F238E27FC236}">
                  <a16:creationId xmlns:a16="http://schemas.microsoft.com/office/drawing/2014/main" id="{3453D62F-1BED-47AF-A110-579C5B488050}"/>
                </a:ext>
              </a:extLst>
            </p:cNvPr>
            <p:cNvSpPr/>
            <p:nvPr/>
          </p:nvSpPr>
          <p:spPr>
            <a:xfrm>
              <a:off x="1736640" y="1316160"/>
              <a:ext cx="2066040" cy="806760"/>
            </a:xfrm>
            <a:prstGeom prst="rect">
              <a:avLst/>
            </a:prstGeom>
            <a:noFill/>
            <a:ln w="12600">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600" b="0" strike="noStrike" spc="-1">
                  <a:solidFill>
                    <a:srgbClr val="000000"/>
                  </a:solidFill>
                  <a:latin typeface="Segoe UI"/>
                  <a:ea typeface="DejaVu Sans"/>
                </a:rPr>
                <a:t>Setup Driver</a:t>
              </a:r>
              <a:endParaRPr lang="en-US" sz="1600" b="0" strike="noStrike" spc="-1">
                <a:latin typeface="Arial"/>
              </a:endParaRPr>
            </a:p>
            <a:p>
              <a:pPr algn="ctr">
                <a:lnSpc>
                  <a:spcPct val="100000"/>
                </a:lnSpc>
              </a:pPr>
              <a:r>
                <a:rPr lang="en-US" sz="1600" b="0" strike="noStrike" spc="-1">
                  <a:solidFill>
                    <a:srgbClr val="000000"/>
                  </a:solidFill>
                  <a:latin typeface="Segoe UI"/>
                  <a:ea typeface="DejaVu Sans"/>
                </a:rPr>
                <a:t>Source</a:t>
              </a:r>
              <a:endParaRPr lang="en-US" sz="1600" b="0" strike="noStrike" spc="-1">
                <a:latin typeface="Arial"/>
              </a:endParaRPr>
            </a:p>
          </p:txBody>
        </p:sp>
        <p:sp>
          <p:nvSpPr>
            <p:cNvPr id="7" name="CustomShape 4">
              <a:extLst>
                <a:ext uri="{FF2B5EF4-FFF2-40B4-BE49-F238E27FC236}">
                  <a16:creationId xmlns:a16="http://schemas.microsoft.com/office/drawing/2014/main" id="{89C77D36-03A8-4452-8EDF-A38A46A13F34}"/>
                </a:ext>
              </a:extLst>
            </p:cNvPr>
            <p:cNvSpPr/>
            <p:nvPr/>
          </p:nvSpPr>
          <p:spPr>
            <a:xfrm>
              <a:off x="1736640" y="2932920"/>
              <a:ext cx="1238400" cy="806760"/>
            </a:xfrm>
            <a:prstGeom prst="rect">
              <a:avLst/>
            </a:prstGeom>
            <a:noFill/>
            <a:ln w="12600">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600" b="0" strike="noStrike" spc="-1">
                  <a:solidFill>
                    <a:srgbClr val="000000"/>
                  </a:solidFill>
                  <a:latin typeface="Segoe UI"/>
                  <a:ea typeface="DejaVu Sans"/>
                </a:rPr>
                <a:t>VFR</a:t>
              </a:r>
              <a:endParaRPr lang="en-US" sz="1600" b="0" strike="noStrike" spc="-1">
                <a:latin typeface="Arial"/>
              </a:endParaRPr>
            </a:p>
          </p:txBody>
        </p:sp>
        <p:sp>
          <p:nvSpPr>
            <p:cNvPr id="8" name="CustomShape 5">
              <a:extLst>
                <a:ext uri="{FF2B5EF4-FFF2-40B4-BE49-F238E27FC236}">
                  <a16:creationId xmlns:a16="http://schemas.microsoft.com/office/drawing/2014/main" id="{EE22B875-3E51-4FC9-97A3-3A774C13AB11}"/>
                </a:ext>
              </a:extLst>
            </p:cNvPr>
            <p:cNvSpPr/>
            <p:nvPr/>
          </p:nvSpPr>
          <p:spPr>
            <a:xfrm>
              <a:off x="1736640" y="4550040"/>
              <a:ext cx="2066040" cy="806760"/>
            </a:xfrm>
            <a:prstGeom prst="rect">
              <a:avLst/>
            </a:prstGeom>
            <a:noFill/>
            <a:ln w="12600">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600" b="0" strike="noStrike" spc="-1">
                  <a:solidFill>
                    <a:srgbClr val="000000"/>
                  </a:solidFill>
                  <a:latin typeface="Segoe UI"/>
                  <a:ea typeface="DejaVu Sans"/>
                </a:rPr>
                <a:t>Strings </a:t>
              </a:r>
              <a:endParaRPr lang="en-US" sz="1600" b="0" strike="noStrike" spc="-1">
                <a:latin typeface="Arial"/>
              </a:endParaRPr>
            </a:p>
            <a:p>
              <a:pPr algn="ctr">
                <a:lnSpc>
                  <a:spcPct val="100000"/>
                </a:lnSpc>
              </a:pPr>
              <a:r>
                <a:rPr lang="en-US" sz="1600" b="0" strike="noStrike" spc="-1">
                  <a:solidFill>
                    <a:srgbClr val="000000"/>
                  </a:solidFill>
                  <a:latin typeface="Segoe UI"/>
                  <a:ea typeface="DejaVu Sans"/>
                </a:rPr>
                <a:t>unicode file</a:t>
              </a:r>
              <a:endParaRPr lang="en-US" sz="1600" b="0" strike="noStrike" spc="-1">
                <a:latin typeface="Arial"/>
              </a:endParaRPr>
            </a:p>
          </p:txBody>
        </p:sp>
        <p:sp>
          <p:nvSpPr>
            <p:cNvPr id="9" name="CustomShape 6">
              <a:extLst>
                <a:ext uri="{FF2B5EF4-FFF2-40B4-BE49-F238E27FC236}">
                  <a16:creationId xmlns:a16="http://schemas.microsoft.com/office/drawing/2014/main" id="{5CE8060B-8091-47BF-959F-59C581D44A9C}"/>
                </a:ext>
              </a:extLst>
            </p:cNvPr>
            <p:cNvSpPr/>
            <p:nvPr/>
          </p:nvSpPr>
          <p:spPr>
            <a:xfrm>
              <a:off x="3803400" y="2932920"/>
              <a:ext cx="1650240" cy="806760"/>
            </a:xfrm>
            <a:prstGeom prst="rect">
              <a:avLst/>
            </a:prstGeom>
            <a:solidFill>
              <a:srgbClr val="BBE0E3"/>
            </a:solidFill>
            <a:ln w="12600">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2000" b="1" strike="noStrike" spc="-1">
                  <a:solidFill>
                    <a:srgbClr val="000000"/>
                  </a:solidFill>
                  <a:latin typeface="Segoe UI"/>
                  <a:ea typeface="DejaVu Sans"/>
                </a:rPr>
                <a:t>SetupUtility</a:t>
              </a:r>
              <a:endParaRPr lang="en-US" sz="2000" b="0" strike="noStrike" spc="-1">
                <a:latin typeface="Arial"/>
              </a:endParaRPr>
            </a:p>
          </p:txBody>
        </p:sp>
        <p:sp>
          <p:nvSpPr>
            <p:cNvPr id="10" name="CustomShape 7">
              <a:extLst>
                <a:ext uri="{FF2B5EF4-FFF2-40B4-BE49-F238E27FC236}">
                  <a16:creationId xmlns:a16="http://schemas.microsoft.com/office/drawing/2014/main" id="{E1D816DA-0662-4722-820A-4D5E243C3A04}"/>
                </a:ext>
              </a:extLst>
            </p:cNvPr>
            <p:cNvSpPr/>
            <p:nvPr/>
          </p:nvSpPr>
          <p:spPr>
            <a:xfrm>
              <a:off x="7107480" y="2528280"/>
              <a:ext cx="1238400" cy="1616040"/>
            </a:xfrm>
            <a:prstGeom prst="rect">
              <a:avLst/>
            </a:prstGeom>
            <a:solidFill>
              <a:srgbClr val="BBE0E3"/>
            </a:solidFill>
            <a:ln w="12600">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2000" b="1" strike="noStrike" spc="-1">
                  <a:solidFill>
                    <a:srgbClr val="000000"/>
                  </a:solidFill>
                  <a:latin typeface="Segoe UI"/>
                  <a:ea typeface="DejaVu Sans"/>
                </a:rPr>
                <a:t>HII</a:t>
              </a:r>
              <a:endParaRPr lang="en-US" sz="2000" b="0" strike="noStrike" spc="-1">
                <a:latin typeface="Arial"/>
              </a:endParaRPr>
            </a:p>
          </p:txBody>
        </p:sp>
        <p:sp>
          <p:nvSpPr>
            <p:cNvPr id="11" name="CustomShape 8">
              <a:extLst>
                <a:ext uri="{FF2B5EF4-FFF2-40B4-BE49-F238E27FC236}">
                  <a16:creationId xmlns:a16="http://schemas.microsoft.com/office/drawing/2014/main" id="{5B6C354A-370A-41EB-98D2-A9F14547C137}"/>
                </a:ext>
              </a:extLst>
            </p:cNvPr>
            <p:cNvSpPr/>
            <p:nvPr/>
          </p:nvSpPr>
          <p:spPr>
            <a:xfrm>
              <a:off x="8760600" y="1316160"/>
              <a:ext cx="1652400" cy="806760"/>
            </a:xfrm>
            <a:prstGeom prst="rect">
              <a:avLst/>
            </a:prstGeom>
            <a:solidFill>
              <a:srgbClr val="009999"/>
            </a:solidFill>
            <a:ln w="12600">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2000" b="1" strike="noStrike" spc="-1">
                  <a:solidFill>
                    <a:srgbClr val="000000"/>
                  </a:solidFill>
                  <a:latin typeface="Segoe UI"/>
                  <a:ea typeface="DejaVu Sans"/>
                </a:rPr>
                <a:t>Input</a:t>
              </a:r>
              <a:endParaRPr lang="en-US" sz="2000" b="0" strike="noStrike" spc="-1">
                <a:latin typeface="Arial"/>
              </a:endParaRPr>
            </a:p>
          </p:txBody>
        </p:sp>
        <p:sp>
          <p:nvSpPr>
            <p:cNvPr id="12" name="CustomShape 9">
              <a:extLst>
                <a:ext uri="{FF2B5EF4-FFF2-40B4-BE49-F238E27FC236}">
                  <a16:creationId xmlns:a16="http://schemas.microsoft.com/office/drawing/2014/main" id="{E186A1F2-CF8B-4A6F-B89E-13F09D7BAA89}"/>
                </a:ext>
              </a:extLst>
            </p:cNvPr>
            <p:cNvSpPr/>
            <p:nvPr/>
          </p:nvSpPr>
          <p:spPr>
            <a:xfrm>
              <a:off x="8760600" y="4550040"/>
              <a:ext cx="1652400" cy="806760"/>
            </a:xfrm>
            <a:prstGeom prst="rect">
              <a:avLst/>
            </a:prstGeom>
            <a:solidFill>
              <a:srgbClr val="009999"/>
            </a:solidFill>
            <a:ln w="12600">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2000" b="1" strike="noStrike" spc="-1">
                  <a:solidFill>
                    <a:srgbClr val="000000"/>
                  </a:solidFill>
                  <a:latin typeface="Segoe UI"/>
                  <a:ea typeface="DejaVu Sans"/>
                </a:rPr>
                <a:t>Output</a:t>
              </a:r>
              <a:endParaRPr lang="en-US" sz="2000" b="0" strike="noStrike" spc="-1">
                <a:latin typeface="Arial"/>
              </a:endParaRPr>
            </a:p>
          </p:txBody>
        </p:sp>
        <p:sp>
          <p:nvSpPr>
            <p:cNvPr id="13" name="CustomShape 10">
              <a:extLst>
                <a:ext uri="{FF2B5EF4-FFF2-40B4-BE49-F238E27FC236}">
                  <a16:creationId xmlns:a16="http://schemas.microsoft.com/office/drawing/2014/main" id="{69A14732-39A9-493B-A67D-FE52C3381FBF}"/>
                </a:ext>
              </a:extLst>
            </p:cNvPr>
            <p:cNvSpPr/>
            <p:nvPr/>
          </p:nvSpPr>
          <p:spPr>
            <a:xfrm>
              <a:off x="2976120" y="3337560"/>
              <a:ext cx="826560" cy="1080"/>
            </a:xfrm>
            <a:custGeom>
              <a:avLst/>
              <a:gdLst/>
              <a:ahLst/>
              <a:cxnLst/>
              <a:rect l="l" t="t" r="r" b="b"/>
              <a:pathLst>
                <a:path w="21600" h="21600">
                  <a:moveTo>
                    <a:pt x="0" y="0"/>
                  </a:moveTo>
                  <a:lnTo>
                    <a:pt x="21600" y="21600"/>
                  </a:lnTo>
                </a:path>
              </a:pathLst>
            </a:custGeom>
            <a:noFill/>
            <a:ln w="12600">
              <a:solidFill>
                <a:srgbClr val="000000"/>
              </a:solidFill>
              <a:round/>
              <a:tailEnd type="triangle" w="lg" len="lg"/>
            </a:ln>
          </p:spPr>
          <p:style>
            <a:lnRef idx="0">
              <a:scrgbClr r="0" g="0" b="0"/>
            </a:lnRef>
            <a:fillRef idx="0">
              <a:scrgbClr r="0" g="0" b="0"/>
            </a:fillRef>
            <a:effectRef idx="0">
              <a:scrgbClr r="0" g="0" b="0"/>
            </a:effectRef>
            <a:fontRef idx="minor"/>
          </p:style>
        </p:sp>
        <p:sp>
          <p:nvSpPr>
            <p:cNvPr id="16" name="CustomShape 13">
              <a:extLst>
                <a:ext uri="{FF2B5EF4-FFF2-40B4-BE49-F238E27FC236}">
                  <a16:creationId xmlns:a16="http://schemas.microsoft.com/office/drawing/2014/main" id="{6C542511-9F9D-4EF0-8857-5BB95F376A17}"/>
                </a:ext>
              </a:extLst>
            </p:cNvPr>
            <p:cNvSpPr/>
            <p:nvPr/>
          </p:nvSpPr>
          <p:spPr>
            <a:xfrm>
              <a:off x="5660280" y="2932920"/>
              <a:ext cx="1238400" cy="806760"/>
            </a:xfrm>
            <a:prstGeom prst="rightArrow">
              <a:avLst>
                <a:gd name="adj1" fmla="val 50000"/>
                <a:gd name="adj2" fmla="val 37528"/>
              </a:avLst>
            </a:prstGeom>
            <a:solidFill>
              <a:srgbClr val="00CCFF"/>
            </a:solidFill>
            <a:ln w="12600">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600" b="0" strike="noStrike" spc="-1">
                  <a:solidFill>
                    <a:srgbClr val="000000"/>
                  </a:solidFill>
                  <a:latin typeface="Segoe UI"/>
                  <a:ea typeface="DejaVu Sans"/>
                </a:rPr>
                <a:t>SendForm</a:t>
              </a:r>
              <a:endParaRPr lang="en-US" sz="1600" b="0" strike="noStrike" spc="-1">
                <a:latin typeface="Arial"/>
              </a:endParaRPr>
            </a:p>
          </p:txBody>
        </p:sp>
        <p:sp>
          <p:nvSpPr>
            <p:cNvPr id="17" name="CustomShape 14">
              <a:extLst>
                <a:ext uri="{FF2B5EF4-FFF2-40B4-BE49-F238E27FC236}">
                  <a16:creationId xmlns:a16="http://schemas.microsoft.com/office/drawing/2014/main" id="{07B2D201-0B05-4748-9DE6-8BAF318A8B92}"/>
                </a:ext>
              </a:extLst>
            </p:cNvPr>
            <p:cNvSpPr/>
            <p:nvPr/>
          </p:nvSpPr>
          <p:spPr>
            <a:xfrm>
              <a:off x="8346600" y="3337560"/>
              <a:ext cx="1240200" cy="1211400"/>
            </a:xfrm>
            <a:custGeom>
              <a:avLst/>
              <a:gdLst/>
              <a:ahLst/>
              <a:cxnLst/>
              <a:rect l="l" t="t" r="r" b="b"/>
              <a:pathLst>
                <a:path w="21600" h="21600">
                  <a:moveTo>
                    <a:pt x="0" y="0"/>
                  </a:moveTo>
                  <a:lnTo>
                    <a:pt x="21600" y="21600"/>
                  </a:lnTo>
                </a:path>
              </a:pathLst>
            </a:custGeom>
            <a:noFill/>
            <a:ln w="50760">
              <a:solidFill>
                <a:srgbClr val="000000"/>
              </a:solidFill>
              <a:round/>
            </a:ln>
          </p:spPr>
          <p:style>
            <a:lnRef idx="0">
              <a:scrgbClr r="0" g="0" b="0"/>
            </a:lnRef>
            <a:fillRef idx="0">
              <a:scrgbClr r="0" g="0" b="0"/>
            </a:fillRef>
            <a:effectRef idx="0">
              <a:scrgbClr r="0" g="0" b="0"/>
            </a:effectRef>
            <a:fontRef idx="minor"/>
          </p:style>
        </p:sp>
        <p:sp>
          <p:nvSpPr>
            <p:cNvPr id="18" name="CustomShape 15">
              <a:extLst>
                <a:ext uri="{FF2B5EF4-FFF2-40B4-BE49-F238E27FC236}">
                  <a16:creationId xmlns:a16="http://schemas.microsoft.com/office/drawing/2014/main" id="{65BB1F06-A30D-4062-87E6-BD4B0CB89F2B}"/>
                </a:ext>
              </a:extLst>
            </p:cNvPr>
            <p:cNvSpPr/>
            <p:nvPr/>
          </p:nvSpPr>
          <p:spPr>
            <a:xfrm flipH="1">
              <a:off x="8345880" y="2123640"/>
              <a:ext cx="1240200" cy="1213200"/>
            </a:xfrm>
            <a:custGeom>
              <a:avLst/>
              <a:gdLst/>
              <a:ahLst/>
              <a:cxnLst/>
              <a:rect l="l" t="t" r="r" b="b"/>
              <a:pathLst>
                <a:path w="21600" h="21600">
                  <a:moveTo>
                    <a:pt x="0" y="0"/>
                  </a:moveTo>
                  <a:lnTo>
                    <a:pt x="21600" y="21600"/>
                  </a:lnTo>
                </a:path>
              </a:pathLst>
            </a:custGeom>
            <a:noFill/>
            <a:ln w="50760">
              <a:solidFill>
                <a:srgbClr val="000000"/>
              </a:solidFill>
              <a:round/>
            </a:ln>
          </p:spPr>
          <p:style>
            <a:lnRef idx="0">
              <a:scrgbClr r="0" g="0" b="0"/>
            </a:lnRef>
            <a:fillRef idx="0">
              <a:scrgbClr r="0" g="0" b="0"/>
            </a:fillRef>
            <a:effectRef idx="0">
              <a:scrgbClr r="0" g="0" b="0"/>
            </a:effectRef>
            <a:fontRef idx="minor"/>
          </p:style>
        </p:sp>
        <p:sp>
          <p:nvSpPr>
            <p:cNvPr id="19" name="CustomShape 16">
              <a:extLst>
                <a:ext uri="{FF2B5EF4-FFF2-40B4-BE49-F238E27FC236}">
                  <a16:creationId xmlns:a16="http://schemas.microsoft.com/office/drawing/2014/main" id="{A937AC20-D9EF-4873-BF79-004DBC617246}"/>
                </a:ext>
              </a:extLst>
            </p:cNvPr>
            <p:cNvSpPr/>
            <p:nvPr/>
          </p:nvSpPr>
          <p:spPr>
            <a:xfrm rot="16200000" flipV="1">
              <a:off x="5975640" y="2394000"/>
              <a:ext cx="403920" cy="3097440"/>
            </a:xfrm>
            <a:prstGeom prst="curvedConnector3">
              <a:avLst>
                <a:gd name="adj1" fmla="val -62995"/>
              </a:avLst>
            </a:prstGeom>
            <a:noFill/>
            <a:ln w="50760" cap="rnd">
              <a:solidFill>
                <a:srgbClr val="000000"/>
              </a:solidFill>
              <a:custDash>
                <a:ds d="100000" sp="100000"/>
              </a:custDash>
              <a:round/>
              <a:tailEnd type="triangle" w="lg" len="lg"/>
            </a:ln>
          </p:spPr>
          <p:style>
            <a:lnRef idx="0">
              <a:scrgbClr r="0" g="0" b="0"/>
            </a:lnRef>
            <a:fillRef idx="0">
              <a:scrgbClr r="0" g="0" b="0"/>
            </a:fillRef>
            <a:effectRef idx="0">
              <a:scrgbClr r="0" g="0" b="0"/>
            </a:effectRef>
            <a:fontRef idx="minor"/>
          </p:style>
        </p:sp>
        <p:sp>
          <p:nvSpPr>
            <p:cNvPr id="20" name="CustomShape 17">
              <a:extLst>
                <a:ext uri="{FF2B5EF4-FFF2-40B4-BE49-F238E27FC236}">
                  <a16:creationId xmlns:a16="http://schemas.microsoft.com/office/drawing/2014/main" id="{FF6B72F7-439E-4176-BC4E-FCE6156A4152}"/>
                </a:ext>
              </a:extLst>
            </p:cNvPr>
            <p:cNvSpPr/>
            <p:nvPr/>
          </p:nvSpPr>
          <p:spPr>
            <a:xfrm>
              <a:off x="5221080" y="4344840"/>
              <a:ext cx="2186280" cy="394920"/>
            </a:xfrm>
            <a:prstGeom prst="rect">
              <a:avLst/>
            </a:prstGeom>
            <a:noFill/>
            <a:ln w="12600">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spcBef>
                  <a:spcPts val="1001"/>
                </a:spcBef>
              </a:pPr>
              <a:r>
                <a:rPr lang="en-US" sz="2000" b="1" strike="noStrike" spc="-1">
                  <a:solidFill>
                    <a:srgbClr val="000000"/>
                  </a:solidFill>
                  <a:latin typeface="Segoe UI"/>
                  <a:ea typeface="DejaVu Sans"/>
                </a:rPr>
                <a:t>Callback</a:t>
              </a:r>
              <a:endParaRPr lang="en-US" sz="2000" b="0" strike="noStrike" spc="-1">
                <a:latin typeface="Arial"/>
              </a:endParaRPr>
            </a:p>
          </p:txBody>
        </p:sp>
        <p:sp>
          <p:nvSpPr>
            <p:cNvPr id="21" name="CustomShape 18">
              <a:extLst>
                <a:ext uri="{FF2B5EF4-FFF2-40B4-BE49-F238E27FC236}">
                  <a16:creationId xmlns:a16="http://schemas.microsoft.com/office/drawing/2014/main" id="{69BB72C2-DBE7-42A0-B91C-0E60E1240C1F}"/>
                </a:ext>
              </a:extLst>
            </p:cNvPr>
            <p:cNvSpPr/>
            <p:nvPr/>
          </p:nvSpPr>
          <p:spPr>
            <a:xfrm>
              <a:off x="1722240" y="5799600"/>
              <a:ext cx="2098800" cy="321840"/>
            </a:xfrm>
            <a:prstGeom prst="rect">
              <a:avLst/>
            </a:prstGeom>
            <a:solidFill>
              <a:srgbClr val="CCFFFF"/>
            </a:solidFill>
            <a:ln w="6480" cap="rnd">
              <a:solidFill>
                <a:srgbClr val="969696"/>
              </a:solidFill>
              <a:custDash>
                <a:ds d="1300000" sp="900000"/>
              </a:custDash>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600" b="0" strike="noStrike" spc="-1">
                  <a:solidFill>
                    <a:srgbClr val="808080"/>
                  </a:solidFill>
                  <a:latin typeface="Segoe UI"/>
                  <a:ea typeface="DejaVu Sans"/>
                </a:rPr>
                <a:t>Compile</a:t>
              </a:r>
              <a:endParaRPr lang="en-US" sz="1600" b="0" strike="noStrike" spc="-1">
                <a:latin typeface="Arial"/>
              </a:endParaRPr>
            </a:p>
          </p:txBody>
        </p:sp>
        <p:sp>
          <p:nvSpPr>
            <p:cNvPr id="22" name="CustomShape 19">
              <a:extLst>
                <a:ext uri="{FF2B5EF4-FFF2-40B4-BE49-F238E27FC236}">
                  <a16:creationId xmlns:a16="http://schemas.microsoft.com/office/drawing/2014/main" id="{030A10DC-AA5D-44CA-8BE8-9E1958A67F14}"/>
                </a:ext>
              </a:extLst>
            </p:cNvPr>
            <p:cNvSpPr/>
            <p:nvPr/>
          </p:nvSpPr>
          <p:spPr>
            <a:xfrm>
              <a:off x="8720280" y="5799600"/>
              <a:ext cx="1748880" cy="321840"/>
            </a:xfrm>
            <a:prstGeom prst="rect">
              <a:avLst/>
            </a:prstGeom>
            <a:solidFill>
              <a:srgbClr val="99CCFF"/>
            </a:solidFill>
            <a:ln w="6480" cap="rnd">
              <a:solidFill>
                <a:srgbClr val="969696"/>
              </a:solidFill>
              <a:custDash>
                <a:ds d="1300000" sp="900000"/>
              </a:custDash>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600" b="0" strike="noStrike" spc="-1">
                  <a:solidFill>
                    <a:srgbClr val="808080"/>
                  </a:solidFill>
                  <a:latin typeface="Segoe UI"/>
                  <a:ea typeface="DejaVu Sans"/>
                </a:rPr>
                <a:t>User</a:t>
              </a:r>
              <a:endParaRPr lang="en-US" sz="1600" b="0" strike="noStrike" spc="-1">
                <a:latin typeface="Arial"/>
              </a:endParaRPr>
            </a:p>
          </p:txBody>
        </p:sp>
        <p:sp>
          <p:nvSpPr>
            <p:cNvPr id="23" name="CustomShape 20">
              <a:extLst>
                <a:ext uri="{FF2B5EF4-FFF2-40B4-BE49-F238E27FC236}">
                  <a16:creationId xmlns:a16="http://schemas.microsoft.com/office/drawing/2014/main" id="{8439AA13-99CD-4BBE-944B-C1236F899661}"/>
                </a:ext>
              </a:extLst>
            </p:cNvPr>
            <p:cNvSpPr/>
            <p:nvPr/>
          </p:nvSpPr>
          <p:spPr>
            <a:xfrm>
              <a:off x="3821760" y="5799600"/>
              <a:ext cx="4898160" cy="321840"/>
            </a:xfrm>
            <a:prstGeom prst="rect">
              <a:avLst/>
            </a:prstGeom>
            <a:solidFill>
              <a:srgbClr val="99CCFF"/>
            </a:solidFill>
            <a:ln w="6480" cap="rnd">
              <a:solidFill>
                <a:srgbClr val="969696"/>
              </a:solidFill>
              <a:custDash>
                <a:ds d="1300000" sp="900000"/>
              </a:custDash>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a:lnSpc>
                  <a:spcPct val="100000"/>
                </a:lnSpc>
              </a:pPr>
              <a:r>
                <a:rPr lang="en-US" sz="1600" b="0" strike="noStrike" spc="-1">
                  <a:solidFill>
                    <a:srgbClr val="808080"/>
                  </a:solidFill>
                  <a:latin typeface="Segoe UI"/>
                  <a:ea typeface="DejaVu Sans"/>
                </a:rPr>
                <a:t>Runtime</a:t>
              </a:r>
              <a:endParaRPr lang="en-US" sz="1600" b="0" strike="noStrike" spc="-1">
                <a:latin typeface="Arial"/>
              </a:endParaRPr>
            </a:p>
          </p:txBody>
        </p:sp>
      </p:grpSp>
      <p:cxnSp>
        <p:nvCxnSpPr>
          <p:cNvPr id="4" name="Straight Arrow Connector 3">
            <a:extLst>
              <a:ext uri="{FF2B5EF4-FFF2-40B4-BE49-F238E27FC236}">
                <a16:creationId xmlns:a16="http://schemas.microsoft.com/office/drawing/2014/main" id="{682DF722-2EFA-4A04-8F1F-768563EC3A1C}"/>
              </a:ext>
            </a:extLst>
          </p:cNvPr>
          <p:cNvCxnSpPr>
            <a:stCxn id="6" idx="2"/>
            <a:endCxn id="9" idx="1"/>
          </p:cNvCxnSpPr>
          <p:nvPr/>
        </p:nvCxnSpPr>
        <p:spPr>
          <a:xfrm>
            <a:off x="2769660" y="2122920"/>
            <a:ext cx="1033740" cy="12133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B5B427F-910C-4AAF-9FB0-922C8CFA9B49}"/>
              </a:ext>
            </a:extLst>
          </p:cNvPr>
          <p:cNvCxnSpPr>
            <a:cxnSpLocks/>
            <a:stCxn id="8" idx="0"/>
          </p:cNvCxnSpPr>
          <p:nvPr/>
        </p:nvCxnSpPr>
        <p:spPr>
          <a:xfrm flipV="1">
            <a:off x="2769660" y="3429000"/>
            <a:ext cx="1033020" cy="1121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035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11</a:t>
            </a:fld>
            <a:endParaRPr lang="en-US" dirty="0"/>
          </a:p>
        </p:txBody>
      </p:sp>
      <p:sp>
        <p:nvSpPr>
          <p:cNvPr id="2" name="Title 1"/>
          <p:cNvSpPr>
            <a:spLocks noGrp="1"/>
          </p:cNvSpPr>
          <p:nvPr>
            <p:ph type="title"/>
          </p:nvPr>
        </p:nvSpPr>
        <p:spPr/>
        <p:txBody>
          <a:bodyPr/>
          <a:lstStyle/>
          <a:p>
            <a:r>
              <a:rPr lang="en-US" dirty="0"/>
              <a:t>Related Files</a:t>
            </a:r>
          </a:p>
        </p:txBody>
      </p:sp>
    </p:spTree>
    <p:extLst>
      <p:ext uri="{BB962C8B-B14F-4D97-AF65-F5344CB8AC3E}">
        <p14:creationId xmlns:p14="http://schemas.microsoft.com/office/powerpoint/2010/main" val="3556020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29B3B9C-385C-4725-BFA3-69B8568DAA32}"/>
              </a:ext>
            </a:extLst>
          </p:cNvPr>
          <p:cNvSpPr>
            <a:spLocks noGrp="1"/>
          </p:cNvSpPr>
          <p:nvPr>
            <p:ph type="title"/>
          </p:nvPr>
        </p:nvSpPr>
        <p:spPr/>
        <p:txBody>
          <a:bodyPr/>
          <a:lstStyle/>
          <a:p>
            <a:r>
              <a:rPr lang="en-US" altLang="zh-TW" dirty="0"/>
              <a:t>Related Files</a:t>
            </a:r>
            <a:endParaRPr lang="zh-TW" altLang="en-US" dirty="0"/>
          </a:p>
        </p:txBody>
      </p:sp>
      <p:sp>
        <p:nvSpPr>
          <p:cNvPr id="3" name="內容版面配置區 2">
            <a:extLst>
              <a:ext uri="{FF2B5EF4-FFF2-40B4-BE49-F238E27FC236}">
                <a16:creationId xmlns:a16="http://schemas.microsoft.com/office/drawing/2014/main" id="{051D7629-EA3F-4D00-8AD1-DEF8817220F4}"/>
              </a:ext>
            </a:extLst>
          </p:cNvPr>
          <p:cNvSpPr>
            <a:spLocks noGrp="1"/>
          </p:cNvSpPr>
          <p:nvPr>
            <p:ph idx="1"/>
          </p:nvPr>
        </p:nvSpPr>
        <p:spPr/>
        <p:txBody>
          <a:bodyPr>
            <a:normAutofit lnSpcReduction="10000"/>
          </a:bodyPr>
          <a:lstStyle/>
          <a:p>
            <a:pPr marL="228600" indent="-227880">
              <a:lnSpc>
                <a:spcPct val="80000"/>
              </a:lnSpc>
              <a:spcBef>
                <a:spcPts val="1001"/>
              </a:spcBef>
              <a:buClr>
                <a:srgbClr val="3F3F3F"/>
              </a:buClr>
              <a:buFont typeface="Arial"/>
              <a:buChar char="•"/>
            </a:pPr>
            <a:r>
              <a:rPr lang="en-US" altLang="zh-TW" sz="2800" b="1" strike="noStrike" spc="-1" dirty="0" err="1">
                <a:solidFill>
                  <a:srgbClr val="3F3F3F"/>
                </a:solidFill>
              </a:rPr>
              <a:t>SetupUtilityLib</a:t>
            </a:r>
            <a:endParaRPr lang="en-US" altLang="zh-TW" sz="2800" b="0" strike="noStrike" spc="-1" dirty="0"/>
          </a:p>
          <a:p>
            <a:pPr marL="685800" lvl="1" indent="-227880">
              <a:lnSpc>
                <a:spcPct val="90000"/>
              </a:lnSpc>
              <a:spcBef>
                <a:spcPts val="499"/>
              </a:spcBef>
              <a:buClr>
                <a:srgbClr val="3F3F3F"/>
              </a:buClr>
              <a:buFont typeface="Arial"/>
              <a:buChar char="•"/>
            </a:pPr>
            <a:r>
              <a:rPr lang="en-US" altLang="zh-TW" sz="2000" b="1" strike="noStrike" spc="-1" dirty="0" err="1">
                <a:solidFill>
                  <a:srgbClr val="3F3F3F"/>
                </a:solidFill>
              </a:rPr>
              <a:t>Insyde</a:t>
            </a:r>
            <a:r>
              <a:rPr lang="en-US" altLang="zh-TW" sz="2000" b="1" strike="noStrike" spc="-1" dirty="0">
                <a:solidFill>
                  <a:srgbClr val="3F3F3F"/>
                </a:solidFill>
              </a:rPr>
              <a:t>/</a:t>
            </a:r>
            <a:r>
              <a:rPr lang="en-US" altLang="zh-TW" sz="2000" b="1" strike="noStrike" spc="-1" dirty="0" err="1">
                <a:solidFill>
                  <a:srgbClr val="3F3F3F"/>
                </a:solidFill>
              </a:rPr>
              <a:t>InsydeModulePkg</a:t>
            </a:r>
            <a:r>
              <a:rPr lang="en-US" altLang="zh-TW" sz="2000" b="1" strike="noStrike" spc="-1" dirty="0">
                <a:solidFill>
                  <a:srgbClr val="3F3F3F"/>
                </a:solidFill>
              </a:rPr>
              <a:t>/Library/</a:t>
            </a:r>
            <a:r>
              <a:rPr lang="en-US" altLang="zh-TW" sz="2000" b="1" strike="noStrike" spc="-1" dirty="0" err="1">
                <a:solidFill>
                  <a:srgbClr val="3F3F3F"/>
                </a:solidFill>
              </a:rPr>
              <a:t>SetupUtilityLib</a:t>
            </a:r>
            <a:r>
              <a:rPr lang="en-US" altLang="zh-TW" sz="2000" b="1" strike="noStrike" spc="-1" dirty="0">
                <a:solidFill>
                  <a:srgbClr val="3F3F3F"/>
                </a:solidFill>
              </a:rPr>
              <a:t>/</a:t>
            </a:r>
            <a:r>
              <a:rPr lang="en-US" altLang="zh-TW" sz="2000" b="1" strike="noStrike" spc="-1" dirty="0">
                <a:solidFill>
                  <a:srgbClr val="3333CC"/>
                </a:solidFill>
              </a:rPr>
              <a:t>SetupUtilityLib.inf</a:t>
            </a:r>
            <a:endParaRPr lang="en-US" altLang="zh-TW" sz="2000" b="0" strike="noStrike" spc="-1" dirty="0"/>
          </a:p>
          <a:p>
            <a:pPr>
              <a:lnSpc>
                <a:spcPct val="100000"/>
              </a:lnSpc>
            </a:pPr>
            <a:endParaRPr lang="en-US" altLang="zh-TW" sz="2000" b="0" strike="noStrike" spc="-1" dirty="0"/>
          </a:p>
          <a:p>
            <a:pPr marL="228600" indent="-227880">
              <a:lnSpc>
                <a:spcPct val="80000"/>
              </a:lnSpc>
              <a:spcBef>
                <a:spcPts val="1001"/>
              </a:spcBef>
              <a:buClr>
                <a:srgbClr val="3F3F3F"/>
              </a:buClr>
              <a:buFont typeface="Arial"/>
              <a:buChar char="•"/>
            </a:pPr>
            <a:r>
              <a:rPr lang="en-US" altLang="zh-TW" sz="2800" b="1" strike="noStrike" spc="-1" dirty="0" err="1">
                <a:solidFill>
                  <a:srgbClr val="3F3F3F"/>
                </a:solidFill>
              </a:rPr>
              <a:t>SetupUtility</a:t>
            </a:r>
            <a:r>
              <a:rPr lang="en-US" altLang="zh-TW" sz="2800" b="1" strike="noStrike" spc="-1" dirty="0">
                <a:solidFill>
                  <a:srgbClr val="3F3F3F"/>
                </a:solidFill>
              </a:rPr>
              <a:t> Initialize</a:t>
            </a:r>
            <a:endParaRPr lang="en-US" altLang="zh-TW" sz="2800" b="0" strike="noStrike" spc="-1" dirty="0"/>
          </a:p>
          <a:p>
            <a:pPr marL="685800" lvl="1" indent="-227880">
              <a:lnSpc>
                <a:spcPct val="90000"/>
              </a:lnSpc>
              <a:spcBef>
                <a:spcPts val="499"/>
              </a:spcBef>
              <a:buClr>
                <a:srgbClr val="3F3F3F"/>
              </a:buClr>
              <a:buFont typeface="Arial"/>
              <a:buChar char="•"/>
            </a:pPr>
            <a:r>
              <a:rPr lang="en-US" altLang="zh-TW" sz="2000" b="1" strike="noStrike" spc="-1" dirty="0">
                <a:solidFill>
                  <a:srgbClr val="3F3F3F"/>
                </a:solidFill>
              </a:rPr>
              <a:t>Intel/</a:t>
            </a:r>
            <a:r>
              <a:rPr lang="en-US" altLang="zh-TW" sz="2000" b="1" strike="noStrike" spc="-1" dirty="0" err="1">
                <a:solidFill>
                  <a:srgbClr val="3F3F3F"/>
                </a:solidFill>
              </a:rPr>
              <a:t>EagleStream</a:t>
            </a:r>
            <a:r>
              <a:rPr lang="en-US" altLang="zh-TW" sz="2000" b="1" spc="-1" dirty="0">
                <a:solidFill>
                  <a:srgbClr val="3F3F3F"/>
                </a:solidFill>
              </a:rPr>
              <a:t>/</a:t>
            </a:r>
            <a:r>
              <a:rPr lang="en-US" altLang="zh-TW" sz="2000" b="1" strike="noStrike" spc="-1" dirty="0">
                <a:solidFill>
                  <a:srgbClr val="3F3F3F"/>
                </a:solidFill>
              </a:rPr>
              <a:t>$(CHIPSET_PKG)/</a:t>
            </a:r>
            <a:r>
              <a:rPr lang="en-US" altLang="zh-TW" sz="2000" b="1" strike="noStrike" spc="-1" dirty="0" err="1">
                <a:solidFill>
                  <a:srgbClr val="3F3F3F"/>
                </a:solidFill>
              </a:rPr>
              <a:t>UefiSetupUtilityDxe</a:t>
            </a:r>
            <a:r>
              <a:rPr lang="en-US" altLang="zh-TW" sz="2000" b="1" strike="noStrike" spc="-1" dirty="0">
                <a:solidFill>
                  <a:srgbClr val="3F3F3F"/>
                </a:solidFill>
              </a:rPr>
              <a:t>/</a:t>
            </a:r>
            <a:r>
              <a:rPr lang="en-US" altLang="zh-TW" sz="2000" b="1" strike="noStrike" spc="-1" dirty="0">
                <a:solidFill>
                  <a:srgbClr val="3333CC"/>
                </a:solidFill>
              </a:rPr>
              <a:t>SetupUtilityDxe.inf</a:t>
            </a:r>
            <a:endParaRPr lang="en-US" altLang="zh-TW" sz="2000" b="0" strike="noStrike" spc="-1" dirty="0"/>
          </a:p>
          <a:p>
            <a:pPr>
              <a:lnSpc>
                <a:spcPct val="80000"/>
              </a:lnSpc>
              <a:spcBef>
                <a:spcPts val="1001"/>
              </a:spcBef>
            </a:pPr>
            <a:endParaRPr lang="en-US" altLang="zh-TW" sz="2000" b="0" strike="noStrike" spc="-1" dirty="0"/>
          </a:p>
          <a:p>
            <a:pPr marL="228600" indent="-227880">
              <a:lnSpc>
                <a:spcPct val="80000"/>
              </a:lnSpc>
              <a:spcBef>
                <a:spcPts val="1001"/>
              </a:spcBef>
              <a:buClr>
                <a:srgbClr val="3F3F3F"/>
              </a:buClr>
              <a:buFont typeface="Arial"/>
              <a:buChar char="•"/>
            </a:pPr>
            <a:r>
              <a:rPr lang="en-US" altLang="zh-TW" sz="2800" b="1" strike="noStrike" spc="-1" dirty="0">
                <a:solidFill>
                  <a:srgbClr val="3F3F3F"/>
                </a:solidFill>
              </a:rPr>
              <a:t>Callback functions</a:t>
            </a:r>
            <a:endParaRPr lang="en-US" altLang="zh-TW" sz="2800" b="0" strike="noStrike" spc="-1" dirty="0"/>
          </a:p>
          <a:p>
            <a:pPr marL="685800" lvl="1" indent="-227880">
              <a:lnSpc>
                <a:spcPct val="90000"/>
              </a:lnSpc>
              <a:spcBef>
                <a:spcPts val="499"/>
              </a:spcBef>
              <a:buClr>
                <a:srgbClr val="3F3F3F"/>
              </a:buClr>
              <a:buFont typeface="Arial"/>
              <a:buChar char="•"/>
            </a:pPr>
            <a:r>
              <a:rPr lang="en-US" altLang="zh-TW" sz="2000" b="1" strike="noStrike" spc="-1" dirty="0">
                <a:solidFill>
                  <a:srgbClr val="3F3F3F"/>
                </a:solidFill>
              </a:rPr>
              <a:t>Intel/</a:t>
            </a:r>
            <a:r>
              <a:rPr lang="en-US" altLang="zh-TW" sz="2000" b="1" strike="noStrike" spc="-1" dirty="0" err="1">
                <a:solidFill>
                  <a:srgbClr val="3F3F3F"/>
                </a:solidFill>
              </a:rPr>
              <a:t>EagleStream</a:t>
            </a:r>
            <a:r>
              <a:rPr lang="en-US" altLang="zh-TW" sz="2000" b="1" spc="-1" dirty="0">
                <a:solidFill>
                  <a:srgbClr val="3F3F3F"/>
                </a:solidFill>
              </a:rPr>
              <a:t>/</a:t>
            </a:r>
            <a:r>
              <a:rPr lang="en-US" altLang="zh-TW" sz="2000" b="1" strike="noStrike" spc="-1" dirty="0">
                <a:solidFill>
                  <a:srgbClr val="3F3F3F"/>
                </a:solidFill>
              </a:rPr>
              <a:t>$(CHIPSET_PKG)/</a:t>
            </a:r>
            <a:r>
              <a:rPr lang="en-US" altLang="zh-TW" sz="2000" b="1" strike="noStrike" spc="-1" dirty="0" err="1">
                <a:solidFill>
                  <a:srgbClr val="3F3F3F"/>
                </a:solidFill>
              </a:rPr>
              <a:t>UefiSetupUtilityDxe</a:t>
            </a:r>
            <a:r>
              <a:rPr lang="en-US" altLang="zh-TW" sz="2000" b="1" strike="noStrike" spc="-1" dirty="0">
                <a:solidFill>
                  <a:srgbClr val="3F3F3F"/>
                </a:solidFill>
              </a:rPr>
              <a:t>/Advance/</a:t>
            </a:r>
            <a:r>
              <a:rPr lang="en-US" altLang="zh-TW" sz="2000" b="1" strike="noStrike" spc="-1" dirty="0" err="1">
                <a:solidFill>
                  <a:srgbClr val="3333CC"/>
                </a:solidFill>
              </a:rPr>
              <a:t>Advance.c</a:t>
            </a:r>
            <a:endParaRPr lang="en-US" altLang="zh-TW" sz="2000" b="0" strike="noStrike" spc="-1" dirty="0"/>
          </a:p>
          <a:p>
            <a:pPr marL="685800" lvl="1" indent="-227880">
              <a:lnSpc>
                <a:spcPct val="90000"/>
              </a:lnSpc>
              <a:spcBef>
                <a:spcPts val="499"/>
              </a:spcBef>
              <a:buClr>
                <a:srgbClr val="3F3F3F"/>
              </a:buClr>
              <a:buFont typeface="Arial"/>
              <a:buChar char="•"/>
            </a:pPr>
            <a:r>
              <a:rPr lang="en-US" altLang="zh-TW" sz="2000" b="1" strike="noStrike" spc="-1" dirty="0">
                <a:solidFill>
                  <a:srgbClr val="3F3F3F"/>
                </a:solidFill>
              </a:rPr>
              <a:t>Intel/</a:t>
            </a:r>
            <a:r>
              <a:rPr lang="en-US" altLang="zh-TW" sz="2000" b="1" strike="noStrike" spc="-1" dirty="0" err="1">
                <a:solidFill>
                  <a:srgbClr val="3F3F3F"/>
                </a:solidFill>
              </a:rPr>
              <a:t>EagleStream</a:t>
            </a:r>
            <a:r>
              <a:rPr lang="en-US" altLang="zh-TW" sz="2000" b="1" spc="-1" dirty="0">
                <a:solidFill>
                  <a:srgbClr val="3F3F3F"/>
                </a:solidFill>
              </a:rPr>
              <a:t>/</a:t>
            </a:r>
            <a:r>
              <a:rPr lang="en-US" altLang="zh-TW" sz="2000" b="1" strike="noStrike" spc="-1" dirty="0">
                <a:solidFill>
                  <a:srgbClr val="3F3F3F"/>
                </a:solidFill>
              </a:rPr>
              <a:t>$(CHIPSET_PKG)/</a:t>
            </a:r>
            <a:r>
              <a:rPr lang="en-US" altLang="zh-TW" sz="2000" b="1" strike="noStrike" spc="-1" dirty="0" err="1">
                <a:solidFill>
                  <a:srgbClr val="3F3F3F"/>
                </a:solidFill>
              </a:rPr>
              <a:t>UefiSetupUtilityDxe</a:t>
            </a:r>
            <a:r>
              <a:rPr lang="en-US" altLang="zh-TW" sz="2000" b="1" strike="noStrike" spc="-1" dirty="0">
                <a:solidFill>
                  <a:srgbClr val="3F3F3F"/>
                </a:solidFill>
              </a:rPr>
              <a:t>/Power/</a:t>
            </a:r>
            <a:r>
              <a:rPr lang="en-US" altLang="zh-TW" sz="2000" b="1" strike="noStrike" spc="-1" dirty="0" err="1">
                <a:solidFill>
                  <a:srgbClr val="3333CC"/>
                </a:solidFill>
              </a:rPr>
              <a:t>Power.c</a:t>
            </a:r>
            <a:endParaRPr lang="en-US" altLang="zh-TW" sz="2000" b="0" strike="noStrike" spc="-1" dirty="0"/>
          </a:p>
          <a:p>
            <a:pPr marL="685800" lvl="1" indent="-227880">
              <a:lnSpc>
                <a:spcPct val="90000"/>
              </a:lnSpc>
              <a:spcBef>
                <a:spcPts val="499"/>
              </a:spcBef>
              <a:buClr>
                <a:srgbClr val="3F3F3F"/>
              </a:buClr>
              <a:buFont typeface="Arial"/>
              <a:buChar char="•"/>
            </a:pPr>
            <a:r>
              <a:rPr lang="en-US" altLang="zh-TW" sz="2000" b="1" strike="noStrike" spc="-1" dirty="0" err="1">
                <a:solidFill>
                  <a:srgbClr val="3F3F3F"/>
                </a:solidFill>
              </a:rPr>
              <a:t>Insyde</a:t>
            </a:r>
            <a:r>
              <a:rPr lang="en-US" altLang="zh-TW" sz="2000" b="1" strike="noStrike" spc="-1" dirty="0">
                <a:solidFill>
                  <a:srgbClr val="3F3F3F"/>
                </a:solidFill>
              </a:rPr>
              <a:t>/</a:t>
            </a:r>
            <a:r>
              <a:rPr lang="en-US" altLang="zh-TW" sz="2000" b="1" strike="noStrike" spc="-1" dirty="0" err="1">
                <a:solidFill>
                  <a:srgbClr val="3F3F3F"/>
                </a:solidFill>
              </a:rPr>
              <a:t>InsydeModulePkg</a:t>
            </a:r>
            <a:r>
              <a:rPr lang="en-US" altLang="zh-TW" sz="2000" b="1" strike="noStrike" spc="-1" dirty="0">
                <a:solidFill>
                  <a:srgbClr val="3F3F3F"/>
                </a:solidFill>
              </a:rPr>
              <a:t>/Library/</a:t>
            </a:r>
            <a:r>
              <a:rPr lang="en-US" altLang="zh-TW" sz="2000" b="1" strike="noStrike" spc="-1" dirty="0" err="1">
                <a:solidFill>
                  <a:srgbClr val="3F3F3F"/>
                </a:solidFill>
              </a:rPr>
              <a:t>SetupUtilityLib</a:t>
            </a:r>
            <a:r>
              <a:rPr lang="en-US" altLang="zh-TW" sz="2000" b="1" strike="noStrike" spc="-1" dirty="0">
                <a:solidFill>
                  <a:srgbClr val="3F3F3F"/>
                </a:solidFill>
              </a:rPr>
              <a:t>/Boot/</a:t>
            </a:r>
            <a:r>
              <a:rPr lang="en-US" altLang="zh-TW" sz="2000" b="1" strike="noStrike" spc="-1" dirty="0" err="1">
                <a:solidFill>
                  <a:srgbClr val="3333CC"/>
                </a:solidFill>
              </a:rPr>
              <a:t>Boot.c</a:t>
            </a:r>
            <a:endParaRPr lang="en-US" altLang="zh-TW" sz="2000" b="0" strike="noStrike" spc="-1" dirty="0"/>
          </a:p>
          <a:p>
            <a:pPr marL="685800" lvl="1" indent="-227880">
              <a:lnSpc>
                <a:spcPct val="90000"/>
              </a:lnSpc>
              <a:spcBef>
                <a:spcPts val="499"/>
              </a:spcBef>
              <a:buClr>
                <a:srgbClr val="3F3F3F"/>
              </a:buClr>
              <a:buFont typeface="Arial"/>
              <a:buChar char="•"/>
            </a:pPr>
            <a:r>
              <a:rPr lang="en-US" altLang="zh-TW" sz="2000" b="1" strike="noStrike" spc="-1" dirty="0" err="1">
                <a:solidFill>
                  <a:srgbClr val="3F3F3F"/>
                </a:solidFill>
              </a:rPr>
              <a:t>Insyde</a:t>
            </a:r>
            <a:r>
              <a:rPr lang="en-US" altLang="zh-TW" sz="2000" b="1" strike="noStrike" spc="-1" dirty="0">
                <a:solidFill>
                  <a:srgbClr val="3F3F3F"/>
                </a:solidFill>
              </a:rPr>
              <a:t>/</a:t>
            </a:r>
            <a:r>
              <a:rPr lang="en-US" altLang="zh-TW" sz="2000" b="1" strike="noStrike" spc="-1" dirty="0" err="1">
                <a:solidFill>
                  <a:srgbClr val="3F3F3F"/>
                </a:solidFill>
              </a:rPr>
              <a:t>InsydeModulePkg</a:t>
            </a:r>
            <a:r>
              <a:rPr lang="en-US" altLang="zh-TW" sz="2000" b="1" strike="noStrike" spc="-1" dirty="0">
                <a:solidFill>
                  <a:srgbClr val="3F3F3F"/>
                </a:solidFill>
              </a:rPr>
              <a:t>/Library/</a:t>
            </a:r>
            <a:r>
              <a:rPr lang="en-US" altLang="zh-TW" sz="2000" b="1" strike="noStrike" spc="-1" dirty="0" err="1">
                <a:solidFill>
                  <a:srgbClr val="3F3F3F"/>
                </a:solidFill>
              </a:rPr>
              <a:t>SetupUtilityLib</a:t>
            </a:r>
            <a:r>
              <a:rPr lang="en-US" altLang="zh-TW" sz="2000" b="1" strike="noStrike" spc="-1" dirty="0">
                <a:solidFill>
                  <a:srgbClr val="3F3F3F"/>
                </a:solidFill>
              </a:rPr>
              <a:t>/Exit/</a:t>
            </a:r>
            <a:r>
              <a:rPr lang="en-US" altLang="zh-TW" sz="2000" b="1" strike="noStrike" spc="-1" dirty="0" err="1">
                <a:solidFill>
                  <a:srgbClr val="3333CC"/>
                </a:solidFill>
              </a:rPr>
              <a:t>Exit.c</a:t>
            </a:r>
            <a:endParaRPr lang="en-US" altLang="zh-TW" sz="2000" b="0" strike="noStrike" spc="-1" dirty="0"/>
          </a:p>
          <a:p>
            <a:pPr marL="685800" lvl="1" indent="-227880">
              <a:lnSpc>
                <a:spcPct val="90000"/>
              </a:lnSpc>
              <a:spcBef>
                <a:spcPts val="499"/>
              </a:spcBef>
              <a:buClr>
                <a:srgbClr val="3F3F3F"/>
              </a:buClr>
              <a:buFont typeface="Arial"/>
              <a:buChar char="•"/>
            </a:pPr>
            <a:r>
              <a:rPr lang="en-US" altLang="zh-TW" sz="2000" b="1" strike="noStrike" spc="-1" dirty="0" err="1">
                <a:solidFill>
                  <a:srgbClr val="3F3F3F"/>
                </a:solidFill>
              </a:rPr>
              <a:t>Insyde</a:t>
            </a:r>
            <a:r>
              <a:rPr lang="en-US" altLang="zh-TW" sz="2000" b="1" strike="noStrike" spc="-1" dirty="0">
                <a:solidFill>
                  <a:srgbClr val="3F3F3F"/>
                </a:solidFill>
              </a:rPr>
              <a:t>/</a:t>
            </a:r>
            <a:r>
              <a:rPr lang="en-US" altLang="zh-TW" sz="2000" b="1" strike="noStrike" spc="-1" dirty="0" err="1">
                <a:solidFill>
                  <a:srgbClr val="3F3F3F"/>
                </a:solidFill>
              </a:rPr>
              <a:t>InsydeModulePkg</a:t>
            </a:r>
            <a:r>
              <a:rPr lang="en-US" altLang="zh-TW" sz="2000" b="1" strike="noStrike" spc="-1" dirty="0">
                <a:solidFill>
                  <a:srgbClr val="3F3F3F"/>
                </a:solidFill>
              </a:rPr>
              <a:t>/Library/</a:t>
            </a:r>
            <a:r>
              <a:rPr lang="en-US" altLang="zh-TW" sz="2000" b="1" strike="noStrike" spc="-1" dirty="0" err="1">
                <a:solidFill>
                  <a:srgbClr val="3F3F3F"/>
                </a:solidFill>
              </a:rPr>
              <a:t>SetupUtilityLib</a:t>
            </a:r>
            <a:r>
              <a:rPr lang="en-US" altLang="zh-TW" sz="2000" b="1" strike="noStrike" spc="-1" dirty="0">
                <a:solidFill>
                  <a:srgbClr val="3F3F3F"/>
                </a:solidFill>
              </a:rPr>
              <a:t>/Main/</a:t>
            </a:r>
            <a:r>
              <a:rPr lang="en-US" altLang="zh-TW" sz="2000" b="1" strike="noStrike" spc="-1" dirty="0" err="1">
                <a:solidFill>
                  <a:srgbClr val="3333CC"/>
                </a:solidFill>
              </a:rPr>
              <a:t>Main.c</a:t>
            </a:r>
            <a:endParaRPr lang="en-US" altLang="zh-TW" sz="2000" b="0" strike="noStrike" spc="-1" dirty="0"/>
          </a:p>
          <a:p>
            <a:pPr marL="685800" lvl="1" indent="-227880">
              <a:lnSpc>
                <a:spcPct val="90000"/>
              </a:lnSpc>
              <a:spcBef>
                <a:spcPts val="499"/>
              </a:spcBef>
              <a:buClr>
                <a:srgbClr val="3F3F3F"/>
              </a:buClr>
              <a:buFont typeface="Arial"/>
              <a:buChar char="•"/>
            </a:pPr>
            <a:r>
              <a:rPr lang="en-US" altLang="zh-TW" sz="2000" b="1" strike="noStrike" spc="-1" dirty="0" err="1">
                <a:solidFill>
                  <a:srgbClr val="3F3F3F"/>
                </a:solidFill>
              </a:rPr>
              <a:t>Insyde</a:t>
            </a:r>
            <a:r>
              <a:rPr lang="en-US" altLang="zh-TW" sz="2000" b="1" strike="noStrike" spc="-1" dirty="0">
                <a:solidFill>
                  <a:srgbClr val="3F3F3F"/>
                </a:solidFill>
              </a:rPr>
              <a:t>/</a:t>
            </a:r>
            <a:r>
              <a:rPr lang="en-US" altLang="zh-TW" sz="2000" b="1" strike="noStrike" spc="-1" dirty="0" err="1">
                <a:solidFill>
                  <a:srgbClr val="3F3F3F"/>
                </a:solidFill>
              </a:rPr>
              <a:t>InsydeModulePkg</a:t>
            </a:r>
            <a:r>
              <a:rPr lang="en-US" altLang="zh-TW" sz="2000" b="1" strike="noStrike" spc="-1" dirty="0">
                <a:solidFill>
                  <a:srgbClr val="3F3F3F"/>
                </a:solidFill>
              </a:rPr>
              <a:t>/Library/</a:t>
            </a:r>
            <a:r>
              <a:rPr lang="en-US" altLang="zh-TW" sz="2000" b="1" strike="noStrike" spc="-1" dirty="0" err="1">
                <a:solidFill>
                  <a:srgbClr val="3F3F3F"/>
                </a:solidFill>
              </a:rPr>
              <a:t>SetupUtilityLib</a:t>
            </a:r>
            <a:r>
              <a:rPr lang="en-US" altLang="zh-TW" sz="2000" b="1" strike="noStrike" spc="-1" dirty="0">
                <a:solidFill>
                  <a:srgbClr val="3F3F3F"/>
                </a:solidFill>
              </a:rPr>
              <a:t>/Security/</a:t>
            </a:r>
            <a:r>
              <a:rPr lang="en-US" altLang="zh-TW" sz="2000" b="1" strike="noStrike" spc="-1" dirty="0" err="1">
                <a:solidFill>
                  <a:srgbClr val="3333CC"/>
                </a:solidFill>
              </a:rPr>
              <a:t>Security.c</a:t>
            </a:r>
            <a:endParaRPr lang="en-US" altLang="zh-TW" sz="2000" b="0" strike="noStrike" spc="-1" dirty="0"/>
          </a:p>
        </p:txBody>
      </p:sp>
    </p:spTree>
    <p:extLst>
      <p:ext uri="{BB962C8B-B14F-4D97-AF65-F5344CB8AC3E}">
        <p14:creationId xmlns:p14="http://schemas.microsoft.com/office/powerpoint/2010/main" val="1095855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29B3B9C-385C-4725-BFA3-69B8568DAA32}"/>
              </a:ext>
            </a:extLst>
          </p:cNvPr>
          <p:cNvSpPr>
            <a:spLocks noGrp="1"/>
          </p:cNvSpPr>
          <p:nvPr>
            <p:ph type="title"/>
          </p:nvPr>
        </p:nvSpPr>
        <p:spPr/>
        <p:txBody>
          <a:bodyPr/>
          <a:lstStyle/>
          <a:p>
            <a:r>
              <a:rPr lang="en-US" altLang="zh-TW" dirty="0"/>
              <a:t>Related Files</a:t>
            </a:r>
            <a:endParaRPr lang="zh-TW" altLang="en-US" dirty="0"/>
          </a:p>
        </p:txBody>
      </p:sp>
      <p:sp>
        <p:nvSpPr>
          <p:cNvPr id="3" name="內容版面配置區 2">
            <a:extLst>
              <a:ext uri="{FF2B5EF4-FFF2-40B4-BE49-F238E27FC236}">
                <a16:creationId xmlns:a16="http://schemas.microsoft.com/office/drawing/2014/main" id="{051D7629-EA3F-4D00-8AD1-DEF8817220F4}"/>
              </a:ext>
            </a:extLst>
          </p:cNvPr>
          <p:cNvSpPr>
            <a:spLocks noGrp="1"/>
          </p:cNvSpPr>
          <p:nvPr>
            <p:ph idx="1"/>
          </p:nvPr>
        </p:nvSpPr>
        <p:spPr>
          <a:xfrm>
            <a:off x="838199" y="1398494"/>
            <a:ext cx="10579217" cy="4778469"/>
          </a:xfrm>
        </p:spPr>
        <p:txBody>
          <a:bodyPr>
            <a:normAutofit/>
          </a:bodyPr>
          <a:lstStyle/>
          <a:p>
            <a:pPr marL="228600" indent="-227880">
              <a:lnSpc>
                <a:spcPct val="80000"/>
              </a:lnSpc>
              <a:spcBef>
                <a:spcPts val="1001"/>
              </a:spcBef>
              <a:buClr>
                <a:srgbClr val="3F3F3F"/>
              </a:buClr>
              <a:buFont typeface="Arial"/>
              <a:buChar char="•"/>
            </a:pPr>
            <a:r>
              <a:rPr lang="en-US" altLang="zh-TW" sz="2800" b="1" strike="noStrike" spc="-1" dirty="0">
                <a:solidFill>
                  <a:srgbClr val="3F3F3F"/>
                </a:solidFill>
              </a:rPr>
              <a:t>VFR file</a:t>
            </a:r>
            <a:endParaRPr lang="en-US" altLang="zh-TW" sz="2800" b="0" strike="noStrike" spc="-1" dirty="0"/>
          </a:p>
          <a:p>
            <a:pPr marL="685800" lvl="1" indent="-227880">
              <a:lnSpc>
                <a:spcPct val="90000"/>
              </a:lnSpc>
              <a:spcBef>
                <a:spcPts val="499"/>
              </a:spcBef>
              <a:buClr>
                <a:srgbClr val="3F3F3F"/>
              </a:buClr>
              <a:buFont typeface="Arial"/>
              <a:buChar char="•"/>
            </a:pPr>
            <a:r>
              <a:rPr lang="en-US" altLang="zh-TW" sz="2000" b="1" strike="noStrike" spc="-1" dirty="0">
                <a:solidFill>
                  <a:srgbClr val="3F3F3F"/>
                </a:solidFill>
              </a:rPr>
              <a:t>Intel/</a:t>
            </a:r>
            <a:r>
              <a:rPr lang="en-US" altLang="zh-TW" sz="2000" b="1" strike="noStrike" spc="-1" dirty="0" err="1">
                <a:solidFill>
                  <a:srgbClr val="3F3F3F"/>
                </a:solidFill>
              </a:rPr>
              <a:t>EagleStream</a:t>
            </a:r>
            <a:r>
              <a:rPr lang="en-US" altLang="zh-TW" sz="2000" b="1" spc="-1" dirty="0">
                <a:solidFill>
                  <a:srgbClr val="3F3F3F"/>
                </a:solidFill>
              </a:rPr>
              <a:t>/</a:t>
            </a:r>
            <a:r>
              <a:rPr lang="en-US" altLang="zh-TW" sz="2000" b="1" strike="noStrike" spc="-1" dirty="0">
                <a:solidFill>
                  <a:srgbClr val="3F3F3F"/>
                </a:solidFill>
              </a:rPr>
              <a:t>$(CHIPSET_PKG)/</a:t>
            </a:r>
            <a:r>
              <a:rPr lang="en-US" altLang="zh-TW" sz="2000" b="1" strike="noStrike" spc="-1" dirty="0" err="1">
                <a:solidFill>
                  <a:srgbClr val="3F3F3F"/>
                </a:solidFill>
              </a:rPr>
              <a:t>UefiSetupUtilityDxe</a:t>
            </a:r>
            <a:r>
              <a:rPr lang="en-US" altLang="zh-TW" sz="2000" b="1" strike="noStrike" spc="-1" dirty="0">
                <a:solidFill>
                  <a:srgbClr val="3F3F3F"/>
                </a:solidFill>
              </a:rPr>
              <a:t>/Advance/</a:t>
            </a:r>
            <a:r>
              <a:rPr lang="en-US" altLang="zh-TW" sz="2000" b="1" strike="noStrike" spc="-1" dirty="0" err="1">
                <a:solidFill>
                  <a:srgbClr val="3333CC"/>
                </a:solidFill>
              </a:rPr>
              <a:t>AdvanceVfr.vfr</a:t>
            </a:r>
            <a:endParaRPr lang="en-US" altLang="zh-TW" sz="2000" b="0" strike="noStrike" spc="-1" dirty="0"/>
          </a:p>
          <a:p>
            <a:pPr marL="685800" lvl="1" indent="-227880">
              <a:lnSpc>
                <a:spcPct val="90000"/>
              </a:lnSpc>
              <a:spcBef>
                <a:spcPts val="499"/>
              </a:spcBef>
              <a:buClr>
                <a:srgbClr val="3F3F3F"/>
              </a:buClr>
              <a:buFont typeface="Arial"/>
              <a:buChar char="•"/>
            </a:pPr>
            <a:r>
              <a:rPr lang="en-US" altLang="zh-TW" sz="2000" b="1" strike="noStrike" spc="-1" dirty="0">
                <a:solidFill>
                  <a:srgbClr val="3F3F3F"/>
                </a:solidFill>
              </a:rPr>
              <a:t>Intel/</a:t>
            </a:r>
            <a:r>
              <a:rPr lang="en-US" altLang="zh-TW" sz="2000" b="1" strike="noStrike" spc="-1" dirty="0" err="1">
                <a:solidFill>
                  <a:srgbClr val="3F3F3F"/>
                </a:solidFill>
              </a:rPr>
              <a:t>EagleStream</a:t>
            </a:r>
            <a:r>
              <a:rPr lang="en-US" altLang="zh-TW" sz="2000" b="1" spc="-1" dirty="0">
                <a:solidFill>
                  <a:srgbClr val="3F3F3F"/>
                </a:solidFill>
              </a:rPr>
              <a:t>/</a:t>
            </a:r>
            <a:r>
              <a:rPr lang="en-US" altLang="zh-TW" sz="2000" b="1" strike="noStrike" spc="-1" dirty="0">
                <a:solidFill>
                  <a:srgbClr val="3F3F3F"/>
                </a:solidFill>
              </a:rPr>
              <a:t>$(CHIPSET_PKG)/</a:t>
            </a:r>
            <a:r>
              <a:rPr lang="en-US" altLang="zh-TW" sz="2000" b="1" strike="noStrike" spc="-1" dirty="0" err="1">
                <a:solidFill>
                  <a:srgbClr val="3F3F3F"/>
                </a:solidFill>
              </a:rPr>
              <a:t>UefiSetupUtilityDxe</a:t>
            </a:r>
            <a:r>
              <a:rPr lang="en-US" altLang="zh-TW" sz="2000" b="1" strike="noStrike" spc="-1" dirty="0">
                <a:solidFill>
                  <a:srgbClr val="3F3F3F"/>
                </a:solidFill>
              </a:rPr>
              <a:t>/Power/</a:t>
            </a:r>
            <a:r>
              <a:rPr lang="en-US" altLang="zh-TW" sz="2000" b="1" strike="noStrike" spc="-1" dirty="0" err="1">
                <a:solidFill>
                  <a:srgbClr val="3333CC"/>
                </a:solidFill>
              </a:rPr>
              <a:t>PowerVfr.vfr</a:t>
            </a:r>
            <a:endParaRPr lang="en-US" altLang="zh-TW" sz="2000" b="0" strike="noStrike" spc="-1" dirty="0"/>
          </a:p>
          <a:p>
            <a:pPr marL="685800" lvl="1" indent="-227880">
              <a:lnSpc>
                <a:spcPct val="90000"/>
              </a:lnSpc>
              <a:spcBef>
                <a:spcPts val="499"/>
              </a:spcBef>
              <a:buClr>
                <a:srgbClr val="3F3F3F"/>
              </a:buClr>
              <a:buFont typeface="Arial"/>
              <a:buChar char="•"/>
            </a:pPr>
            <a:r>
              <a:rPr lang="en-US" altLang="zh-TW" sz="2000" b="1" strike="noStrike" spc="-1" dirty="0" err="1">
                <a:solidFill>
                  <a:srgbClr val="3F3F3F"/>
                </a:solidFill>
              </a:rPr>
              <a:t>Insyde</a:t>
            </a:r>
            <a:r>
              <a:rPr lang="en-US" altLang="zh-TW" sz="2000" b="1" strike="noStrike" spc="-1" dirty="0">
                <a:solidFill>
                  <a:srgbClr val="3F3F3F"/>
                </a:solidFill>
              </a:rPr>
              <a:t>/</a:t>
            </a:r>
            <a:r>
              <a:rPr lang="en-US" altLang="zh-TW" sz="2000" b="1" strike="noStrike" spc="-1" dirty="0" err="1">
                <a:solidFill>
                  <a:srgbClr val="3F3F3F"/>
                </a:solidFill>
              </a:rPr>
              <a:t>InsydeModulePkg</a:t>
            </a:r>
            <a:r>
              <a:rPr lang="en-US" altLang="zh-TW" sz="2000" b="1" strike="noStrike" spc="-1" dirty="0">
                <a:solidFill>
                  <a:srgbClr val="3F3F3F"/>
                </a:solidFill>
              </a:rPr>
              <a:t>/Library/</a:t>
            </a:r>
            <a:r>
              <a:rPr lang="en-US" altLang="zh-TW" sz="2000" b="1" strike="noStrike" spc="-1" dirty="0" err="1">
                <a:solidFill>
                  <a:srgbClr val="3F3F3F"/>
                </a:solidFill>
              </a:rPr>
              <a:t>SetupUtilityLib</a:t>
            </a:r>
            <a:r>
              <a:rPr lang="en-US" altLang="zh-TW" sz="2000" b="1" strike="noStrike" spc="-1" dirty="0">
                <a:solidFill>
                  <a:srgbClr val="3F3F3F"/>
                </a:solidFill>
              </a:rPr>
              <a:t>/Boot/</a:t>
            </a:r>
            <a:r>
              <a:rPr lang="en-US" altLang="zh-TW" sz="2000" b="1" strike="noStrike" spc="-1" dirty="0" err="1">
                <a:solidFill>
                  <a:srgbClr val="3333CC"/>
                </a:solidFill>
              </a:rPr>
              <a:t>BootVfr.vfr</a:t>
            </a:r>
            <a:endParaRPr lang="en-US" altLang="zh-TW" sz="2000" b="0" strike="noStrike" spc="-1" dirty="0"/>
          </a:p>
          <a:p>
            <a:pPr marL="685800" lvl="1" indent="-227880">
              <a:lnSpc>
                <a:spcPct val="90000"/>
              </a:lnSpc>
              <a:spcBef>
                <a:spcPts val="499"/>
              </a:spcBef>
              <a:buClr>
                <a:srgbClr val="3F3F3F"/>
              </a:buClr>
              <a:buFont typeface="Arial"/>
              <a:buChar char="•"/>
            </a:pPr>
            <a:r>
              <a:rPr lang="en-US" altLang="zh-TW" sz="2000" b="1" strike="noStrike" spc="-1" dirty="0" err="1">
                <a:solidFill>
                  <a:srgbClr val="3F3F3F"/>
                </a:solidFill>
              </a:rPr>
              <a:t>Insyde</a:t>
            </a:r>
            <a:r>
              <a:rPr lang="en-US" altLang="zh-TW" sz="2000" b="1" strike="noStrike" spc="-1" dirty="0">
                <a:solidFill>
                  <a:srgbClr val="3F3F3F"/>
                </a:solidFill>
              </a:rPr>
              <a:t>/</a:t>
            </a:r>
            <a:r>
              <a:rPr lang="en-US" altLang="zh-TW" sz="2000" b="1" strike="noStrike" spc="-1" dirty="0" err="1">
                <a:solidFill>
                  <a:srgbClr val="3F3F3F"/>
                </a:solidFill>
              </a:rPr>
              <a:t>InsydeModulePkg</a:t>
            </a:r>
            <a:r>
              <a:rPr lang="en-US" altLang="zh-TW" sz="2000" b="1" strike="noStrike" spc="-1" dirty="0">
                <a:solidFill>
                  <a:srgbClr val="3F3F3F"/>
                </a:solidFill>
              </a:rPr>
              <a:t>/Library/</a:t>
            </a:r>
            <a:r>
              <a:rPr lang="en-US" altLang="zh-TW" sz="2000" b="1" strike="noStrike" spc="-1" dirty="0" err="1">
                <a:solidFill>
                  <a:srgbClr val="3F3F3F"/>
                </a:solidFill>
              </a:rPr>
              <a:t>SetupUtilityLib</a:t>
            </a:r>
            <a:r>
              <a:rPr lang="en-US" altLang="zh-TW" sz="2000" b="1" strike="noStrike" spc="-1" dirty="0">
                <a:solidFill>
                  <a:srgbClr val="3F3F3F"/>
                </a:solidFill>
              </a:rPr>
              <a:t>/Exit/</a:t>
            </a:r>
            <a:r>
              <a:rPr lang="en-US" altLang="zh-TW" sz="2000" b="1" strike="noStrike" spc="-1" dirty="0" err="1">
                <a:solidFill>
                  <a:srgbClr val="3333CC"/>
                </a:solidFill>
              </a:rPr>
              <a:t>ExitVfr.vfr</a:t>
            </a:r>
            <a:endParaRPr lang="en-US" altLang="zh-TW" sz="2000" b="0" strike="noStrike" spc="-1" dirty="0"/>
          </a:p>
          <a:p>
            <a:pPr marL="685800" lvl="1" indent="-227880">
              <a:lnSpc>
                <a:spcPct val="90000"/>
              </a:lnSpc>
              <a:spcBef>
                <a:spcPts val="499"/>
              </a:spcBef>
              <a:buClr>
                <a:srgbClr val="3F3F3F"/>
              </a:buClr>
              <a:buFont typeface="Arial"/>
              <a:buChar char="•"/>
            </a:pPr>
            <a:r>
              <a:rPr lang="en-US" altLang="zh-TW" sz="2000" b="1" strike="noStrike" spc="-1" dirty="0" err="1">
                <a:solidFill>
                  <a:srgbClr val="3F3F3F"/>
                </a:solidFill>
              </a:rPr>
              <a:t>Insyde</a:t>
            </a:r>
            <a:r>
              <a:rPr lang="en-US" altLang="zh-TW" sz="2000" b="1" strike="noStrike" spc="-1" dirty="0">
                <a:solidFill>
                  <a:srgbClr val="3F3F3F"/>
                </a:solidFill>
              </a:rPr>
              <a:t>/</a:t>
            </a:r>
            <a:r>
              <a:rPr lang="en-US" altLang="zh-TW" sz="2000" b="1" strike="noStrike" spc="-1" dirty="0" err="1">
                <a:solidFill>
                  <a:srgbClr val="3F3F3F"/>
                </a:solidFill>
              </a:rPr>
              <a:t>InsydeModulePkg</a:t>
            </a:r>
            <a:r>
              <a:rPr lang="en-US" altLang="zh-TW" sz="2000" b="1" strike="noStrike" spc="-1" dirty="0">
                <a:solidFill>
                  <a:srgbClr val="3F3F3F"/>
                </a:solidFill>
              </a:rPr>
              <a:t>/Library/</a:t>
            </a:r>
            <a:r>
              <a:rPr lang="en-US" altLang="zh-TW" sz="2000" b="1" strike="noStrike" spc="-1" dirty="0" err="1">
                <a:solidFill>
                  <a:srgbClr val="3F3F3F"/>
                </a:solidFill>
              </a:rPr>
              <a:t>SetupUtilityLib</a:t>
            </a:r>
            <a:r>
              <a:rPr lang="en-US" altLang="zh-TW" sz="2000" b="1" strike="noStrike" spc="-1" dirty="0">
                <a:solidFill>
                  <a:srgbClr val="3F3F3F"/>
                </a:solidFill>
              </a:rPr>
              <a:t>/Main/</a:t>
            </a:r>
            <a:r>
              <a:rPr lang="en-US" altLang="zh-TW" sz="2000" b="1" strike="noStrike" spc="-1" dirty="0" err="1">
                <a:solidFill>
                  <a:srgbClr val="3333CC"/>
                </a:solidFill>
              </a:rPr>
              <a:t>MainVfr.vfr</a:t>
            </a:r>
            <a:endParaRPr lang="en-US" altLang="zh-TW" sz="2000" b="0" strike="noStrike" spc="-1" dirty="0"/>
          </a:p>
          <a:p>
            <a:pPr marL="685800" lvl="1" indent="-227880">
              <a:lnSpc>
                <a:spcPct val="90000"/>
              </a:lnSpc>
              <a:spcBef>
                <a:spcPts val="499"/>
              </a:spcBef>
              <a:buClr>
                <a:srgbClr val="3F3F3F"/>
              </a:buClr>
              <a:buFont typeface="Arial"/>
              <a:buChar char="•"/>
            </a:pPr>
            <a:r>
              <a:rPr lang="en-US" altLang="zh-TW" sz="2000" b="1" strike="noStrike" spc="-1" dirty="0" err="1">
                <a:solidFill>
                  <a:srgbClr val="3F3F3F"/>
                </a:solidFill>
              </a:rPr>
              <a:t>Insyde</a:t>
            </a:r>
            <a:r>
              <a:rPr lang="en-US" altLang="zh-TW" sz="2000" b="1" strike="noStrike" spc="-1" dirty="0">
                <a:solidFill>
                  <a:srgbClr val="3F3F3F"/>
                </a:solidFill>
              </a:rPr>
              <a:t>/</a:t>
            </a:r>
            <a:r>
              <a:rPr lang="en-US" altLang="zh-TW" sz="2000" b="1" strike="noStrike" spc="-1" dirty="0" err="1">
                <a:solidFill>
                  <a:srgbClr val="3F3F3F"/>
                </a:solidFill>
              </a:rPr>
              <a:t>InsydeModulePkg</a:t>
            </a:r>
            <a:r>
              <a:rPr lang="en-US" altLang="zh-TW" sz="2000" b="1" strike="noStrike" spc="-1" dirty="0">
                <a:solidFill>
                  <a:srgbClr val="3F3F3F"/>
                </a:solidFill>
              </a:rPr>
              <a:t>/Library/</a:t>
            </a:r>
            <a:r>
              <a:rPr lang="en-US" altLang="zh-TW" sz="2000" b="1" strike="noStrike" spc="-1" dirty="0" err="1">
                <a:solidFill>
                  <a:srgbClr val="3F3F3F"/>
                </a:solidFill>
              </a:rPr>
              <a:t>SetupUtilityLib</a:t>
            </a:r>
            <a:r>
              <a:rPr lang="en-US" altLang="zh-TW" sz="2000" b="1" strike="noStrike" spc="-1" dirty="0">
                <a:solidFill>
                  <a:srgbClr val="3F3F3F"/>
                </a:solidFill>
              </a:rPr>
              <a:t>/Security/</a:t>
            </a:r>
            <a:r>
              <a:rPr lang="en-US" altLang="zh-TW" sz="2000" b="1" strike="noStrike" spc="-1" dirty="0" err="1">
                <a:solidFill>
                  <a:srgbClr val="3333CC"/>
                </a:solidFill>
              </a:rPr>
              <a:t>SecurityVfr.vfr</a:t>
            </a:r>
            <a:endParaRPr lang="en-US" altLang="zh-TW" sz="2000" b="0" strike="noStrike" spc="-1" dirty="0"/>
          </a:p>
          <a:p>
            <a:pPr>
              <a:lnSpc>
                <a:spcPct val="100000"/>
              </a:lnSpc>
            </a:pPr>
            <a:endParaRPr lang="en-US" altLang="zh-TW" sz="2000" b="0" strike="noStrike" spc="-1" dirty="0"/>
          </a:p>
          <a:p>
            <a:pPr marL="228600" indent="-227880">
              <a:lnSpc>
                <a:spcPct val="80000"/>
              </a:lnSpc>
              <a:spcBef>
                <a:spcPts val="1001"/>
              </a:spcBef>
              <a:buClr>
                <a:srgbClr val="3F3F3F"/>
              </a:buClr>
              <a:buFont typeface="Arial"/>
              <a:buChar char="•"/>
            </a:pPr>
            <a:r>
              <a:rPr lang="en-US" altLang="zh-TW" sz="2800" b="1" strike="noStrike" spc="-1" dirty="0">
                <a:solidFill>
                  <a:srgbClr val="3F3F3F"/>
                </a:solidFill>
              </a:rPr>
              <a:t>Unicode file	- String definition</a:t>
            </a:r>
            <a:endParaRPr lang="en-US" altLang="zh-TW" sz="2800" b="0" strike="noStrike" spc="-1" dirty="0"/>
          </a:p>
          <a:p>
            <a:pPr marL="685800" lvl="1" indent="-227880">
              <a:lnSpc>
                <a:spcPct val="90000"/>
              </a:lnSpc>
              <a:spcBef>
                <a:spcPts val="499"/>
              </a:spcBef>
              <a:buClr>
                <a:srgbClr val="3F3F3F"/>
              </a:buClr>
              <a:buFont typeface="Arial"/>
              <a:buChar char="•"/>
            </a:pPr>
            <a:r>
              <a:rPr lang="en-US" altLang="zh-TW" sz="2000" b="1" strike="noStrike" spc="-1" dirty="0">
                <a:solidFill>
                  <a:srgbClr val="3F3F3F"/>
                </a:solidFill>
              </a:rPr>
              <a:t>Intel/</a:t>
            </a:r>
            <a:r>
              <a:rPr lang="en-US" altLang="zh-TW" sz="2000" b="1" strike="noStrike" spc="-1" dirty="0" err="1">
                <a:solidFill>
                  <a:srgbClr val="3F3F3F"/>
                </a:solidFill>
              </a:rPr>
              <a:t>EagleStream</a:t>
            </a:r>
            <a:r>
              <a:rPr lang="en-US" altLang="zh-TW" sz="2000" b="1" strike="noStrike" spc="-1" dirty="0">
                <a:solidFill>
                  <a:srgbClr val="3F3F3F"/>
                </a:solidFill>
              </a:rPr>
              <a:t>/$(CHIPSET_PKG)/</a:t>
            </a:r>
            <a:r>
              <a:rPr lang="en-US" altLang="zh-TW" sz="2000" b="1" strike="noStrike" spc="-1" dirty="0" err="1">
                <a:solidFill>
                  <a:srgbClr val="3F3F3F"/>
                </a:solidFill>
              </a:rPr>
              <a:t>UefiSetupUtilityDxe</a:t>
            </a:r>
            <a:r>
              <a:rPr lang="en-US" altLang="zh-TW" sz="2000" b="1" strike="noStrike" spc="-1" dirty="0">
                <a:solidFill>
                  <a:srgbClr val="3F3F3F"/>
                </a:solidFill>
              </a:rPr>
              <a:t>/</a:t>
            </a:r>
            <a:r>
              <a:rPr lang="en-US" altLang="zh-TW" sz="2000" b="1" strike="noStrike" spc="-1" dirty="0" err="1">
                <a:solidFill>
                  <a:srgbClr val="3333CC"/>
                </a:solidFill>
              </a:rPr>
              <a:t>SetupVfrStrings.uni</a:t>
            </a:r>
            <a:endParaRPr lang="en-US" altLang="zh-TW" sz="2000" b="0" strike="noStrike" spc="-1" dirty="0"/>
          </a:p>
          <a:p>
            <a:pPr marL="685800" lvl="1" indent="-227880">
              <a:lnSpc>
                <a:spcPct val="90000"/>
              </a:lnSpc>
              <a:spcBef>
                <a:spcPts val="499"/>
              </a:spcBef>
              <a:buClr>
                <a:srgbClr val="3F3F3F"/>
              </a:buClr>
              <a:buFont typeface="Arial"/>
              <a:buChar char="•"/>
            </a:pPr>
            <a:r>
              <a:rPr lang="en-US" altLang="zh-TW" sz="2000" b="1" strike="noStrike" spc="-1" dirty="0" err="1">
                <a:solidFill>
                  <a:srgbClr val="3F3F3F"/>
                </a:solidFill>
              </a:rPr>
              <a:t>Insyde</a:t>
            </a:r>
            <a:r>
              <a:rPr lang="en-US" altLang="zh-TW" sz="2000" b="1" strike="noStrike" spc="-1" dirty="0">
                <a:solidFill>
                  <a:srgbClr val="3F3F3F"/>
                </a:solidFill>
              </a:rPr>
              <a:t>/</a:t>
            </a:r>
            <a:r>
              <a:rPr lang="en-US" altLang="zh-TW" sz="2000" b="1" strike="noStrike" spc="-1" dirty="0" err="1">
                <a:solidFill>
                  <a:srgbClr val="3F3F3F"/>
                </a:solidFill>
              </a:rPr>
              <a:t>InsydeModulePkg</a:t>
            </a:r>
            <a:r>
              <a:rPr lang="en-US" altLang="zh-TW" sz="2000" b="1" strike="noStrike" spc="-1" dirty="0">
                <a:solidFill>
                  <a:srgbClr val="3F3F3F"/>
                </a:solidFill>
              </a:rPr>
              <a:t>/Library/</a:t>
            </a:r>
            <a:r>
              <a:rPr lang="en-US" altLang="zh-TW" sz="2000" b="1" strike="noStrike" spc="-1" dirty="0" err="1">
                <a:solidFill>
                  <a:srgbClr val="3F3F3F"/>
                </a:solidFill>
              </a:rPr>
              <a:t>SetupUtilityLib</a:t>
            </a:r>
            <a:r>
              <a:rPr lang="en-US" altLang="zh-TW" sz="2000" b="1" strike="noStrike" spc="-1" dirty="0">
                <a:solidFill>
                  <a:srgbClr val="3F3F3F"/>
                </a:solidFill>
              </a:rPr>
              <a:t>/</a:t>
            </a:r>
            <a:r>
              <a:rPr lang="en-US" altLang="zh-TW" sz="2000" b="1" strike="noStrike" spc="-1" dirty="0" err="1">
                <a:solidFill>
                  <a:srgbClr val="3333CC"/>
                </a:solidFill>
              </a:rPr>
              <a:t>SetupUtilityLibString.uni</a:t>
            </a:r>
            <a:endParaRPr lang="en-US" altLang="zh-TW" sz="2000" b="0" strike="noStrike" spc="-1" dirty="0"/>
          </a:p>
        </p:txBody>
      </p:sp>
    </p:spTree>
    <p:extLst>
      <p:ext uri="{BB962C8B-B14F-4D97-AF65-F5344CB8AC3E}">
        <p14:creationId xmlns:p14="http://schemas.microsoft.com/office/powerpoint/2010/main" val="3630763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90139B48-76BD-4A81-B3BA-3D71C201F01F}"/>
              </a:ext>
            </a:extLst>
          </p:cNvPr>
          <p:cNvSpPr>
            <a:spLocks noGrp="1"/>
          </p:cNvSpPr>
          <p:nvPr>
            <p:ph type="sldNum" sz="quarter" idx="12"/>
          </p:nvPr>
        </p:nvSpPr>
        <p:spPr/>
        <p:txBody>
          <a:bodyPr/>
          <a:lstStyle/>
          <a:p>
            <a:fld id="{711F1488-76AD-4E7F-AEC8-BF811B7D74A5}" type="slidenum">
              <a:rPr lang="en-US" smtClean="0"/>
              <a:pPr/>
              <a:t>14</a:t>
            </a:fld>
            <a:endParaRPr lang="en-US"/>
          </a:p>
        </p:txBody>
      </p:sp>
      <p:sp>
        <p:nvSpPr>
          <p:cNvPr id="3" name="標題 2">
            <a:extLst>
              <a:ext uri="{FF2B5EF4-FFF2-40B4-BE49-F238E27FC236}">
                <a16:creationId xmlns:a16="http://schemas.microsoft.com/office/drawing/2014/main" id="{EE95F3EF-3CE3-46F4-BA8B-28F0DB9B9873}"/>
              </a:ext>
            </a:extLst>
          </p:cNvPr>
          <p:cNvSpPr>
            <a:spLocks noGrp="1"/>
          </p:cNvSpPr>
          <p:nvPr>
            <p:ph type="title"/>
          </p:nvPr>
        </p:nvSpPr>
        <p:spPr/>
        <p:txBody>
          <a:bodyPr/>
          <a:lstStyle/>
          <a:p>
            <a:r>
              <a:rPr lang="en-US" altLang="zh-TW" dirty="0"/>
              <a:t>Reserved Word of VAR file</a:t>
            </a:r>
            <a:endParaRPr lang="zh-TW" altLang="en-US" dirty="0"/>
          </a:p>
        </p:txBody>
      </p:sp>
    </p:spTree>
    <p:extLst>
      <p:ext uri="{BB962C8B-B14F-4D97-AF65-F5344CB8AC3E}">
        <p14:creationId xmlns:p14="http://schemas.microsoft.com/office/powerpoint/2010/main" val="4216335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A379D0-175A-4550-B446-E0A267C0730E}"/>
              </a:ext>
            </a:extLst>
          </p:cNvPr>
          <p:cNvSpPr>
            <a:spLocks noGrp="1"/>
          </p:cNvSpPr>
          <p:nvPr>
            <p:ph type="title"/>
          </p:nvPr>
        </p:nvSpPr>
        <p:spPr/>
        <p:txBody>
          <a:bodyPr/>
          <a:lstStyle/>
          <a:p>
            <a:r>
              <a:rPr lang="en-US" altLang="zh-TW" dirty="0" err="1"/>
              <a:t>formset</a:t>
            </a:r>
            <a:r>
              <a:rPr lang="en-US" altLang="zh-TW" dirty="0"/>
              <a:t> / </a:t>
            </a:r>
            <a:r>
              <a:rPr lang="en-US" altLang="zh-TW" dirty="0" err="1"/>
              <a:t>endformset</a:t>
            </a:r>
            <a:endParaRPr lang="zh-TW" altLang="en-US" dirty="0"/>
          </a:p>
        </p:txBody>
      </p:sp>
      <p:sp>
        <p:nvSpPr>
          <p:cNvPr id="3" name="內容版面配置區 2">
            <a:extLst>
              <a:ext uri="{FF2B5EF4-FFF2-40B4-BE49-F238E27FC236}">
                <a16:creationId xmlns:a16="http://schemas.microsoft.com/office/drawing/2014/main" id="{F3CA9447-6D0D-491F-907C-A345A9F5EF74}"/>
              </a:ext>
            </a:extLst>
          </p:cNvPr>
          <p:cNvSpPr>
            <a:spLocks noGrp="1"/>
          </p:cNvSpPr>
          <p:nvPr>
            <p:ph idx="1"/>
          </p:nvPr>
        </p:nvSpPr>
        <p:spPr/>
        <p:txBody>
          <a:bodyPr>
            <a:normAutofit/>
          </a:bodyPr>
          <a:lstStyle/>
          <a:p>
            <a:pPr lvl="1" indent="-227880">
              <a:spcBef>
                <a:spcPts val="1400"/>
              </a:spcBef>
              <a:buClr>
                <a:srgbClr val="262626"/>
              </a:buClr>
              <a:buFont typeface="Arial"/>
              <a:buChar char="•"/>
            </a:pPr>
            <a:r>
              <a:rPr lang="en-US" altLang="zh-TW" sz="2800" b="0" strike="noStrike" spc="-1" dirty="0">
                <a:solidFill>
                  <a:srgbClr val="262626"/>
                </a:solidFill>
                <a:ea typeface="新細明體"/>
              </a:rPr>
              <a:t>This command is used to define the beginning and end of a set of forms.</a:t>
            </a:r>
            <a:endParaRPr lang="en-US" altLang="zh-TW" sz="2800" b="0" strike="noStrike" spc="-1" dirty="0"/>
          </a:p>
        </p:txBody>
      </p:sp>
      <p:sp>
        <p:nvSpPr>
          <p:cNvPr id="5" name="CustomShape 3">
            <a:extLst>
              <a:ext uri="{FF2B5EF4-FFF2-40B4-BE49-F238E27FC236}">
                <a16:creationId xmlns:a16="http://schemas.microsoft.com/office/drawing/2014/main" id="{1342547A-F06B-43EA-9EDB-98EEA57F614C}"/>
              </a:ext>
            </a:extLst>
          </p:cNvPr>
          <p:cNvSpPr/>
          <p:nvPr/>
        </p:nvSpPr>
        <p:spPr>
          <a:xfrm>
            <a:off x="2250000" y="2296800"/>
            <a:ext cx="7691040" cy="344412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000" b="0" strike="noStrike" spc="-1" dirty="0">
                <a:solidFill>
                  <a:srgbClr val="008000"/>
                </a:solidFill>
                <a:latin typeface="Calibri"/>
                <a:ea typeface="DejaVu Sans"/>
              </a:rPr>
              <a:t>#define</a:t>
            </a:r>
            <a:r>
              <a:rPr lang="en-US" sz="2000" b="0" strike="noStrike" spc="-1" dirty="0">
                <a:solidFill>
                  <a:srgbClr val="262626"/>
                </a:solidFill>
                <a:latin typeface="Calibri"/>
                <a:ea typeface="DejaVu Sans"/>
              </a:rPr>
              <a:t> </a:t>
            </a:r>
            <a:r>
              <a:rPr lang="en-US" sz="2000" b="0" strike="noStrike" spc="-1" dirty="0">
                <a:solidFill>
                  <a:srgbClr val="000099"/>
                </a:solidFill>
                <a:latin typeface="Calibri"/>
                <a:ea typeface="DejaVu Sans"/>
              </a:rPr>
              <a:t>SYSTEM_CONFIGURATION_GUID</a:t>
            </a:r>
            <a:r>
              <a:rPr lang="en-US" sz="2000" b="0" strike="noStrike" spc="-1" dirty="0">
                <a:solidFill>
                  <a:srgbClr val="262626"/>
                </a:solidFill>
                <a:latin typeface="Calibri"/>
                <a:ea typeface="DejaVu Sans"/>
              </a:rPr>
              <a:t> {</a:t>
            </a:r>
            <a:r>
              <a:rPr lang="en-US" sz="2000" b="0" strike="noStrike" spc="-1" dirty="0">
                <a:solidFill>
                  <a:srgbClr val="FF0000"/>
                </a:solidFill>
                <a:latin typeface="Calibri"/>
                <a:ea typeface="DejaVu Sans"/>
              </a:rPr>
              <a:t>0xA04A27f4, 0xDF00, 0x4D42, 0xB5, 0x52, 0x39, 0x51, 0x13, 0x02, 0x11, 0x3D</a:t>
            </a:r>
            <a:r>
              <a:rPr lang="en-US" sz="2000" b="0" strike="noStrike" spc="-1" dirty="0">
                <a:solidFill>
                  <a:srgbClr val="262626"/>
                </a:solidFill>
                <a:latin typeface="Calibri"/>
                <a:ea typeface="DejaVu Sans"/>
              </a:rPr>
              <a:t>}</a:t>
            </a:r>
            <a:endParaRPr lang="en-US" sz="2000" b="0" strike="noStrike" spc="-1" dirty="0">
              <a:latin typeface="Arial"/>
            </a:endParaRPr>
          </a:p>
          <a:p>
            <a:pPr>
              <a:lnSpc>
                <a:spcPct val="100000"/>
              </a:lnSpc>
            </a:pPr>
            <a:endParaRPr lang="en-US" sz="2000" b="0" strike="noStrike" spc="-1" dirty="0">
              <a:latin typeface="Arial"/>
            </a:endParaRPr>
          </a:p>
          <a:p>
            <a:pPr>
              <a:lnSpc>
                <a:spcPct val="100000"/>
              </a:lnSpc>
            </a:pPr>
            <a:r>
              <a:rPr lang="en-US" sz="2000" b="0" strike="noStrike" spc="-1" dirty="0" err="1">
                <a:solidFill>
                  <a:srgbClr val="3F3F3F"/>
                </a:solidFill>
                <a:latin typeface="Calibri"/>
                <a:ea typeface="DejaVu Sans"/>
              </a:rPr>
              <a:t>formset</a:t>
            </a:r>
            <a:endParaRPr lang="en-US" sz="2000" b="0" strike="noStrike" spc="-1" dirty="0">
              <a:latin typeface="Arial"/>
            </a:endParaRPr>
          </a:p>
          <a:p>
            <a:pPr>
              <a:lnSpc>
                <a:spcPct val="100000"/>
              </a:lnSpc>
            </a:pPr>
            <a:r>
              <a:rPr lang="en-US" sz="2000" b="0" strike="noStrike" spc="-1" dirty="0">
                <a:solidFill>
                  <a:srgbClr val="3F3F3F"/>
                </a:solidFill>
                <a:latin typeface="Calibri"/>
                <a:ea typeface="DejaVu Sans"/>
              </a:rPr>
              <a:t>    </a:t>
            </a:r>
            <a:r>
              <a:rPr lang="en-US" sz="2000" b="0" strike="noStrike" spc="-1" dirty="0" err="1">
                <a:solidFill>
                  <a:srgbClr val="3F3F3F"/>
                </a:solidFill>
                <a:latin typeface="Calibri"/>
                <a:ea typeface="DejaVu Sans"/>
              </a:rPr>
              <a:t>guid</a:t>
            </a:r>
            <a:r>
              <a:rPr lang="en-US" sz="2000" b="0" strike="noStrike" spc="-1" dirty="0">
                <a:solidFill>
                  <a:srgbClr val="3F3F3F"/>
                </a:solidFill>
                <a:latin typeface="Calibri"/>
                <a:ea typeface="DejaVu Sans"/>
              </a:rPr>
              <a:t>        = SYSTEM_CONFIGURATION_GUID,</a:t>
            </a:r>
            <a:endParaRPr lang="en-US" sz="2000" b="0" strike="noStrike" spc="-1" dirty="0">
              <a:latin typeface="Arial"/>
            </a:endParaRPr>
          </a:p>
          <a:p>
            <a:pPr>
              <a:lnSpc>
                <a:spcPct val="100000"/>
              </a:lnSpc>
            </a:pPr>
            <a:r>
              <a:rPr lang="en-US" sz="2000" b="0" strike="noStrike" spc="-1" dirty="0">
                <a:solidFill>
                  <a:srgbClr val="3F3F3F"/>
                </a:solidFill>
                <a:latin typeface="Calibri"/>
                <a:ea typeface="DejaVu Sans"/>
              </a:rPr>
              <a:t>    title         = STRING_TOKEN(STR_MAIN_TITLE),</a:t>
            </a:r>
            <a:endParaRPr lang="en-US" sz="2000" b="0" strike="noStrike" spc="-1" dirty="0">
              <a:latin typeface="Arial"/>
            </a:endParaRPr>
          </a:p>
          <a:p>
            <a:pPr>
              <a:lnSpc>
                <a:spcPct val="100000"/>
              </a:lnSpc>
            </a:pPr>
            <a:r>
              <a:rPr lang="en-US" sz="2000" b="0" strike="noStrike" spc="-1" dirty="0">
                <a:solidFill>
                  <a:srgbClr val="3F3F3F"/>
                </a:solidFill>
                <a:latin typeface="Calibri"/>
                <a:ea typeface="DejaVu Sans"/>
              </a:rPr>
              <a:t>    help        = STRING_TOKEN(STR_BLANK_STRING),</a:t>
            </a:r>
            <a:endParaRPr lang="en-US" sz="2000" b="0" strike="noStrike" spc="-1" dirty="0">
              <a:latin typeface="Arial"/>
            </a:endParaRPr>
          </a:p>
          <a:p>
            <a:pPr>
              <a:lnSpc>
                <a:spcPct val="100000"/>
              </a:lnSpc>
            </a:pPr>
            <a:r>
              <a:rPr lang="en-US" sz="2000" b="0" strike="noStrike" spc="-1" dirty="0">
                <a:solidFill>
                  <a:srgbClr val="3F3F3F"/>
                </a:solidFill>
                <a:latin typeface="Calibri"/>
                <a:ea typeface="DejaVu Sans"/>
              </a:rPr>
              <a:t>    class       = SETUP_UTILITY_CLASS,</a:t>
            </a:r>
            <a:endParaRPr lang="en-US" sz="2000" b="0" strike="noStrike" spc="-1" dirty="0">
              <a:latin typeface="Arial"/>
            </a:endParaRPr>
          </a:p>
          <a:p>
            <a:pPr>
              <a:lnSpc>
                <a:spcPct val="100000"/>
              </a:lnSpc>
            </a:pPr>
            <a:r>
              <a:rPr lang="en-US" sz="2000" b="0" strike="noStrike" spc="-1" dirty="0">
                <a:solidFill>
                  <a:srgbClr val="3F3F3F"/>
                </a:solidFill>
                <a:latin typeface="Calibri"/>
                <a:ea typeface="DejaVu Sans"/>
              </a:rPr>
              <a:t>    subclass = SETUP_UTILITY_SUBCLASS,</a:t>
            </a:r>
            <a:endParaRPr lang="en-US" sz="2000" b="0" strike="noStrike" spc="-1" dirty="0">
              <a:latin typeface="Arial"/>
            </a:endParaRPr>
          </a:p>
          <a:p>
            <a:pPr>
              <a:lnSpc>
                <a:spcPct val="100000"/>
              </a:lnSpc>
            </a:pPr>
            <a:r>
              <a:rPr lang="en-US" sz="2000" b="0" i="1" strike="noStrike" spc="-1" dirty="0">
                <a:solidFill>
                  <a:srgbClr val="EE6F31"/>
                </a:solidFill>
                <a:latin typeface="Calibri"/>
                <a:ea typeface="DejaVu Sans"/>
              </a:rPr>
              <a:t>    </a:t>
            </a:r>
            <a:r>
              <a:rPr lang="en-US" sz="2000" b="0" i="1" strike="noStrike" spc="-1" dirty="0">
                <a:solidFill>
                  <a:srgbClr val="3F3F3F"/>
                </a:solidFill>
                <a:latin typeface="Calibri"/>
                <a:ea typeface="DejaVu Sans"/>
              </a:rPr>
              <a:t>…</a:t>
            </a:r>
            <a:endParaRPr lang="en-US" sz="2000" b="0" strike="noStrike" spc="-1" dirty="0">
              <a:latin typeface="Arial"/>
            </a:endParaRPr>
          </a:p>
          <a:p>
            <a:pPr>
              <a:lnSpc>
                <a:spcPct val="100000"/>
              </a:lnSpc>
            </a:pPr>
            <a:r>
              <a:rPr lang="en-US" sz="2000" b="0" strike="noStrike" spc="-1" dirty="0" err="1">
                <a:solidFill>
                  <a:srgbClr val="3F3F3F"/>
                </a:solidFill>
                <a:latin typeface="Calibri"/>
                <a:ea typeface="DejaVu Sans"/>
              </a:rPr>
              <a:t>endformset</a:t>
            </a:r>
            <a:r>
              <a:rPr lang="en-US" sz="2000" b="0" strike="noStrike" spc="-1" dirty="0">
                <a:solidFill>
                  <a:srgbClr val="3F3F3F"/>
                </a:solidFill>
                <a:latin typeface="Calibri"/>
                <a:ea typeface="DejaVu Sans"/>
              </a:rPr>
              <a:t>;</a:t>
            </a:r>
            <a:endParaRPr lang="en-US" sz="2000" b="0" strike="noStrike" spc="-1" dirty="0">
              <a:latin typeface="Arial"/>
            </a:endParaRPr>
          </a:p>
        </p:txBody>
      </p:sp>
    </p:spTree>
    <p:extLst>
      <p:ext uri="{BB962C8B-B14F-4D97-AF65-F5344CB8AC3E}">
        <p14:creationId xmlns:p14="http://schemas.microsoft.com/office/powerpoint/2010/main" val="2324482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A379D0-175A-4550-B446-E0A267C0730E}"/>
              </a:ext>
            </a:extLst>
          </p:cNvPr>
          <p:cNvSpPr>
            <a:spLocks noGrp="1"/>
          </p:cNvSpPr>
          <p:nvPr>
            <p:ph type="title"/>
          </p:nvPr>
        </p:nvSpPr>
        <p:spPr/>
        <p:txBody>
          <a:bodyPr/>
          <a:lstStyle/>
          <a:p>
            <a:r>
              <a:rPr lang="en-US" altLang="zh-TW" dirty="0"/>
              <a:t>form / </a:t>
            </a:r>
            <a:r>
              <a:rPr lang="en-US" altLang="zh-TW" dirty="0" err="1"/>
              <a:t>endform</a:t>
            </a:r>
            <a:endParaRPr lang="zh-TW" altLang="en-US" dirty="0"/>
          </a:p>
        </p:txBody>
      </p:sp>
      <p:sp>
        <p:nvSpPr>
          <p:cNvPr id="3" name="內容版面配置區 2">
            <a:extLst>
              <a:ext uri="{FF2B5EF4-FFF2-40B4-BE49-F238E27FC236}">
                <a16:creationId xmlns:a16="http://schemas.microsoft.com/office/drawing/2014/main" id="{F3CA9447-6D0D-491F-907C-A345A9F5EF74}"/>
              </a:ext>
            </a:extLst>
          </p:cNvPr>
          <p:cNvSpPr>
            <a:spLocks noGrp="1"/>
          </p:cNvSpPr>
          <p:nvPr>
            <p:ph idx="1"/>
          </p:nvPr>
        </p:nvSpPr>
        <p:spPr/>
        <p:txBody>
          <a:bodyPr>
            <a:normAutofit/>
          </a:bodyPr>
          <a:lstStyle/>
          <a:p>
            <a:pPr lvl="1" indent="-227880">
              <a:spcBef>
                <a:spcPts val="1400"/>
              </a:spcBef>
              <a:buClr>
                <a:srgbClr val="262626"/>
              </a:buClr>
              <a:buFont typeface="Arial"/>
              <a:buChar char="•"/>
            </a:pPr>
            <a:r>
              <a:rPr lang="en-US" altLang="zh-TW" sz="2800" b="0" strike="noStrike" spc="-1" dirty="0">
                <a:solidFill>
                  <a:srgbClr val="262626"/>
                </a:solidFill>
                <a:ea typeface="新細明體"/>
              </a:rPr>
              <a:t>This command is used to define  the beginning and end of a page of user interface data.</a:t>
            </a:r>
            <a:endParaRPr lang="en-US" altLang="zh-TW" sz="2800" b="0" strike="noStrike" spc="-1" dirty="0"/>
          </a:p>
        </p:txBody>
      </p:sp>
      <p:sp>
        <p:nvSpPr>
          <p:cNvPr id="4" name="CustomShape 3">
            <a:extLst>
              <a:ext uri="{FF2B5EF4-FFF2-40B4-BE49-F238E27FC236}">
                <a16:creationId xmlns:a16="http://schemas.microsoft.com/office/drawing/2014/main" id="{2B81AB62-6363-444D-B37C-161E90D0E9BB}"/>
              </a:ext>
            </a:extLst>
          </p:cNvPr>
          <p:cNvSpPr/>
          <p:nvPr/>
        </p:nvSpPr>
        <p:spPr>
          <a:xfrm>
            <a:off x="2567880" y="2266920"/>
            <a:ext cx="7055640" cy="161460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000" b="0" strike="noStrike" spc="-1">
                <a:solidFill>
                  <a:srgbClr val="262626"/>
                </a:solidFill>
                <a:latin typeface="Calibri"/>
                <a:ea typeface="DejaVu Sans"/>
              </a:rPr>
              <a:t>form</a:t>
            </a:r>
            <a:endParaRPr lang="en-US" sz="2000" b="0" strike="noStrike" spc="-1">
              <a:latin typeface="Arial"/>
            </a:endParaRPr>
          </a:p>
          <a:p>
            <a:pPr>
              <a:lnSpc>
                <a:spcPct val="100000"/>
              </a:lnSpc>
            </a:pPr>
            <a:r>
              <a:rPr lang="en-US" sz="2000" b="0" strike="noStrike" spc="-1">
                <a:solidFill>
                  <a:srgbClr val="262626"/>
                </a:solidFill>
                <a:latin typeface="Calibri"/>
                <a:ea typeface="DejaVu Sans"/>
              </a:rPr>
              <a:t>    formid = ROOT_FORM_ID,</a:t>
            </a:r>
            <a:endParaRPr lang="en-US" sz="2000" b="0" strike="noStrike" spc="-1">
              <a:latin typeface="Arial"/>
            </a:endParaRPr>
          </a:p>
          <a:p>
            <a:pPr>
              <a:lnSpc>
                <a:spcPct val="100000"/>
              </a:lnSpc>
            </a:pPr>
            <a:r>
              <a:rPr lang="en-US" sz="2000" b="0" strike="noStrike" spc="-1">
                <a:solidFill>
                  <a:srgbClr val="262626"/>
                </a:solidFill>
                <a:latin typeface="Calibri"/>
                <a:ea typeface="DejaVu Sans"/>
              </a:rPr>
              <a:t>    title = STRING_TOKEN(STR_MAIN_TITLE);</a:t>
            </a:r>
            <a:endParaRPr lang="en-US" sz="2000" b="0" strike="noStrike" spc="-1">
              <a:latin typeface="Arial"/>
            </a:endParaRPr>
          </a:p>
          <a:p>
            <a:pPr>
              <a:lnSpc>
                <a:spcPct val="100000"/>
              </a:lnSpc>
            </a:pPr>
            <a:r>
              <a:rPr lang="en-US" sz="2000" b="0" i="1" strike="noStrike" spc="-1">
                <a:solidFill>
                  <a:srgbClr val="262626"/>
                </a:solidFill>
                <a:latin typeface="Calibri"/>
                <a:ea typeface="DejaVu Sans"/>
              </a:rPr>
              <a:t>    …</a:t>
            </a:r>
            <a:endParaRPr lang="en-US" sz="2000" b="0" strike="noStrike" spc="-1">
              <a:latin typeface="Arial"/>
            </a:endParaRPr>
          </a:p>
          <a:p>
            <a:pPr>
              <a:lnSpc>
                <a:spcPct val="100000"/>
              </a:lnSpc>
            </a:pPr>
            <a:r>
              <a:rPr lang="en-US" sz="2000" b="0" strike="noStrike" spc="-1">
                <a:solidFill>
                  <a:srgbClr val="262626"/>
                </a:solidFill>
                <a:latin typeface="Calibri"/>
                <a:ea typeface="DejaVu Sans"/>
              </a:rPr>
              <a:t>endform;</a:t>
            </a:r>
            <a:endParaRPr lang="en-US" sz="2000" b="0" strike="noStrike" spc="-1">
              <a:latin typeface="Arial"/>
            </a:endParaRPr>
          </a:p>
        </p:txBody>
      </p:sp>
    </p:spTree>
    <p:extLst>
      <p:ext uri="{BB962C8B-B14F-4D97-AF65-F5344CB8AC3E}">
        <p14:creationId xmlns:p14="http://schemas.microsoft.com/office/powerpoint/2010/main" val="3658830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A379D0-175A-4550-B446-E0A267C0730E}"/>
              </a:ext>
            </a:extLst>
          </p:cNvPr>
          <p:cNvSpPr>
            <a:spLocks noGrp="1"/>
          </p:cNvSpPr>
          <p:nvPr>
            <p:ph type="title"/>
          </p:nvPr>
        </p:nvSpPr>
        <p:spPr/>
        <p:txBody>
          <a:bodyPr/>
          <a:lstStyle/>
          <a:p>
            <a:r>
              <a:rPr lang="en-US" altLang="zh-TW" sz="4000" b="1" strike="noStrike" spc="-1" dirty="0">
                <a:solidFill>
                  <a:srgbClr val="000000"/>
                </a:solidFill>
              </a:rPr>
              <a:t>Illustration</a:t>
            </a:r>
            <a:endParaRPr lang="zh-TW" altLang="en-US" dirty="0"/>
          </a:p>
        </p:txBody>
      </p:sp>
      <p:pic>
        <p:nvPicPr>
          <p:cNvPr id="8" name="Picture 3">
            <a:extLst>
              <a:ext uri="{FF2B5EF4-FFF2-40B4-BE49-F238E27FC236}">
                <a16:creationId xmlns:a16="http://schemas.microsoft.com/office/drawing/2014/main" id="{F469E0AE-7161-47DF-A9CA-0174327CFF4B}"/>
              </a:ext>
            </a:extLst>
          </p:cNvPr>
          <p:cNvPicPr/>
          <p:nvPr/>
        </p:nvPicPr>
        <p:blipFill>
          <a:blip r:embed="rId2"/>
          <a:stretch/>
        </p:blipFill>
        <p:spPr>
          <a:xfrm>
            <a:off x="2294640" y="1412280"/>
            <a:ext cx="7963200" cy="4973760"/>
          </a:xfrm>
          <a:prstGeom prst="rect">
            <a:avLst/>
          </a:prstGeom>
          <a:ln w="9360">
            <a:noFill/>
          </a:ln>
        </p:spPr>
      </p:pic>
    </p:spTree>
    <p:extLst>
      <p:ext uri="{BB962C8B-B14F-4D97-AF65-F5344CB8AC3E}">
        <p14:creationId xmlns:p14="http://schemas.microsoft.com/office/powerpoint/2010/main" val="1341145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EC0E3E-E7B9-4078-B403-1A06F89EDFAC}"/>
              </a:ext>
            </a:extLst>
          </p:cNvPr>
          <p:cNvSpPr>
            <a:spLocks noGrp="1"/>
          </p:cNvSpPr>
          <p:nvPr>
            <p:ph type="title"/>
          </p:nvPr>
        </p:nvSpPr>
        <p:spPr/>
        <p:txBody>
          <a:bodyPr/>
          <a:lstStyle/>
          <a:p>
            <a:r>
              <a:rPr lang="en-US" altLang="zh-TW" dirty="0"/>
              <a:t>subtitle</a:t>
            </a:r>
            <a:endParaRPr lang="zh-TW" altLang="en-US" dirty="0"/>
          </a:p>
        </p:txBody>
      </p:sp>
      <p:sp>
        <p:nvSpPr>
          <p:cNvPr id="3" name="內容版面配置區 2">
            <a:extLst>
              <a:ext uri="{FF2B5EF4-FFF2-40B4-BE49-F238E27FC236}">
                <a16:creationId xmlns:a16="http://schemas.microsoft.com/office/drawing/2014/main" id="{3E1CC44F-DA75-4E92-9A13-E179A6B4AF41}"/>
              </a:ext>
            </a:extLst>
          </p:cNvPr>
          <p:cNvSpPr>
            <a:spLocks noGrp="1"/>
          </p:cNvSpPr>
          <p:nvPr>
            <p:ph idx="1"/>
          </p:nvPr>
        </p:nvSpPr>
        <p:spPr/>
        <p:txBody>
          <a:bodyPr>
            <a:normAutofit/>
          </a:bodyPr>
          <a:lstStyle/>
          <a:p>
            <a:pPr lvl="1" indent="-227880">
              <a:spcBef>
                <a:spcPts val="1400"/>
              </a:spcBef>
              <a:buClr>
                <a:srgbClr val="262626"/>
              </a:buClr>
              <a:buFont typeface="Arial"/>
              <a:buChar char="•"/>
            </a:pPr>
            <a:r>
              <a:rPr lang="en-US" altLang="zh-TW" sz="2800" spc="-1" dirty="0">
                <a:solidFill>
                  <a:srgbClr val="262626"/>
                </a:solidFill>
                <a:ea typeface="新細明體"/>
              </a:rPr>
              <a:t>Subtitle strings are intended to be used by authors to separate sections of questions into semantic groups</a:t>
            </a:r>
          </a:p>
        </p:txBody>
      </p:sp>
      <p:grpSp>
        <p:nvGrpSpPr>
          <p:cNvPr id="6" name="Group 3">
            <a:extLst>
              <a:ext uri="{FF2B5EF4-FFF2-40B4-BE49-F238E27FC236}">
                <a16:creationId xmlns:a16="http://schemas.microsoft.com/office/drawing/2014/main" id="{9AC1786A-770E-4C68-9443-24D6E6CFA443}"/>
              </a:ext>
            </a:extLst>
          </p:cNvPr>
          <p:cNvGrpSpPr/>
          <p:nvPr/>
        </p:nvGrpSpPr>
        <p:grpSpPr>
          <a:xfrm>
            <a:off x="1866960" y="2568600"/>
            <a:ext cx="8457480" cy="2890080"/>
            <a:chOff x="1866960" y="2568600"/>
            <a:chExt cx="8457480" cy="2890080"/>
          </a:xfrm>
        </p:grpSpPr>
        <p:sp>
          <p:nvSpPr>
            <p:cNvPr id="7" name="CustomShape 4">
              <a:extLst>
                <a:ext uri="{FF2B5EF4-FFF2-40B4-BE49-F238E27FC236}">
                  <a16:creationId xmlns:a16="http://schemas.microsoft.com/office/drawing/2014/main" id="{490AA898-0D4E-4065-B00D-351C6CC489B8}"/>
                </a:ext>
              </a:extLst>
            </p:cNvPr>
            <p:cNvSpPr/>
            <p:nvPr/>
          </p:nvSpPr>
          <p:spPr>
            <a:xfrm>
              <a:off x="2476440" y="3178440"/>
              <a:ext cx="7055640" cy="36432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262626"/>
                  </a:solidFill>
                  <a:latin typeface="Calibri"/>
                  <a:ea typeface="DejaVu Sans"/>
                </a:rPr>
                <a:t>subtitle text = STRING_TOKEN(STR_BLANK_STRING);</a:t>
              </a:r>
              <a:endParaRPr lang="en-US" sz="1800" b="0" strike="noStrike" spc="-1">
                <a:latin typeface="Arial"/>
              </a:endParaRPr>
            </a:p>
          </p:txBody>
        </p:sp>
        <p:sp>
          <p:nvSpPr>
            <p:cNvPr id="8" name="CustomShape 5">
              <a:extLst>
                <a:ext uri="{FF2B5EF4-FFF2-40B4-BE49-F238E27FC236}">
                  <a16:creationId xmlns:a16="http://schemas.microsoft.com/office/drawing/2014/main" id="{5BAAC57E-FF62-4078-8169-DC1234BFEDBE}"/>
                </a:ext>
              </a:extLst>
            </p:cNvPr>
            <p:cNvSpPr/>
            <p:nvPr/>
          </p:nvSpPr>
          <p:spPr>
            <a:xfrm>
              <a:off x="2476440" y="2568600"/>
              <a:ext cx="7055640" cy="36432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262626"/>
                  </a:solidFill>
                  <a:latin typeface="Calibri"/>
                  <a:ea typeface="DejaVu Sans"/>
                </a:rPr>
                <a:t>subtitle text = STRING_TOKEN(STR_PERIP_CONFIG_STRING);</a:t>
              </a:r>
              <a:endParaRPr lang="en-US" sz="1800" b="0" strike="noStrike" spc="-1">
                <a:latin typeface="Arial"/>
              </a:endParaRPr>
            </a:p>
          </p:txBody>
        </p:sp>
        <p:sp>
          <p:nvSpPr>
            <p:cNvPr id="9" name="CustomShape 6">
              <a:extLst>
                <a:ext uri="{FF2B5EF4-FFF2-40B4-BE49-F238E27FC236}">
                  <a16:creationId xmlns:a16="http://schemas.microsoft.com/office/drawing/2014/main" id="{B2F19AEE-7343-4EC1-98E2-F2DFA637C2D8}"/>
                </a:ext>
              </a:extLst>
            </p:cNvPr>
            <p:cNvSpPr/>
            <p:nvPr/>
          </p:nvSpPr>
          <p:spPr>
            <a:xfrm flipH="1">
              <a:off x="8381160" y="3367080"/>
              <a:ext cx="1150200" cy="567720"/>
            </a:xfrm>
            <a:prstGeom prst="bentConnector4">
              <a:avLst>
                <a:gd name="adj1" fmla="val -19722"/>
                <a:gd name="adj2" fmla="val 66199"/>
              </a:avLst>
            </a:prstGeom>
            <a:noFill/>
            <a:ln w="9360">
              <a:solidFill>
                <a:schemeClr val="tx1"/>
              </a:solidFill>
              <a:miter/>
              <a:tailEnd type="triangle" w="med" len="med"/>
            </a:ln>
          </p:spPr>
          <p:style>
            <a:lnRef idx="0">
              <a:scrgbClr r="0" g="0" b="0"/>
            </a:lnRef>
            <a:fillRef idx="0">
              <a:scrgbClr r="0" g="0" b="0"/>
            </a:fillRef>
            <a:effectRef idx="0">
              <a:scrgbClr r="0" g="0" b="0"/>
            </a:effectRef>
            <a:fontRef idx="minor"/>
          </p:style>
        </p:sp>
        <p:sp>
          <p:nvSpPr>
            <p:cNvPr id="10" name="CustomShape 7">
              <a:extLst>
                <a:ext uri="{FF2B5EF4-FFF2-40B4-BE49-F238E27FC236}">
                  <a16:creationId xmlns:a16="http://schemas.microsoft.com/office/drawing/2014/main" id="{EF6E9440-B0F4-495E-80E6-9F9A10FCF85A}"/>
                </a:ext>
              </a:extLst>
            </p:cNvPr>
            <p:cNvSpPr/>
            <p:nvPr/>
          </p:nvSpPr>
          <p:spPr>
            <a:xfrm rot="10800000" flipH="1" flipV="1">
              <a:off x="2476980" y="2747881"/>
              <a:ext cx="1561320" cy="1177200"/>
            </a:xfrm>
            <a:prstGeom prst="bentConnector4">
              <a:avLst>
                <a:gd name="adj1" fmla="val -14634"/>
                <a:gd name="adj2" fmla="val 82611"/>
              </a:avLst>
            </a:prstGeom>
            <a:noFill/>
            <a:ln w="9360">
              <a:solidFill>
                <a:schemeClr val="tx1"/>
              </a:solidFill>
              <a:miter/>
              <a:tailEnd type="triangle" w="med" len="med"/>
            </a:ln>
          </p:spPr>
          <p:style>
            <a:lnRef idx="0">
              <a:scrgbClr r="0" g="0" b="0"/>
            </a:lnRef>
            <a:fillRef idx="0">
              <a:scrgbClr r="0" g="0" b="0"/>
            </a:fillRef>
            <a:effectRef idx="0">
              <a:scrgbClr r="0" g="0" b="0"/>
            </a:effectRef>
            <a:fontRef idx="minor"/>
          </p:style>
        </p:sp>
        <p:grpSp>
          <p:nvGrpSpPr>
            <p:cNvPr id="11" name="Group 8">
              <a:extLst>
                <a:ext uri="{FF2B5EF4-FFF2-40B4-BE49-F238E27FC236}">
                  <a16:creationId xmlns:a16="http://schemas.microsoft.com/office/drawing/2014/main" id="{BC0BAA9E-2725-4025-9174-325254F9CD6A}"/>
                </a:ext>
              </a:extLst>
            </p:cNvPr>
            <p:cNvGrpSpPr/>
            <p:nvPr/>
          </p:nvGrpSpPr>
          <p:grpSpPr>
            <a:xfrm>
              <a:off x="1866960" y="3935520"/>
              <a:ext cx="4342680" cy="1523160"/>
              <a:chOff x="1866960" y="3935520"/>
              <a:chExt cx="4342680" cy="1523160"/>
            </a:xfrm>
          </p:grpSpPr>
          <p:pic>
            <p:nvPicPr>
              <p:cNvPr id="15" name="Picture 20">
                <a:extLst>
                  <a:ext uri="{FF2B5EF4-FFF2-40B4-BE49-F238E27FC236}">
                    <a16:creationId xmlns:a16="http://schemas.microsoft.com/office/drawing/2014/main" id="{484785CC-8728-4E2F-8DFF-746EF6996D71}"/>
                  </a:ext>
                </a:extLst>
              </p:cNvPr>
              <p:cNvPicPr/>
              <p:nvPr/>
            </p:nvPicPr>
            <p:blipFill>
              <a:blip r:embed="rId2"/>
              <a:stretch/>
            </p:blipFill>
            <p:spPr>
              <a:xfrm>
                <a:off x="1866960" y="3935520"/>
                <a:ext cx="4342680" cy="1523160"/>
              </a:xfrm>
              <a:prstGeom prst="rect">
                <a:avLst/>
              </a:prstGeom>
              <a:ln w="9360">
                <a:noFill/>
              </a:ln>
            </p:spPr>
          </p:pic>
          <p:sp>
            <p:nvSpPr>
              <p:cNvPr id="16" name="CustomShape 9">
                <a:extLst>
                  <a:ext uri="{FF2B5EF4-FFF2-40B4-BE49-F238E27FC236}">
                    <a16:creationId xmlns:a16="http://schemas.microsoft.com/office/drawing/2014/main" id="{90D5D95A-6788-42BC-8972-E89EBDE3F940}"/>
                  </a:ext>
                </a:extLst>
              </p:cNvPr>
              <p:cNvSpPr/>
              <p:nvPr/>
            </p:nvSpPr>
            <p:spPr>
              <a:xfrm>
                <a:off x="1906560" y="4579920"/>
                <a:ext cx="2208960" cy="304200"/>
              </a:xfrm>
              <a:prstGeom prst="rect">
                <a:avLst/>
              </a:prstGeom>
              <a:noFill/>
              <a:ln w="25560">
                <a:solidFill>
                  <a:srgbClr val="FF0000"/>
                </a:solidFill>
                <a:miter/>
              </a:ln>
            </p:spPr>
            <p:style>
              <a:lnRef idx="0">
                <a:scrgbClr r="0" g="0" b="0"/>
              </a:lnRef>
              <a:fillRef idx="0">
                <a:scrgbClr r="0" g="0" b="0"/>
              </a:fillRef>
              <a:effectRef idx="0">
                <a:scrgbClr r="0" g="0" b="0"/>
              </a:effectRef>
              <a:fontRef idx="minor"/>
            </p:style>
          </p:sp>
        </p:grpSp>
        <p:grpSp>
          <p:nvGrpSpPr>
            <p:cNvPr id="12" name="Group 10">
              <a:extLst>
                <a:ext uri="{FF2B5EF4-FFF2-40B4-BE49-F238E27FC236}">
                  <a16:creationId xmlns:a16="http://schemas.microsoft.com/office/drawing/2014/main" id="{D561D256-352B-447A-8DB2-97228BCE7306}"/>
                </a:ext>
              </a:extLst>
            </p:cNvPr>
            <p:cNvGrpSpPr/>
            <p:nvPr/>
          </p:nvGrpSpPr>
          <p:grpSpPr>
            <a:xfrm>
              <a:off x="6438960" y="3935520"/>
              <a:ext cx="3885480" cy="1523160"/>
              <a:chOff x="6438960" y="3935520"/>
              <a:chExt cx="3885480" cy="1523160"/>
            </a:xfrm>
          </p:grpSpPr>
          <p:pic>
            <p:nvPicPr>
              <p:cNvPr id="13" name="Picture 17">
                <a:extLst>
                  <a:ext uri="{FF2B5EF4-FFF2-40B4-BE49-F238E27FC236}">
                    <a16:creationId xmlns:a16="http://schemas.microsoft.com/office/drawing/2014/main" id="{D2D87257-161D-468E-B778-148404E6FF11}"/>
                  </a:ext>
                </a:extLst>
              </p:cNvPr>
              <p:cNvPicPr/>
              <p:nvPr/>
            </p:nvPicPr>
            <p:blipFill>
              <a:blip r:embed="rId3"/>
              <a:stretch/>
            </p:blipFill>
            <p:spPr>
              <a:xfrm>
                <a:off x="6438960" y="3935520"/>
                <a:ext cx="3885480" cy="1523160"/>
              </a:xfrm>
              <a:prstGeom prst="rect">
                <a:avLst/>
              </a:prstGeom>
              <a:ln w="9360">
                <a:noFill/>
              </a:ln>
            </p:spPr>
          </p:pic>
          <p:sp>
            <p:nvSpPr>
              <p:cNvPr id="14" name="CustomShape 11">
                <a:extLst>
                  <a:ext uri="{FF2B5EF4-FFF2-40B4-BE49-F238E27FC236}">
                    <a16:creationId xmlns:a16="http://schemas.microsoft.com/office/drawing/2014/main" id="{6207FD4B-2D3E-4F97-B929-FA34FEC232B3}"/>
                  </a:ext>
                </a:extLst>
              </p:cNvPr>
              <p:cNvSpPr/>
              <p:nvPr/>
            </p:nvSpPr>
            <p:spPr>
              <a:xfrm>
                <a:off x="6514920" y="4508640"/>
                <a:ext cx="2208960" cy="304200"/>
              </a:xfrm>
              <a:prstGeom prst="rect">
                <a:avLst/>
              </a:prstGeom>
              <a:noFill/>
              <a:ln w="25560">
                <a:solidFill>
                  <a:srgbClr val="FF0000"/>
                </a:solidFill>
                <a:miter/>
              </a:ln>
            </p:spPr>
            <p:style>
              <a:lnRef idx="0">
                <a:scrgbClr r="0" g="0" b="0"/>
              </a:lnRef>
              <a:fillRef idx="0">
                <a:scrgbClr r="0" g="0" b="0"/>
              </a:fillRef>
              <a:effectRef idx="0">
                <a:scrgbClr r="0" g="0" b="0"/>
              </a:effectRef>
              <a:fontRef idx="minor"/>
            </p:style>
          </p:sp>
        </p:grpSp>
      </p:grpSp>
    </p:spTree>
    <p:extLst>
      <p:ext uri="{BB962C8B-B14F-4D97-AF65-F5344CB8AC3E}">
        <p14:creationId xmlns:p14="http://schemas.microsoft.com/office/powerpoint/2010/main" val="10756787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478C5A-33A3-4538-B2A7-B10F83F91760}"/>
              </a:ext>
            </a:extLst>
          </p:cNvPr>
          <p:cNvSpPr>
            <a:spLocks noGrp="1"/>
          </p:cNvSpPr>
          <p:nvPr>
            <p:ph type="title"/>
          </p:nvPr>
        </p:nvSpPr>
        <p:spPr/>
        <p:txBody>
          <a:bodyPr/>
          <a:lstStyle/>
          <a:p>
            <a:r>
              <a:rPr lang="en-US" altLang="zh-TW" dirty="0"/>
              <a:t>text</a:t>
            </a:r>
            <a:endParaRPr lang="zh-TW" altLang="en-US" dirty="0"/>
          </a:p>
        </p:txBody>
      </p:sp>
      <p:sp>
        <p:nvSpPr>
          <p:cNvPr id="3" name="內容版面配置區 2">
            <a:extLst>
              <a:ext uri="{FF2B5EF4-FFF2-40B4-BE49-F238E27FC236}">
                <a16:creationId xmlns:a16="http://schemas.microsoft.com/office/drawing/2014/main" id="{AF7379A3-EAE1-408B-9C39-DBCCB781195F}"/>
              </a:ext>
            </a:extLst>
          </p:cNvPr>
          <p:cNvSpPr>
            <a:spLocks noGrp="1"/>
          </p:cNvSpPr>
          <p:nvPr>
            <p:ph idx="1"/>
          </p:nvPr>
        </p:nvSpPr>
        <p:spPr/>
        <p:txBody>
          <a:bodyPr/>
          <a:lstStyle/>
          <a:p>
            <a:pPr marL="685800" lvl="1" indent="-227880">
              <a:lnSpc>
                <a:spcPct val="90000"/>
              </a:lnSpc>
              <a:spcBef>
                <a:spcPts val="700"/>
              </a:spcBef>
              <a:buClr>
                <a:srgbClr val="262626"/>
              </a:buClr>
              <a:buFont typeface="Arial"/>
              <a:buChar char="•"/>
            </a:pPr>
            <a:r>
              <a:rPr lang="en-US" altLang="zh-TW" sz="2800" b="0" strike="noStrike" spc="-1" dirty="0">
                <a:solidFill>
                  <a:srgbClr val="262626"/>
                </a:solidFill>
                <a:ea typeface="新細明體"/>
              </a:rPr>
              <a:t>A simple usage case where a static string is being printed</a:t>
            </a:r>
            <a:endParaRPr lang="en-US" altLang="zh-TW" sz="2800" b="0" strike="noStrike" spc="-1" dirty="0"/>
          </a:p>
          <a:p>
            <a:pPr>
              <a:lnSpc>
                <a:spcPct val="100000"/>
              </a:lnSpc>
            </a:pPr>
            <a:endParaRPr lang="en-US" altLang="zh-TW" sz="2800" b="0" strike="noStrike" spc="-1" dirty="0"/>
          </a:p>
          <a:p>
            <a:pPr>
              <a:lnSpc>
                <a:spcPct val="100000"/>
              </a:lnSpc>
            </a:pPr>
            <a:endParaRPr lang="en-US" altLang="zh-TW" sz="2800" b="0" strike="noStrike" spc="-1" dirty="0"/>
          </a:p>
          <a:p>
            <a:pPr marL="685800" lvl="1" indent="-227880">
              <a:lnSpc>
                <a:spcPct val="90000"/>
              </a:lnSpc>
              <a:spcBef>
                <a:spcPts val="700"/>
              </a:spcBef>
              <a:buClr>
                <a:srgbClr val="262626"/>
              </a:buClr>
              <a:buFont typeface="Arial"/>
              <a:buChar char="•"/>
            </a:pPr>
            <a:r>
              <a:rPr lang="en-US" altLang="zh-TW" sz="2800" b="0" strike="noStrike" spc="-1" dirty="0">
                <a:solidFill>
                  <a:srgbClr val="262626"/>
                </a:solidFill>
                <a:ea typeface="新細明體"/>
              </a:rPr>
              <a:t>A use case which is more complex and allows for a one-time callback to acquire the secondary text data</a:t>
            </a:r>
            <a:endParaRPr lang="en-US" altLang="zh-TW" sz="2800" b="0" strike="noStrike" spc="-1" dirty="0"/>
          </a:p>
          <a:p>
            <a:pPr>
              <a:lnSpc>
                <a:spcPct val="100000"/>
              </a:lnSpc>
            </a:pPr>
            <a:endParaRPr lang="en-US" altLang="zh-TW" sz="2800" b="0" strike="noStrike" spc="-1" dirty="0"/>
          </a:p>
        </p:txBody>
      </p:sp>
      <p:sp>
        <p:nvSpPr>
          <p:cNvPr id="7" name="CustomShape 4">
            <a:extLst>
              <a:ext uri="{FF2B5EF4-FFF2-40B4-BE49-F238E27FC236}">
                <a16:creationId xmlns:a16="http://schemas.microsoft.com/office/drawing/2014/main" id="{8AD12B44-DB79-4152-9F51-0D8BDE852257}"/>
              </a:ext>
            </a:extLst>
          </p:cNvPr>
          <p:cNvSpPr/>
          <p:nvPr/>
        </p:nvSpPr>
        <p:spPr>
          <a:xfrm>
            <a:off x="2973240" y="3892680"/>
            <a:ext cx="6255720" cy="173592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dirty="0">
                <a:solidFill>
                  <a:srgbClr val="262626"/>
                </a:solidFill>
                <a:latin typeface="Calibri"/>
                <a:ea typeface="DejaVu Sans"/>
              </a:rPr>
              <a:t>text</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help   = STRING_TOKEN(STR_EXIT_SAVING_CHANGES_HELP),</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text   = STRING_TOKEN(STR_EXIT_SAVING_CHANGES_STRING),</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text   = STRING_TOKEN(STR_BLANK_STRING),</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flags  = INTERACTIVE,</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key    = KEY_SAVE_EXIT;</a:t>
            </a:r>
            <a:endParaRPr lang="en-US" sz="1800" b="0" strike="noStrike" spc="-1" dirty="0">
              <a:latin typeface="Arial"/>
            </a:endParaRPr>
          </a:p>
        </p:txBody>
      </p:sp>
      <p:sp>
        <p:nvSpPr>
          <p:cNvPr id="9" name="CustomShape 3">
            <a:extLst>
              <a:ext uri="{FF2B5EF4-FFF2-40B4-BE49-F238E27FC236}">
                <a16:creationId xmlns:a16="http://schemas.microsoft.com/office/drawing/2014/main" id="{36639664-3A35-4691-841D-8EBE817B04EA}"/>
              </a:ext>
            </a:extLst>
          </p:cNvPr>
          <p:cNvSpPr/>
          <p:nvPr/>
        </p:nvSpPr>
        <p:spPr>
          <a:xfrm>
            <a:off x="2962440" y="1943521"/>
            <a:ext cx="6266880" cy="63864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262626"/>
                </a:solidFill>
                <a:latin typeface="Calibri"/>
                <a:ea typeface="DejaVu Sans"/>
              </a:rPr>
              <a:t>text</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    text = STRING_TOKEN(STR_BLANK_STRING);</a:t>
            </a:r>
            <a:endParaRPr lang="en-US" sz="1800" b="0" strike="noStrike" spc="-1">
              <a:latin typeface="Arial"/>
            </a:endParaRPr>
          </a:p>
        </p:txBody>
      </p:sp>
    </p:spTree>
    <p:extLst>
      <p:ext uri="{BB962C8B-B14F-4D97-AF65-F5344CB8AC3E}">
        <p14:creationId xmlns:p14="http://schemas.microsoft.com/office/powerpoint/2010/main" val="78669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478C5A-33A3-4538-B2A7-B10F83F91760}"/>
              </a:ext>
            </a:extLst>
          </p:cNvPr>
          <p:cNvSpPr>
            <a:spLocks noGrp="1"/>
          </p:cNvSpPr>
          <p:nvPr>
            <p:ph type="title"/>
          </p:nvPr>
        </p:nvSpPr>
        <p:spPr/>
        <p:txBody>
          <a:bodyPr/>
          <a:lstStyle/>
          <a:p>
            <a:pPr>
              <a:lnSpc>
                <a:spcPct val="90000"/>
              </a:lnSpc>
            </a:pPr>
            <a:r>
              <a:rPr lang="en-US" altLang="zh-TW" sz="4000" b="1" strike="noStrike" spc="-1" dirty="0">
                <a:solidFill>
                  <a:srgbClr val="000000"/>
                </a:solidFill>
              </a:rPr>
              <a:t>Illustration</a:t>
            </a:r>
            <a:endParaRPr lang="en-US" altLang="zh-TW" sz="4000" b="0" strike="noStrike" spc="-1" dirty="0"/>
          </a:p>
        </p:txBody>
      </p:sp>
      <p:grpSp>
        <p:nvGrpSpPr>
          <p:cNvPr id="8" name="Group 2">
            <a:extLst>
              <a:ext uri="{FF2B5EF4-FFF2-40B4-BE49-F238E27FC236}">
                <a16:creationId xmlns:a16="http://schemas.microsoft.com/office/drawing/2014/main" id="{EBE229A5-AF23-4107-A54E-E0E739A76D86}"/>
              </a:ext>
            </a:extLst>
          </p:cNvPr>
          <p:cNvGrpSpPr/>
          <p:nvPr/>
        </p:nvGrpSpPr>
        <p:grpSpPr>
          <a:xfrm>
            <a:off x="1072080" y="1316160"/>
            <a:ext cx="10046880" cy="3247560"/>
            <a:chOff x="1072080" y="1316160"/>
            <a:chExt cx="10046880" cy="3247560"/>
          </a:xfrm>
        </p:grpSpPr>
        <p:pic>
          <p:nvPicPr>
            <p:cNvPr id="10" name="Picture 6">
              <a:extLst>
                <a:ext uri="{FF2B5EF4-FFF2-40B4-BE49-F238E27FC236}">
                  <a16:creationId xmlns:a16="http://schemas.microsoft.com/office/drawing/2014/main" id="{9B06B7C6-C3E6-4AE7-88AF-755C0479C6EA}"/>
                </a:ext>
              </a:extLst>
            </p:cNvPr>
            <p:cNvPicPr/>
            <p:nvPr/>
          </p:nvPicPr>
          <p:blipFill>
            <a:blip r:embed="rId2"/>
            <a:stretch/>
          </p:blipFill>
          <p:spPr>
            <a:xfrm>
              <a:off x="1072080" y="1316160"/>
              <a:ext cx="10046880" cy="3247560"/>
            </a:xfrm>
            <a:prstGeom prst="rect">
              <a:avLst/>
            </a:prstGeom>
            <a:ln w="9360">
              <a:noFill/>
            </a:ln>
          </p:spPr>
        </p:pic>
        <p:sp>
          <p:nvSpPr>
            <p:cNvPr id="11" name="CustomShape 3">
              <a:extLst>
                <a:ext uri="{FF2B5EF4-FFF2-40B4-BE49-F238E27FC236}">
                  <a16:creationId xmlns:a16="http://schemas.microsoft.com/office/drawing/2014/main" id="{2898FF6A-6123-4370-A4B7-36658354133A}"/>
                </a:ext>
              </a:extLst>
            </p:cNvPr>
            <p:cNvSpPr/>
            <p:nvPr/>
          </p:nvSpPr>
          <p:spPr>
            <a:xfrm>
              <a:off x="7770600" y="1930680"/>
              <a:ext cx="3258000" cy="306720"/>
            </a:xfrm>
            <a:prstGeom prst="rect">
              <a:avLst/>
            </a:prstGeom>
            <a:noFill/>
            <a:ln w="25560">
              <a:solidFill>
                <a:srgbClr val="FF0000"/>
              </a:solidFill>
              <a:miter/>
            </a:ln>
          </p:spPr>
          <p:style>
            <a:lnRef idx="0">
              <a:scrgbClr r="0" g="0" b="0"/>
            </a:lnRef>
            <a:fillRef idx="0">
              <a:scrgbClr r="0" g="0" b="0"/>
            </a:fillRef>
            <a:effectRef idx="0">
              <a:scrgbClr r="0" g="0" b="0"/>
            </a:effectRef>
            <a:fontRef idx="minor"/>
          </p:style>
        </p:sp>
        <p:sp>
          <p:nvSpPr>
            <p:cNvPr id="12" name="CustomShape 4">
              <a:extLst>
                <a:ext uri="{FF2B5EF4-FFF2-40B4-BE49-F238E27FC236}">
                  <a16:creationId xmlns:a16="http://schemas.microsoft.com/office/drawing/2014/main" id="{6F34A00C-4B98-408E-9135-F68DC51780F5}"/>
                </a:ext>
              </a:extLst>
            </p:cNvPr>
            <p:cNvSpPr/>
            <p:nvPr/>
          </p:nvSpPr>
          <p:spPr>
            <a:xfrm>
              <a:off x="1115640" y="2194200"/>
              <a:ext cx="1628640" cy="220680"/>
            </a:xfrm>
            <a:prstGeom prst="rect">
              <a:avLst/>
            </a:prstGeom>
            <a:noFill/>
            <a:ln w="25560">
              <a:solidFill>
                <a:srgbClr val="FF0000"/>
              </a:solidFill>
              <a:miter/>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2942469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B8A3CD-0ACC-4B8D-AE3A-D6C0BA97A5D2}"/>
              </a:ext>
            </a:extLst>
          </p:cNvPr>
          <p:cNvSpPr>
            <a:spLocks noGrp="1"/>
          </p:cNvSpPr>
          <p:nvPr>
            <p:ph type="title"/>
          </p:nvPr>
        </p:nvSpPr>
        <p:spPr/>
        <p:txBody>
          <a:bodyPr/>
          <a:lstStyle/>
          <a:p>
            <a:r>
              <a:rPr lang="en-US" altLang="zh-TW" dirty="0" err="1"/>
              <a:t>oneof</a:t>
            </a:r>
            <a:r>
              <a:rPr lang="en-US" altLang="zh-TW" dirty="0"/>
              <a:t> / </a:t>
            </a:r>
            <a:r>
              <a:rPr lang="en-US" altLang="zh-TW" dirty="0" err="1"/>
              <a:t>endoneof</a:t>
            </a:r>
            <a:endParaRPr lang="zh-TW" altLang="en-US" dirty="0"/>
          </a:p>
        </p:txBody>
      </p:sp>
      <p:sp>
        <p:nvSpPr>
          <p:cNvPr id="3" name="內容版面配置區 2">
            <a:extLst>
              <a:ext uri="{FF2B5EF4-FFF2-40B4-BE49-F238E27FC236}">
                <a16:creationId xmlns:a16="http://schemas.microsoft.com/office/drawing/2014/main" id="{76DE6DE0-4512-4A7C-A038-AD34264C8245}"/>
              </a:ext>
            </a:extLst>
          </p:cNvPr>
          <p:cNvSpPr>
            <a:spLocks noGrp="1"/>
          </p:cNvSpPr>
          <p:nvPr>
            <p:ph idx="1"/>
          </p:nvPr>
        </p:nvSpPr>
        <p:spPr/>
        <p:txBody>
          <a:bodyPr>
            <a:normAutofit/>
          </a:bodyPr>
          <a:lstStyle/>
          <a:p>
            <a:pPr lvl="1"/>
            <a:r>
              <a:rPr lang="en-US" altLang="zh-TW" sz="2800" b="0" strike="noStrike" spc="-1" dirty="0">
                <a:solidFill>
                  <a:srgbClr val="262626"/>
                </a:solidFill>
                <a:ea typeface="新細明體"/>
              </a:rPr>
              <a:t>This command provides the ability to choose from multiple choices. Each of the choices is defined by an option statement.</a:t>
            </a:r>
            <a:endParaRPr lang="en-US" altLang="zh-TW" sz="2800" b="0" strike="noStrike" spc="-1" dirty="0"/>
          </a:p>
        </p:txBody>
      </p:sp>
      <p:sp>
        <p:nvSpPr>
          <p:cNvPr id="5" name="CustomShape 3">
            <a:extLst>
              <a:ext uri="{FF2B5EF4-FFF2-40B4-BE49-F238E27FC236}">
                <a16:creationId xmlns:a16="http://schemas.microsoft.com/office/drawing/2014/main" id="{D1F740E1-5197-4491-9BBB-907805F6D9D0}"/>
              </a:ext>
            </a:extLst>
          </p:cNvPr>
          <p:cNvSpPr/>
          <p:nvPr/>
        </p:nvSpPr>
        <p:spPr>
          <a:xfrm>
            <a:off x="2181240" y="2700360"/>
            <a:ext cx="7828920" cy="201024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dirty="0" err="1">
                <a:solidFill>
                  <a:srgbClr val="262626"/>
                </a:solidFill>
                <a:latin typeface="Calibri"/>
                <a:ea typeface="DejaVu Sans"/>
              </a:rPr>
              <a:t>oneof</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a:t>
            </a:r>
            <a:r>
              <a:rPr lang="en-US" sz="1800" b="0" strike="noStrike" spc="-1" dirty="0" err="1">
                <a:solidFill>
                  <a:srgbClr val="262626"/>
                </a:solidFill>
                <a:latin typeface="Calibri"/>
                <a:ea typeface="DejaVu Sans"/>
              </a:rPr>
              <a:t>varid</a:t>
            </a:r>
            <a:r>
              <a:rPr lang="en-US" sz="1800" b="0" strike="noStrike" spc="-1" dirty="0">
                <a:solidFill>
                  <a:srgbClr val="262626"/>
                </a:solidFill>
                <a:latin typeface="Calibri"/>
                <a:ea typeface="DejaVu Sans"/>
              </a:rPr>
              <a:t>           = </a:t>
            </a:r>
            <a:r>
              <a:rPr lang="en-US" sz="1800" b="0" strike="noStrike" spc="-1" dirty="0" err="1">
                <a:solidFill>
                  <a:srgbClr val="262626"/>
                </a:solidFill>
                <a:latin typeface="Calibri"/>
                <a:ea typeface="DejaVu Sans"/>
              </a:rPr>
              <a:t>SystemConfig.QuickBoot</a:t>
            </a:r>
            <a:r>
              <a:rPr lang="en-US" sz="1800" b="0" strike="noStrike" spc="-1" dirty="0">
                <a:solidFill>
                  <a:srgbClr val="262626"/>
                </a:solidFill>
                <a:latin typeface="Calibri"/>
                <a:ea typeface="DejaVu Sans"/>
              </a:rPr>
              <a:t>,</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prompt	       = STRING_TOKEN(STR_QUICK_BOOT_STRING),</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help             = STRING_TOKEN(STR_QUICK_BOOT_HELP),</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option text = STRING_TOKEN(STR_ENABLED_TEXT),  value = 1, flags = DEFAULT;</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option text = STRING_TOKEN(STR_DISABLED_TEXT), value = 0, flags = 0;</a:t>
            </a:r>
            <a:endParaRPr lang="en-US" sz="1800" b="0" strike="noStrike" spc="-1" dirty="0">
              <a:latin typeface="Arial"/>
            </a:endParaRPr>
          </a:p>
          <a:p>
            <a:pPr>
              <a:lnSpc>
                <a:spcPct val="100000"/>
              </a:lnSpc>
            </a:pPr>
            <a:r>
              <a:rPr lang="en-US" sz="1800" b="0" strike="noStrike" spc="-1" dirty="0" err="1">
                <a:solidFill>
                  <a:srgbClr val="262626"/>
                </a:solidFill>
                <a:latin typeface="Calibri"/>
                <a:ea typeface="DejaVu Sans"/>
              </a:rPr>
              <a:t>endoneof</a:t>
            </a:r>
            <a:r>
              <a:rPr lang="en-US" sz="1800" b="0" strike="noStrike" spc="-1" dirty="0">
                <a:solidFill>
                  <a:srgbClr val="262626"/>
                </a:solidFill>
                <a:latin typeface="Calibri"/>
                <a:ea typeface="DejaVu Sans"/>
              </a:rPr>
              <a:t>;</a:t>
            </a:r>
            <a:endParaRPr lang="en-US" sz="1800" b="0" strike="noStrike" spc="-1" dirty="0">
              <a:latin typeface="Arial"/>
            </a:endParaRPr>
          </a:p>
        </p:txBody>
      </p:sp>
    </p:spTree>
    <p:extLst>
      <p:ext uri="{BB962C8B-B14F-4D97-AF65-F5344CB8AC3E}">
        <p14:creationId xmlns:p14="http://schemas.microsoft.com/office/powerpoint/2010/main" val="1281821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478C5A-33A3-4538-B2A7-B10F83F91760}"/>
              </a:ext>
            </a:extLst>
          </p:cNvPr>
          <p:cNvSpPr>
            <a:spLocks noGrp="1"/>
          </p:cNvSpPr>
          <p:nvPr>
            <p:ph type="title"/>
          </p:nvPr>
        </p:nvSpPr>
        <p:spPr/>
        <p:txBody>
          <a:bodyPr/>
          <a:lstStyle/>
          <a:p>
            <a:pPr>
              <a:lnSpc>
                <a:spcPct val="90000"/>
              </a:lnSpc>
            </a:pPr>
            <a:r>
              <a:rPr lang="en-US" altLang="zh-TW" sz="4000" b="1" strike="noStrike" spc="-1" dirty="0">
                <a:solidFill>
                  <a:srgbClr val="000000"/>
                </a:solidFill>
              </a:rPr>
              <a:t>Illustration</a:t>
            </a:r>
            <a:endParaRPr lang="en-US" altLang="zh-TW" sz="4000" b="0" strike="noStrike" spc="-1" dirty="0"/>
          </a:p>
        </p:txBody>
      </p:sp>
      <p:grpSp>
        <p:nvGrpSpPr>
          <p:cNvPr id="7" name="Group 2">
            <a:extLst>
              <a:ext uri="{FF2B5EF4-FFF2-40B4-BE49-F238E27FC236}">
                <a16:creationId xmlns:a16="http://schemas.microsoft.com/office/drawing/2014/main" id="{6915AA81-57EE-45EC-9717-3910D3705A6E}"/>
              </a:ext>
            </a:extLst>
          </p:cNvPr>
          <p:cNvGrpSpPr/>
          <p:nvPr/>
        </p:nvGrpSpPr>
        <p:grpSpPr>
          <a:xfrm>
            <a:off x="1613160" y="1171440"/>
            <a:ext cx="8964720" cy="5106960"/>
            <a:chOff x="1613160" y="1171440"/>
            <a:chExt cx="8964720" cy="5106960"/>
          </a:xfrm>
        </p:grpSpPr>
        <p:pic>
          <p:nvPicPr>
            <p:cNvPr id="9" name="Picture 7">
              <a:extLst>
                <a:ext uri="{FF2B5EF4-FFF2-40B4-BE49-F238E27FC236}">
                  <a16:creationId xmlns:a16="http://schemas.microsoft.com/office/drawing/2014/main" id="{978A8EE6-C8BB-44B9-A69E-31D2F86F1D81}"/>
                </a:ext>
              </a:extLst>
            </p:cNvPr>
            <p:cNvPicPr/>
            <p:nvPr/>
          </p:nvPicPr>
          <p:blipFill>
            <a:blip r:embed="rId2"/>
            <a:stretch/>
          </p:blipFill>
          <p:spPr>
            <a:xfrm>
              <a:off x="1613160" y="1171440"/>
              <a:ext cx="8964720" cy="5106960"/>
            </a:xfrm>
            <a:prstGeom prst="rect">
              <a:avLst/>
            </a:prstGeom>
            <a:ln w="9360">
              <a:noFill/>
            </a:ln>
          </p:spPr>
        </p:pic>
        <p:sp>
          <p:nvSpPr>
            <p:cNvPr id="13" name="CustomShape 3">
              <a:extLst>
                <a:ext uri="{FF2B5EF4-FFF2-40B4-BE49-F238E27FC236}">
                  <a16:creationId xmlns:a16="http://schemas.microsoft.com/office/drawing/2014/main" id="{12753EBA-8681-46B0-818F-916F85A22FD6}"/>
                </a:ext>
              </a:extLst>
            </p:cNvPr>
            <p:cNvSpPr/>
            <p:nvPr/>
          </p:nvSpPr>
          <p:spPr>
            <a:xfrm>
              <a:off x="1663560" y="2309760"/>
              <a:ext cx="6181920" cy="287280"/>
            </a:xfrm>
            <a:prstGeom prst="rect">
              <a:avLst/>
            </a:prstGeom>
            <a:noFill/>
            <a:ln w="22320">
              <a:solidFill>
                <a:srgbClr val="FF0000"/>
              </a:solidFill>
              <a:miter/>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31739525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B8A3CD-0ACC-4B8D-AE3A-D6C0BA97A5D2}"/>
              </a:ext>
            </a:extLst>
          </p:cNvPr>
          <p:cNvSpPr>
            <a:spLocks noGrp="1"/>
          </p:cNvSpPr>
          <p:nvPr>
            <p:ph type="title"/>
          </p:nvPr>
        </p:nvSpPr>
        <p:spPr/>
        <p:txBody>
          <a:bodyPr/>
          <a:lstStyle/>
          <a:p>
            <a:r>
              <a:rPr lang="en-US" altLang="zh-TW" dirty="0"/>
              <a:t>numeric / </a:t>
            </a:r>
            <a:r>
              <a:rPr lang="en-US" altLang="zh-TW" dirty="0" err="1"/>
              <a:t>endnumeric</a:t>
            </a:r>
            <a:endParaRPr lang="zh-TW" altLang="en-US" dirty="0"/>
          </a:p>
        </p:txBody>
      </p:sp>
      <p:sp>
        <p:nvSpPr>
          <p:cNvPr id="3" name="內容版面配置區 2">
            <a:extLst>
              <a:ext uri="{FF2B5EF4-FFF2-40B4-BE49-F238E27FC236}">
                <a16:creationId xmlns:a16="http://schemas.microsoft.com/office/drawing/2014/main" id="{76DE6DE0-4512-4A7C-A038-AD34264C8245}"/>
              </a:ext>
            </a:extLst>
          </p:cNvPr>
          <p:cNvSpPr>
            <a:spLocks noGrp="1"/>
          </p:cNvSpPr>
          <p:nvPr>
            <p:ph idx="1"/>
          </p:nvPr>
        </p:nvSpPr>
        <p:spPr/>
        <p:txBody>
          <a:bodyPr/>
          <a:lstStyle/>
          <a:p>
            <a:pPr marL="685800" lvl="1" indent="-227880">
              <a:lnSpc>
                <a:spcPct val="90000"/>
              </a:lnSpc>
              <a:spcBef>
                <a:spcPts val="499"/>
              </a:spcBef>
              <a:buClr>
                <a:srgbClr val="262626"/>
              </a:buClr>
              <a:buFont typeface="Arial"/>
              <a:buChar char="•"/>
            </a:pPr>
            <a:r>
              <a:rPr lang="en-US" altLang="zh-TW" sz="2800" b="0" strike="noStrike" spc="-1" dirty="0">
                <a:solidFill>
                  <a:srgbClr val="262626"/>
                </a:solidFill>
                <a:ea typeface="新細明體"/>
              </a:rPr>
              <a:t>This command allows for numeric entries by selecting from numeric choices. The step portion of the numeric command allows for defining the rate the value increments when selecting the next or previous entry. If the step is set to </a:t>
            </a:r>
            <a:r>
              <a:rPr lang="en-US" altLang="zh-TW" sz="2800" b="0" strike="noStrike" spc="-1" dirty="0">
                <a:solidFill>
                  <a:srgbClr val="0000FF"/>
                </a:solidFill>
                <a:ea typeface="新細明體"/>
              </a:rPr>
              <a:t>zero</a:t>
            </a:r>
            <a:r>
              <a:rPr lang="en-US" altLang="zh-TW" sz="2800" b="0" strike="noStrike" spc="-1" dirty="0">
                <a:solidFill>
                  <a:srgbClr val="262626"/>
                </a:solidFill>
                <a:ea typeface="新細明體"/>
              </a:rPr>
              <a:t>, the user will be prompted for manual input of the numeric value.</a:t>
            </a:r>
            <a:endParaRPr lang="en-US" altLang="zh-TW" sz="2800" b="0" strike="noStrike" spc="-1" dirty="0"/>
          </a:p>
        </p:txBody>
      </p:sp>
      <p:sp>
        <p:nvSpPr>
          <p:cNvPr id="4" name="CustomShape 3">
            <a:extLst>
              <a:ext uri="{FF2B5EF4-FFF2-40B4-BE49-F238E27FC236}">
                <a16:creationId xmlns:a16="http://schemas.microsoft.com/office/drawing/2014/main" id="{4D793A34-BD99-4231-82C9-0EF3749B9C62}"/>
              </a:ext>
            </a:extLst>
          </p:cNvPr>
          <p:cNvSpPr/>
          <p:nvPr/>
        </p:nvSpPr>
        <p:spPr>
          <a:xfrm>
            <a:off x="2572200" y="3620880"/>
            <a:ext cx="7447680" cy="283320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262626"/>
                </a:solidFill>
                <a:latin typeface="Calibri"/>
                <a:ea typeface="DejaVu Sans"/>
              </a:rPr>
              <a:t>numeric</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    varid          = SystemConfig.CoreExtraTurboVoltage,</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    prompt     = STRING_TOKEN (STR_CORE_EXTRA_TURBO_VOLTAGE_STRING),</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    help           = STRING_TOKEN (STR_CORE_EXTRA_TURBO_VOLTAGE_HELP),</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    flags           = INTERACTIVE,</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    minimum  = 0,</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    maximum = 2000,</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    step           = 1,  </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    default      = 1200,</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endnumeric;</a:t>
            </a:r>
            <a:endParaRPr lang="en-US" sz="1800" b="0" strike="noStrike" spc="-1">
              <a:latin typeface="Arial"/>
            </a:endParaRPr>
          </a:p>
        </p:txBody>
      </p:sp>
    </p:spTree>
    <p:extLst>
      <p:ext uri="{BB962C8B-B14F-4D97-AF65-F5344CB8AC3E}">
        <p14:creationId xmlns:p14="http://schemas.microsoft.com/office/powerpoint/2010/main" val="13784782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478C5A-33A3-4538-B2A7-B10F83F91760}"/>
              </a:ext>
            </a:extLst>
          </p:cNvPr>
          <p:cNvSpPr>
            <a:spLocks noGrp="1"/>
          </p:cNvSpPr>
          <p:nvPr>
            <p:ph type="title"/>
          </p:nvPr>
        </p:nvSpPr>
        <p:spPr/>
        <p:txBody>
          <a:bodyPr/>
          <a:lstStyle/>
          <a:p>
            <a:pPr>
              <a:lnSpc>
                <a:spcPct val="90000"/>
              </a:lnSpc>
            </a:pPr>
            <a:r>
              <a:rPr lang="en-US" altLang="zh-TW" sz="4000" b="1" strike="noStrike" spc="-1" dirty="0">
                <a:solidFill>
                  <a:srgbClr val="000000"/>
                </a:solidFill>
              </a:rPr>
              <a:t>Illustration</a:t>
            </a:r>
            <a:endParaRPr lang="en-US" altLang="zh-TW" sz="4000" b="0" strike="noStrike" spc="-1" dirty="0"/>
          </a:p>
        </p:txBody>
      </p:sp>
      <p:grpSp>
        <p:nvGrpSpPr>
          <p:cNvPr id="6" name="Group 2">
            <a:extLst>
              <a:ext uri="{FF2B5EF4-FFF2-40B4-BE49-F238E27FC236}">
                <a16:creationId xmlns:a16="http://schemas.microsoft.com/office/drawing/2014/main" id="{9E8EB950-463D-47D2-8909-C09DD7349E40}"/>
              </a:ext>
            </a:extLst>
          </p:cNvPr>
          <p:cNvGrpSpPr/>
          <p:nvPr/>
        </p:nvGrpSpPr>
        <p:grpSpPr>
          <a:xfrm>
            <a:off x="1348920" y="1316160"/>
            <a:ext cx="9493920" cy="4979520"/>
            <a:chOff x="1348920" y="1316160"/>
            <a:chExt cx="9493920" cy="4979520"/>
          </a:xfrm>
        </p:grpSpPr>
        <p:pic>
          <p:nvPicPr>
            <p:cNvPr id="8" name="Picture 6">
              <a:extLst>
                <a:ext uri="{FF2B5EF4-FFF2-40B4-BE49-F238E27FC236}">
                  <a16:creationId xmlns:a16="http://schemas.microsoft.com/office/drawing/2014/main" id="{FC11D49A-C360-445E-8AAE-CFB20DAC648D}"/>
                </a:ext>
              </a:extLst>
            </p:cNvPr>
            <p:cNvPicPr/>
            <p:nvPr/>
          </p:nvPicPr>
          <p:blipFill>
            <a:blip r:embed="rId2"/>
            <a:stretch/>
          </p:blipFill>
          <p:spPr>
            <a:xfrm>
              <a:off x="1348920" y="1316160"/>
              <a:ext cx="9493920" cy="4979520"/>
            </a:xfrm>
            <a:prstGeom prst="rect">
              <a:avLst/>
            </a:prstGeom>
            <a:ln w="9360">
              <a:noFill/>
            </a:ln>
          </p:spPr>
        </p:pic>
        <p:sp>
          <p:nvSpPr>
            <p:cNvPr id="10" name="CustomShape 3">
              <a:extLst>
                <a:ext uri="{FF2B5EF4-FFF2-40B4-BE49-F238E27FC236}">
                  <a16:creationId xmlns:a16="http://schemas.microsoft.com/office/drawing/2014/main" id="{FE86443F-36FC-478A-AF5B-AB36DB3869C2}"/>
                </a:ext>
              </a:extLst>
            </p:cNvPr>
            <p:cNvSpPr/>
            <p:nvPr/>
          </p:nvSpPr>
          <p:spPr>
            <a:xfrm>
              <a:off x="1434960" y="3853800"/>
              <a:ext cx="6127560" cy="243000"/>
            </a:xfrm>
            <a:prstGeom prst="rect">
              <a:avLst/>
            </a:prstGeom>
            <a:noFill/>
            <a:ln w="22320">
              <a:solidFill>
                <a:srgbClr val="FF0000"/>
              </a:solidFill>
              <a:miter/>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6642968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B8A3CD-0ACC-4B8D-AE3A-D6C0BA97A5D2}"/>
              </a:ext>
            </a:extLst>
          </p:cNvPr>
          <p:cNvSpPr>
            <a:spLocks noGrp="1"/>
          </p:cNvSpPr>
          <p:nvPr>
            <p:ph type="title"/>
          </p:nvPr>
        </p:nvSpPr>
        <p:spPr/>
        <p:txBody>
          <a:bodyPr/>
          <a:lstStyle/>
          <a:p>
            <a:r>
              <a:rPr lang="en-US" altLang="zh-TW" dirty="0" err="1"/>
              <a:t>goto</a:t>
            </a:r>
            <a:endParaRPr lang="zh-TW" altLang="en-US" dirty="0"/>
          </a:p>
        </p:txBody>
      </p:sp>
      <p:sp>
        <p:nvSpPr>
          <p:cNvPr id="3" name="內容版面配置區 2">
            <a:extLst>
              <a:ext uri="{FF2B5EF4-FFF2-40B4-BE49-F238E27FC236}">
                <a16:creationId xmlns:a16="http://schemas.microsoft.com/office/drawing/2014/main" id="{76DE6DE0-4512-4A7C-A038-AD34264C8245}"/>
              </a:ext>
            </a:extLst>
          </p:cNvPr>
          <p:cNvSpPr>
            <a:spLocks noGrp="1"/>
          </p:cNvSpPr>
          <p:nvPr>
            <p:ph idx="1"/>
          </p:nvPr>
        </p:nvSpPr>
        <p:spPr/>
        <p:txBody>
          <a:bodyPr/>
          <a:lstStyle/>
          <a:p>
            <a:pPr marL="685800" lvl="1" indent="-227880">
              <a:lnSpc>
                <a:spcPct val="90000"/>
              </a:lnSpc>
              <a:spcBef>
                <a:spcPts val="499"/>
              </a:spcBef>
              <a:buClr>
                <a:srgbClr val="262626"/>
              </a:buClr>
              <a:buFont typeface="Arial"/>
              <a:buChar char="•"/>
            </a:pPr>
            <a:r>
              <a:rPr lang="en-US" altLang="zh-TW" sz="2800" b="0" strike="noStrike" spc="-1" dirty="0">
                <a:solidFill>
                  <a:srgbClr val="262626"/>
                </a:solidFill>
                <a:ea typeface="新細明體"/>
              </a:rPr>
              <a:t>This command allows the user to jump to a new page. In terms of HTML operations, this behaves exactly like a hyper-link. The target for a </a:t>
            </a:r>
            <a:r>
              <a:rPr lang="en-US" altLang="zh-TW" sz="2800" b="0" strike="noStrike" spc="-1" dirty="0" err="1">
                <a:solidFill>
                  <a:srgbClr val="262626"/>
                </a:solidFill>
                <a:ea typeface="新細明體"/>
              </a:rPr>
              <a:t>goto</a:t>
            </a:r>
            <a:r>
              <a:rPr lang="en-US" altLang="zh-TW" sz="2800" b="0" strike="noStrike" spc="-1" dirty="0">
                <a:solidFill>
                  <a:srgbClr val="262626"/>
                </a:solidFill>
                <a:ea typeface="新細明體"/>
              </a:rPr>
              <a:t> command is going to be a form</a:t>
            </a:r>
            <a:endParaRPr lang="en-US" altLang="zh-TW" sz="2800" b="0" strike="noStrike" spc="-1" dirty="0"/>
          </a:p>
        </p:txBody>
      </p:sp>
      <p:sp>
        <p:nvSpPr>
          <p:cNvPr id="6" name="CustomShape 3">
            <a:extLst>
              <a:ext uri="{FF2B5EF4-FFF2-40B4-BE49-F238E27FC236}">
                <a16:creationId xmlns:a16="http://schemas.microsoft.com/office/drawing/2014/main" id="{0013B2F1-C8AD-48B1-975F-744C447A053C}"/>
              </a:ext>
            </a:extLst>
          </p:cNvPr>
          <p:cNvSpPr/>
          <p:nvPr/>
        </p:nvSpPr>
        <p:spPr>
          <a:xfrm>
            <a:off x="2714760" y="2779920"/>
            <a:ext cx="6761880" cy="91296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dirty="0" err="1">
                <a:solidFill>
                  <a:srgbClr val="262626"/>
                </a:solidFill>
                <a:latin typeface="Calibri"/>
                <a:ea typeface="DejaVu Sans"/>
              </a:rPr>
              <a:t>goto</a:t>
            </a:r>
            <a:r>
              <a:rPr lang="en-US" sz="1800" b="0" strike="noStrike" spc="-1" dirty="0">
                <a:solidFill>
                  <a:srgbClr val="262626"/>
                </a:solidFill>
                <a:latin typeface="Calibri"/>
                <a:ea typeface="DejaVu Sans"/>
              </a:rPr>
              <a:t> 0x21,</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prompt 	= STRING_TOKEN(STR_BOOT_CONFIG_STRING),</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help 		= STRING_TOKEN(STR_BOOT_CONFIG_HELP);</a:t>
            </a:r>
            <a:endParaRPr lang="en-US" sz="1800" b="0" strike="noStrike" spc="-1" dirty="0">
              <a:latin typeface="Arial"/>
            </a:endParaRPr>
          </a:p>
        </p:txBody>
      </p:sp>
    </p:spTree>
    <p:extLst>
      <p:ext uri="{BB962C8B-B14F-4D97-AF65-F5344CB8AC3E}">
        <p14:creationId xmlns:p14="http://schemas.microsoft.com/office/powerpoint/2010/main" val="11108030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478C5A-33A3-4538-B2A7-B10F83F91760}"/>
              </a:ext>
            </a:extLst>
          </p:cNvPr>
          <p:cNvSpPr>
            <a:spLocks noGrp="1"/>
          </p:cNvSpPr>
          <p:nvPr>
            <p:ph type="title"/>
          </p:nvPr>
        </p:nvSpPr>
        <p:spPr/>
        <p:txBody>
          <a:bodyPr/>
          <a:lstStyle/>
          <a:p>
            <a:pPr>
              <a:lnSpc>
                <a:spcPct val="90000"/>
              </a:lnSpc>
            </a:pPr>
            <a:r>
              <a:rPr lang="en-US" altLang="zh-TW" sz="4000" b="1" strike="noStrike" spc="-1" dirty="0">
                <a:solidFill>
                  <a:srgbClr val="000000"/>
                </a:solidFill>
              </a:rPr>
              <a:t>Illustration</a:t>
            </a:r>
            <a:endParaRPr lang="en-US" altLang="zh-TW" sz="4000" b="0" strike="noStrike" spc="-1" dirty="0"/>
          </a:p>
        </p:txBody>
      </p:sp>
      <p:grpSp>
        <p:nvGrpSpPr>
          <p:cNvPr id="7" name="Group 2">
            <a:extLst>
              <a:ext uri="{FF2B5EF4-FFF2-40B4-BE49-F238E27FC236}">
                <a16:creationId xmlns:a16="http://schemas.microsoft.com/office/drawing/2014/main" id="{3FF4BF2C-9873-4C9D-ACED-E1DE8338E801}"/>
              </a:ext>
            </a:extLst>
          </p:cNvPr>
          <p:cNvGrpSpPr/>
          <p:nvPr/>
        </p:nvGrpSpPr>
        <p:grpSpPr>
          <a:xfrm>
            <a:off x="1595880" y="1316160"/>
            <a:ext cx="8999640" cy="4944600"/>
            <a:chOff x="1595880" y="1316160"/>
            <a:chExt cx="8999640" cy="4944600"/>
          </a:xfrm>
        </p:grpSpPr>
        <p:pic>
          <p:nvPicPr>
            <p:cNvPr id="9" name="Picture 7">
              <a:extLst>
                <a:ext uri="{FF2B5EF4-FFF2-40B4-BE49-F238E27FC236}">
                  <a16:creationId xmlns:a16="http://schemas.microsoft.com/office/drawing/2014/main" id="{88D55592-8A8E-4296-893E-D8F4A54182B7}"/>
                </a:ext>
              </a:extLst>
            </p:cNvPr>
            <p:cNvPicPr/>
            <p:nvPr/>
          </p:nvPicPr>
          <p:blipFill>
            <a:blip r:embed="rId2"/>
            <a:stretch/>
          </p:blipFill>
          <p:spPr>
            <a:xfrm>
              <a:off x="1595880" y="1316160"/>
              <a:ext cx="8999640" cy="4944600"/>
            </a:xfrm>
            <a:prstGeom prst="rect">
              <a:avLst/>
            </a:prstGeom>
            <a:ln w="9360">
              <a:noFill/>
            </a:ln>
          </p:spPr>
        </p:pic>
        <p:sp>
          <p:nvSpPr>
            <p:cNvPr id="11" name="CustomShape 3">
              <a:extLst>
                <a:ext uri="{FF2B5EF4-FFF2-40B4-BE49-F238E27FC236}">
                  <a16:creationId xmlns:a16="http://schemas.microsoft.com/office/drawing/2014/main" id="{D45C6B68-0BEB-4AE0-814A-9730B737D0B5}"/>
                </a:ext>
              </a:extLst>
            </p:cNvPr>
            <p:cNvSpPr/>
            <p:nvPr/>
          </p:nvSpPr>
          <p:spPr>
            <a:xfrm>
              <a:off x="1677600" y="2279160"/>
              <a:ext cx="2453760" cy="250920"/>
            </a:xfrm>
            <a:prstGeom prst="rect">
              <a:avLst/>
            </a:prstGeom>
            <a:noFill/>
            <a:ln w="22320">
              <a:solidFill>
                <a:srgbClr val="FF0000"/>
              </a:solidFill>
              <a:miter/>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4745125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B8A3CD-0ACC-4B8D-AE3A-D6C0BA97A5D2}"/>
              </a:ext>
            </a:extLst>
          </p:cNvPr>
          <p:cNvSpPr>
            <a:spLocks noGrp="1"/>
          </p:cNvSpPr>
          <p:nvPr>
            <p:ph type="title"/>
          </p:nvPr>
        </p:nvSpPr>
        <p:spPr/>
        <p:txBody>
          <a:bodyPr/>
          <a:lstStyle/>
          <a:p>
            <a:r>
              <a:rPr lang="en-US" altLang="zh-TW" dirty="0" err="1"/>
              <a:t>suppressif</a:t>
            </a:r>
            <a:endParaRPr lang="zh-TW" altLang="en-US" dirty="0"/>
          </a:p>
        </p:txBody>
      </p:sp>
      <p:sp>
        <p:nvSpPr>
          <p:cNvPr id="3" name="內容版面配置區 2">
            <a:extLst>
              <a:ext uri="{FF2B5EF4-FFF2-40B4-BE49-F238E27FC236}">
                <a16:creationId xmlns:a16="http://schemas.microsoft.com/office/drawing/2014/main" id="{76DE6DE0-4512-4A7C-A038-AD34264C8245}"/>
              </a:ext>
            </a:extLst>
          </p:cNvPr>
          <p:cNvSpPr>
            <a:spLocks noGrp="1"/>
          </p:cNvSpPr>
          <p:nvPr>
            <p:ph idx="1"/>
          </p:nvPr>
        </p:nvSpPr>
        <p:spPr/>
        <p:txBody>
          <a:bodyPr/>
          <a:lstStyle/>
          <a:p>
            <a:pPr marL="685800" lvl="1" indent="-227880">
              <a:lnSpc>
                <a:spcPct val="90000"/>
              </a:lnSpc>
              <a:spcBef>
                <a:spcPts val="700"/>
              </a:spcBef>
              <a:buClr>
                <a:srgbClr val="262626"/>
              </a:buClr>
              <a:buFont typeface="Arial"/>
              <a:buChar char="•"/>
            </a:pPr>
            <a:r>
              <a:rPr lang="en-US" altLang="zh-TW" sz="2800" b="0" strike="noStrike" spc="-1" dirty="0">
                <a:solidFill>
                  <a:srgbClr val="262626"/>
                </a:solidFill>
                <a:ea typeface="新細明體"/>
              </a:rPr>
              <a:t>This tag causes the following tag to be hidden from the user if the Boolean expression evaluates to true.</a:t>
            </a:r>
            <a:endParaRPr lang="en-US" altLang="zh-TW" sz="2800" b="0" strike="noStrike" spc="-1" dirty="0"/>
          </a:p>
        </p:txBody>
      </p:sp>
      <p:sp>
        <p:nvSpPr>
          <p:cNvPr id="4" name="CustomShape 3">
            <a:extLst>
              <a:ext uri="{FF2B5EF4-FFF2-40B4-BE49-F238E27FC236}">
                <a16:creationId xmlns:a16="http://schemas.microsoft.com/office/drawing/2014/main" id="{EF30C874-825E-4933-9FCF-9BFC00E47CEC}"/>
              </a:ext>
            </a:extLst>
          </p:cNvPr>
          <p:cNvSpPr/>
          <p:nvPr/>
        </p:nvSpPr>
        <p:spPr>
          <a:xfrm>
            <a:off x="3071880" y="2336760"/>
            <a:ext cx="6047640" cy="310752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dirty="0" err="1">
                <a:solidFill>
                  <a:srgbClr val="262626"/>
                </a:solidFill>
                <a:latin typeface="Calibri"/>
                <a:ea typeface="DejaVu Sans"/>
              </a:rPr>
              <a:t>suppressif</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a:t>
            </a:r>
            <a:r>
              <a:rPr lang="en-US" sz="1800" b="0" strike="noStrike" spc="-1" dirty="0" err="1">
                <a:solidFill>
                  <a:srgbClr val="262626"/>
                </a:solidFill>
                <a:latin typeface="Calibri"/>
                <a:ea typeface="DejaVu Sans"/>
              </a:rPr>
              <a:t>ideqvallist</a:t>
            </a:r>
            <a:r>
              <a:rPr lang="en-US" sz="1800" b="0" strike="noStrike" spc="-1" dirty="0">
                <a:solidFill>
                  <a:srgbClr val="262626"/>
                </a:solidFill>
                <a:latin typeface="Calibri"/>
                <a:ea typeface="DejaVu Sans"/>
              </a:rPr>
              <a:t> </a:t>
            </a:r>
            <a:r>
              <a:rPr lang="en-US" sz="1800" b="0" strike="noStrike" spc="-1" dirty="0" err="1">
                <a:solidFill>
                  <a:srgbClr val="262626"/>
                </a:solidFill>
                <a:latin typeface="Calibri"/>
                <a:ea typeface="DejaVu Sans"/>
              </a:rPr>
              <a:t>SystemConfig.ComPortA</a:t>
            </a:r>
            <a:r>
              <a:rPr lang="en-US" sz="1800" b="0" strike="noStrike" spc="-1" dirty="0">
                <a:solidFill>
                  <a:srgbClr val="262626"/>
                </a:solidFill>
                <a:latin typeface="Calibri"/>
                <a:ea typeface="DejaVu Sans"/>
              </a:rPr>
              <a:t> == 0 1;</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a:t>
            </a:r>
            <a:r>
              <a:rPr lang="en-US" sz="1800" b="0" strike="noStrike" spc="-1" dirty="0" err="1">
                <a:solidFill>
                  <a:srgbClr val="262626"/>
                </a:solidFill>
                <a:latin typeface="Calibri"/>
                <a:ea typeface="DejaVu Sans"/>
              </a:rPr>
              <a:t>oneof</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a:t>
            </a:r>
            <a:r>
              <a:rPr lang="en-US" sz="1800" b="0" strike="noStrike" spc="-1" dirty="0" err="1">
                <a:solidFill>
                  <a:srgbClr val="262626"/>
                </a:solidFill>
                <a:latin typeface="Calibri"/>
                <a:ea typeface="DejaVu Sans"/>
              </a:rPr>
              <a:t>varid</a:t>
            </a:r>
            <a:r>
              <a:rPr lang="en-US" sz="1800" b="0" strike="noStrike" spc="-1" dirty="0">
                <a:solidFill>
                  <a:srgbClr val="262626"/>
                </a:solidFill>
                <a:latin typeface="Calibri"/>
                <a:ea typeface="DejaVu Sans"/>
              </a:rPr>
              <a:t>		= </a:t>
            </a:r>
            <a:r>
              <a:rPr lang="en-US" sz="1800" b="0" strike="noStrike" spc="-1" dirty="0" err="1">
                <a:solidFill>
                  <a:srgbClr val="262626"/>
                </a:solidFill>
                <a:latin typeface="Calibri"/>
                <a:ea typeface="DejaVu Sans"/>
              </a:rPr>
              <a:t>SystemConfig.ComPortABaseIo</a:t>
            </a:r>
            <a:r>
              <a:rPr lang="en-US" sz="1800" b="0" strike="noStrike" spc="-1" dirty="0">
                <a:solidFill>
                  <a:srgbClr val="262626"/>
                </a:solidFill>
                <a:latin typeface="Calibri"/>
                <a:ea typeface="DejaVu Sans"/>
              </a:rPr>
              <a:t>,</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a:t>
            </a:r>
            <a:r>
              <a:rPr lang="en-US" sz="1800" b="0" strike="noStrike" spc="-1" dirty="0" err="1">
                <a:solidFill>
                  <a:srgbClr val="262626"/>
                </a:solidFill>
                <a:latin typeface="Calibri"/>
                <a:ea typeface="DejaVu Sans"/>
              </a:rPr>
              <a:t>questionid</a:t>
            </a:r>
            <a:r>
              <a:rPr lang="en-US" sz="1800" b="0" strike="noStrike" spc="-1" dirty="0">
                <a:solidFill>
                  <a:srgbClr val="262626"/>
                </a:solidFill>
                <a:latin typeface="Calibri"/>
                <a:ea typeface="DejaVu Sans"/>
              </a:rPr>
              <a:t>	= KEY_SERIAL_PORTA_BASE_IO,</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prompt	= STRING_TOKEN(STR_BASEIO_STRING),</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help		= STRING_TOKEN(STR_BLANK_STRING),</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a:t>
            </a:r>
            <a:r>
              <a:rPr lang="en-US" sz="1800" b="0" strike="noStrike" spc="-1" dirty="0" err="1">
                <a:solidFill>
                  <a:srgbClr val="262626"/>
                </a:solidFill>
                <a:latin typeface="Calibri"/>
                <a:ea typeface="DejaVu Sans"/>
              </a:rPr>
              <a:t>endoneof</a:t>
            </a:r>
            <a:r>
              <a:rPr lang="en-US" sz="1800" b="0" strike="noStrike" spc="-1" dirty="0">
                <a:solidFill>
                  <a:srgbClr val="262626"/>
                </a:solidFill>
                <a:latin typeface="Calibri"/>
                <a:ea typeface="DejaVu Sans"/>
              </a:rPr>
              <a:t>;</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endif;</a:t>
            </a:r>
            <a:endParaRPr lang="en-US" sz="1800" b="0" strike="noStrike" spc="-1" dirty="0">
              <a:latin typeface="Arial"/>
            </a:endParaRPr>
          </a:p>
        </p:txBody>
      </p:sp>
    </p:spTree>
    <p:extLst>
      <p:ext uri="{BB962C8B-B14F-4D97-AF65-F5344CB8AC3E}">
        <p14:creationId xmlns:p14="http://schemas.microsoft.com/office/powerpoint/2010/main" val="20335715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478C5A-33A3-4538-B2A7-B10F83F91760}"/>
              </a:ext>
            </a:extLst>
          </p:cNvPr>
          <p:cNvSpPr>
            <a:spLocks noGrp="1"/>
          </p:cNvSpPr>
          <p:nvPr>
            <p:ph type="title"/>
          </p:nvPr>
        </p:nvSpPr>
        <p:spPr/>
        <p:txBody>
          <a:bodyPr/>
          <a:lstStyle/>
          <a:p>
            <a:pPr>
              <a:lnSpc>
                <a:spcPct val="90000"/>
              </a:lnSpc>
            </a:pPr>
            <a:r>
              <a:rPr lang="en-US" altLang="zh-TW" sz="4000" b="1" strike="noStrike" spc="-1" dirty="0">
                <a:solidFill>
                  <a:srgbClr val="000000"/>
                </a:solidFill>
              </a:rPr>
              <a:t>Illustration</a:t>
            </a:r>
            <a:endParaRPr lang="en-US" altLang="zh-TW" sz="4000" b="0" strike="noStrike" spc="-1" dirty="0"/>
          </a:p>
        </p:txBody>
      </p:sp>
      <p:grpSp>
        <p:nvGrpSpPr>
          <p:cNvPr id="6" name="Group 2">
            <a:extLst>
              <a:ext uri="{FF2B5EF4-FFF2-40B4-BE49-F238E27FC236}">
                <a16:creationId xmlns:a16="http://schemas.microsoft.com/office/drawing/2014/main" id="{DFFF16DB-8691-4EBA-84D6-649AE0516D5C}"/>
              </a:ext>
            </a:extLst>
          </p:cNvPr>
          <p:cNvGrpSpPr/>
          <p:nvPr/>
        </p:nvGrpSpPr>
        <p:grpSpPr>
          <a:xfrm>
            <a:off x="1850400" y="1316160"/>
            <a:ext cx="6857280" cy="2029680"/>
            <a:chOff x="1850400" y="1316160"/>
            <a:chExt cx="6857280" cy="2029680"/>
          </a:xfrm>
        </p:grpSpPr>
        <p:pic>
          <p:nvPicPr>
            <p:cNvPr id="8" name="Picture 6">
              <a:extLst>
                <a:ext uri="{FF2B5EF4-FFF2-40B4-BE49-F238E27FC236}">
                  <a16:creationId xmlns:a16="http://schemas.microsoft.com/office/drawing/2014/main" id="{213988C0-452E-40E4-BE35-50A32E65DA58}"/>
                </a:ext>
              </a:extLst>
            </p:cNvPr>
            <p:cNvPicPr/>
            <p:nvPr/>
          </p:nvPicPr>
          <p:blipFill>
            <a:blip r:embed="rId2"/>
            <a:stretch/>
          </p:blipFill>
          <p:spPr>
            <a:xfrm>
              <a:off x="1850400" y="1316160"/>
              <a:ext cx="6857280" cy="2029680"/>
            </a:xfrm>
            <a:prstGeom prst="rect">
              <a:avLst/>
            </a:prstGeom>
            <a:ln w="9360">
              <a:noFill/>
            </a:ln>
          </p:spPr>
        </p:pic>
        <p:sp>
          <p:nvSpPr>
            <p:cNvPr id="10" name="CustomShape 3">
              <a:extLst>
                <a:ext uri="{FF2B5EF4-FFF2-40B4-BE49-F238E27FC236}">
                  <a16:creationId xmlns:a16="http://schemas.microsoft.com/office/drawing/2014/main" id="{9E3FA6FF-DE08-4EB8-93D7-D515E3ECFFBF}"/>
                </a:ext>
              </a:extLst>
            </p:cNvPr>
            <p:cNvSpPr/>
            <p:nvPr/>
          </p:nvSpPr>
          <p:spPr>
            <a:xfrm>
              <a:off x="1926720" y="2654640"/>
              <a:ext cx="5942880" cy="215280"/>
            </a:xfrm>
            <a:prstGeom prst="rect">
              <a:avLst/>
            </a:prstGeom>
            <a:noFill/>
            <a:ln w="22320">
              <a:solidFill>
                <a:srgbClr val="FF0000"/>
              </a:solidFill>
              <a:miter/>
            </a:ln>
          </p:spPr>
          <p:style>
            <a:lnRef idx="0">
              <a:scrgbClr r="0" g="0" b="0"/>
            </a:lnRef>
            <a:fillRef idx="0">
              <a:scrgbClr r="0" g="0" b="0"/>
            </a:fillRef>
            <a:effectRef idx="0">
              <a:scrgbClr r="0" g="0" b="0"/>
            </a:effectRef>
            <a:fontRef idx="minor"/>
          </p:style>
        </p:sp>
      </p:grpSp>
      <p:grpSp>
        <p:nvGrpSpPr>
          <p:cNvPr id="12" name="Group 4">
            <a:extLst>
              <a:ext uri="{FF2B5EF4-FFF2-40B4-BE49-F238E27FC236}">
                <a16:creationId xmlns:a16="http://schemas.microsoft.com/office/drawing/2014/main" id="{DDDA5E2F-9661-4F4D-A303-61F4B9EB1A14}"/>
              </a:ext>
            </a:extLst>
          </p:cNvPr>
          <p:cNvGrpSpPr/>
          <p:nvPr/>
        </p:nvGrpSpPr>
        <p:grpSpPr>
          <a:xfrm>
            <a:off x="3146040" y="3880080"/>
            <a:ext cx="6857280" cy="2461320"/>
            <a:chOff x="3146040" y="3880080"/>
            <a:chExt cx="6857280" cy="2461320"/>
          </a:xfrm>
        </p:grpSpPr>
        <p:pic>
          <p:nvPicPr>
            <p:cNvPr id="13" name="Picture 7">
              <a:extLst>
                <a:ext uri="{FF2B5EF4-FFF2-40B4-BE49-F238E27FC236}">
                  <a16:creationId xmlns:a16="http://schemas.microsoft.com/office/drawing/2014/main" id="{792A5840-F964-486E-B029-0FF9C79880DF}"/>
                </a:ext>
              </a:extLst>
            </p:cNvPr>
            <p:cNvPicPr/>
            <p:nvPr/>
          </p:nvPicPr>
          <p:blipFill>
            <a:blip r:embed="rId3"/>
            <a:stretch/>
          </p:blipFill>
          <p:spPr>
            <a:xfrm>
              <a:off x="3146040" y="3880080"/>
              <a:ext cx="6857280" cy="2461320"/>
            </a:xfrm>
            <a:prstGeom prst="rect">
              <a:avLst/>
            </a:prstGeom>
            <a:ln w="9360">
              <a:noFill/>
            </a:ln>
          </p:spPr>
        </p:pic>
        <p:sp>
          <p:nvSpPr>
            <p:cNvPr id="14" name="CustomShape 5">
              <a:extLst>
                <a:ext uri="{FF2B5EF4-FFF2-40B4-BE49-F238E27FC236}">
                  <a16:creationId xmlns:a16="http://schemas.microsoft.com/office/drawing/2014/main" id="{B34336DD-5CED-4937-B056-246F58080306}"/>
                </a:ext>
              </a:extLst>
            </p:cNvPr>
            <p:cNvSpPr/>
            <p:nvPr/>
          </p:nvSpPr>
          <p:spPr>
            <a:xfrm>
              <a:off x="3298320" y="5216760"/>
              <a:ext cx="5562000" cy="456480"/>
            </a:xfrm>
            <a:prstGeom prst="rect">
              <a:avLst/>
            </a:prstGeom>
            <a:noFill/>
            <a:ln w="22320">
              <a:solidFill>
                <a:srgbClr val="FF0000"/>
              </a:solidFill>
              <a:miter/>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1899303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B8A3CD-0ACC-4B8D-AE3A-D6C0BA97A5D2}"/>
              </a:ext>
            </a:extLst>
          </p:cNvPr>
          <p:cNvSpPr>
            <a:spLocks noGrp="1"/>
          </p:cNvSpPr>
          <p:nvPr>
            <p:ph type="title"/>
          </p:nvPr>
        </p:nvSpPr>
        <p:spPr/>
        <p:txBody>
          <a:bodyPr/>
          <a:lstStyle/>
          <a:p>
            <a:r>
              <a:rPr lang="en-US" altLang="zh-TW" dirty="0" err="1"/>
              <a:t>grayoutif</a:t>
            </a:r>
            <a:endParaRPr lang="zh-TW" altLang="en-US" dirty="0"/>
          </a:p>
        </p:txBody>
      </p:sp>
      <p:sp>
        <p:nvSpPr>
          <p:cNvPr id="3" name="內容版面配置區 2">
            <a:extLst>
              <a:ext uri="{FF2B5EF4-FFF2-40B4-BE49-F238E27FC236}">
                <a16:creationId xmlns:a16="http://schemas.microsoft.com/office/drawing/2014/main" id="{76DE6DE0-4512-4A7C-A038-AD34264C8245}"/>
              </a:ext>
            </a:extLst>
          </p:cNvPr>
          <p:cNvSpPr>
            <a:spLocks noGrp="1"/>
          </p:cNvSpPr>
          <p:nvPr>
            <p:ph idx="1"/>
          </p:nvPr>
        </p:nvSpPr>
        <p:spPr/>
        <p:txBody>
          <a:bodyPr/>
          <a:lstStyle/>
          <a:p>
            <a:pPr marL="685800" lvl="1" indent="-227880">
              <a:lnSpc>
                <a:spcPct val="90000"/>
              </a:lnSpc>
              <a:spcBef>
                <a:spcPts val="700"/>
              </a:spcBef>
              <a:buClr>
                <a:srgbClr val="3F3F3F"/>
              </a:buClr>
              <a:buFont typeface="Arial"/>
              <a:buChar char="•"/>
            </a:pPr>
            <a:r>
              <a:rPr lang="en-US" altLang="zh-TW" sz="2800" b="0" strike="noStrike" spc="-1" dirty="0">
                <a:solidFill>
                  <a:srgbClr val="3F3F3F"/>
                </a:solidFill>
                <a:latin typeface="Segoe UI"/>
                <a:ea typeface="新細明體"/>
              </a:rPr>
              <a:t>This tag causes the following tag to be displayed in a special display form used for inaccessible options if the Boolean expression evaluates to true.</a:t>
            </a:r>
            <a:endParaRPr lang="en-US" altLang="zh-TW" sz="2800" b="0" strike="noStrike" spc="-1" dirty="0">
              <a:latin typeface="Arial"/>
            </a:endParaRPr>
          </a:p>
        </p:txBody>
      </p:sp>
      <p:sp>
        <p:nvSpPr>
          <p:cNvPr id="6" name="CustomShape 3">
            <a:extLst>
              <a:ext uri="{FF2B5EF4-FFF2-40B4-BE49-F238E27FC236}">
                <a16:creationId xmlns:a16="http://schemas.microsoft.com/office/drawing/2014/main" id="{E7BFDF21-47EA-42F0-A192-A6167E9FC143}"/>
              </a:ext>
            </a:extLst>
          </p:cNvPr>
          <p:cNvSpPr/>
          <p:nvPr/>
        </p:nvSpPr>
        <p:spPr>
          <a:xfrm>
            <a:off x="2362320" y="2714760"/>
            <a:ext cx="7466760" cy="283320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262626"/>
                </a:solidFill>
                <a:latin typeface="Calibri"/>
                <a:ea typeface="DejaVu Sans"/>
              </a:rPr>
              <a:t>grayoutif</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    ideqval SystemConfig.IdeController == 0;</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    oneof</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        varid      	= SystemConfig.SataCnfigure,</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        prompt	= STRING_TOKEN(STR_HDC_CONFIGURE_TYPE_STRING),</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        help		= STRING_TOKEN(STR_HDC_CONFIGURE_TYPE_HELP),</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        …</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    endoneof;</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    …</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endif;</a:t>
            </a:r>
            <a:endParaRPr lang="en-US" sz="1800" b="0" strike="noStrike" spc="-1">
              <a:latin typeface="Arial"/>
            </a:endParaRPr>
          </a:p>
        </p:txBody>
      </p:sp>
    </p:spTree>
    <p:extLst>
      <p:ext uri="{BB962C8B-B14F-4D97-AF65-F5344CB8AC3E}">
        <p14:creationId xmlns:p14="http://schemas.microsoft.com/office/powerpoint/2010/main" val="4526389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478C5A-33A3-4538-B2A7-B10F83F91760}"/>
              </a:ext>
            </a:extLst>
          </p:cNvPr>
          <p:cNvSpPr>
            <a:spLocks noGrp="1"/>
          </p:cNvSpPr>
          <p:nvPr>
            <p:ph type="title"/>
          </p:nvPr>
        </p:nvSpPr>
        <p:spPr/>
        <p:txBody>
          <a:bodyPr/>
          <a:lstStyle/>
          <a:p>
            <a:pPr>
              <a:lnSpc>
                <a:spcPct val="90000"/>
              </a:lnSpc>
            </a:pPr>
            <a:r>
              <a:rPr lang="en-US" altLang="zh-TW" sz="4000" b="1" strike="noStrike" spc="-1" dirty="0">
                <a:solidFill>
                  <a:srgbClr val="000000"/>
                </a:solidFill>
              </a:rPr>
              <a:t>Illustration</a:t>
            </a:r>
            <a:endParaRPr lang="en-US" altLang="zh-TW" sz="4000" b="0" strike="noStrike" spc="-1" dirty="0"/>
          </a:p>
        </p:txBody>
      </p:sp>
      <p:grpSp>
        <p:nvGrpSpPr>
          <p:cNvPr id="9" name="群組 8">
            <a:extLst>
              <a:ext uri="{FF2B5EF4-FFF2-40B4-BE49-F238E27FC236}">
                <a16:creationId xmlns:a16="http://schemas.microsoft.com/office/drawing/2014/main" id="{93290769-30BD-4E48-8E83-0A0E755F6F6E}"/>
              </a:ext>
            </a:extLst>
          </p:cNvPr>
          <p:cNvGrpSpPr/>
          <p:nvPr/>
        </p:nvGrpSpPr>
        <p:grpSpPr>
          <a:xfrm>
            <a:off x="2090160" y="1281240"/>
            <a:ext cx="7930800" cy="5279760"/>
            <a:chOff x="2090160" y="1281240"/>
            <a:chExt cx="7930800" cy="5279760"/>
          </a:xfrm>
        </p:grpSpPr>
        <p:pic>
          <p:nvPicPr>
            <p:cNvPr id="11" name="Picture 6">
              <a:extLst>
                <a:ext uri="{FF2B5EF4-FFF2-40B4-BE49-F238E27FC236}">
                  <a16:creationId xmlns:a16="http://schemas.microsoft.com/office/drawing/2014/main" id="{5BC34C0D-2988-4DDF-922A-8C9361B45F4B}"/>
                </a:ext>
              </a:extLst>
            </p:cNvPr>
            <p:cNvPicPr/>
            <p:nvPr/>
          </p:nvPicPr>
          <p:blipFill>
            <a:blip r:embed="rId2"/>
            <a:stretch/>
          </p:blipFill>
          <p:spPr>
            <a:xfrm>
              <a:off x="2090160" y="1281240"/>
              <a:ext cx="4958640" cy="3582720"/>
            </a:xfrm>
            <a:prstGeom prst="rect">
              <a:avLst/>
            </a:prstGeom>
            <a:ln w="9360">
              <a:solidFill>
                <a:schemeClr val="tx1"/>
              </a:solidFill>
              <a:miter/>
            </a:ln>
          </p:spPr>
        </p:pic>
        <p:pic>
          <p:nvPicPr>
            <p:cNvPr id="15" name="Picture 7">
              <a:extLst>
                <a:ext uri="{FF2B5EF4-FFF2-40B4-BE49-F238E27FC236}">
                  <a16:creationId xmlns:a16="http://schemas.microsoft.com/office/drawing/2014/main" id="{896387B9-540A-497A-915A-2E4D177CB235}"/>
                </a:ext>
              </a:extLst>
            </p:cNvPr>
            <p:cNvPicPr/>
            <p:nvPr/>
          </p:nvPicPr>
          <p:blipFill>
            <a:blip r:embed="rId3"/>
            <a:stretch/>
          </p:blipFill>
          <p:spPr>
            <a:xfrm>
              <a:off x="4466880" y="2515680"/>
              <a:ext cx="5554080" cy="4045320"/>
            </a:xfrm>
            <a:prstGeom prst="rect">
              <a:avLst/>
            </a:prstGeom>
            <a:ln w="9360">
              <a:solidFill>
                <a:schemeClr val="tx1"/>
              </a:solidFill>
              <a:miter/>
            </a:ln>
          </p:spPr>
        </p:pic>
      </p:grpSp>
    </p:spTree>
    <p:extLst>
      <p:ext uri="{BB962C8B-B14F-4D97-AF65-F5344CB8AC3E}">
        <p14:creationId xmlns:p14="http://schemas.microsoft.com/office/powerpoint/2010/main" val="14297489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85CF7D70-4E3C-419C-A8EA-9842D88CF405}"/>
              </a:ext>
            </a:extLst>
          </p:cNvPr>
          <p:cNvSpPr>
            <a:spLocks noGrp="1"/>
          </p:cNvSpPr>
          <p:nvPr>
            <p:ph type="sldNum" sz="quarter" idx="12"/>
          </p:nvPr>
        </p:nvSpPr>
        <p:spPr/>
        <p:txBody>
          <a:bodyPr/>
          <a:lstStyle/>
          <a:p>
            <a:fld id="{711F1488-76AD-4E7F-AEC8-BF811B7D74A5}" type="slidenum">
              <a:rPr lang="en-US" smtClean="0"/>
              <a:pPr/>
              <a:t>31</a:t>
            </a:fld>
            <a:endParaRPr lang="en-US"/>
          </a:p>
        </p:txBody>
      </p:sp>
      <p:sp>
        <p:nvSpPr>
          <p:cNvPr id="3" name="標題 2">
            <a:extLst>
              <a:ext uri="{FF2B5EF4-FFF2-40B4-BE49-F238E27FC236}">
                <a16:creationId xmlns:a16="http://schemas.microsoft.com/office/drawing/2014/main" id="{8F8A4FC9-4886-4728-8F16-96DA3F161252}"/>
              </a:ext>
            </a:extLst>
          </p:cNvPr>
          <p:cNvSpPr>
            <a:spLocks noGrp="1"/>
          </p:cNvSpPr>
          <p:nvPr>
            <p:ph type="title"/>
          </p:nvPr>
        </p:nvSpPr>
        <p:spPr/>
        <p:txBody>
          <a:bodyPr/>
          <a:lstStyle/>
          <a:p>
            <a:r>
              <a:rPr lang="en-US" altLang="zh-TW" dirty="0"/>
              <a:t>Setup Customization</a:t>
            </a:r>
            <a:endParaRPr lang="zh-TW" altLang="en-US" dirty="0"/>
          </a:p>
        </p:txBody>
      </p:sp>
    </p:spTree>
    <p:extLst>
      <p:ext uri="{BB962C8B-B14F-4D97-AF65-F5344CB8AC3E}">
        <p14:creationId xmlns:p14="http://schemas.microsoft.com/office/powerpoint/2010/main" val="3569363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07ADF4A-1391-4C38-8B01-C292E9A7ABF5}"/>
              </a:ext>
            </a:extLst>
          </p:cNvPr>
          <p:cNvSpPr>
            <a:spLocks noGrp="1"/>
          </p:cNvSpPr>
          <p:nvPr>
            <p:ph type="title"/>
          </p:nvPr>
        </p:nvSpPr>
        <p:spPr/>
        <p:txBody>
          <a:bodyPr/>
          <a:lstStyle/>
          <a:p>
            <a:r>
              <a:rPr lang="en-US" altLang="zh-TW" dirty="0"/>
              <a:t>Setup Customization</a:t>
            </a:r>
            <a:endParaRPr lang="zh-TW" altLang="en-US" dirty="0"/>
          </a:p>
        </p:txBody>
      </p:sp>
      <p:sp>
        <p:nvSpPr>
          <p:cNvPr id="3" name="內容版面配置區 2">
            <a:extLst>
              <a:ext uri="{FF2B5EF4-FFF2-40B4-BE49-F238E27FC236}">
                <a16:creationId xmlns:a16="http://schemas.microsoft.com/office/drawing/2014/main" id="{B454C3A9-FA00-436A-AF27-B6DE8C59F561}"/>
              </a:ext>
            </a:extLst>
          </p:cNvPr>
          <p:cNvSpPr>
            <a:spLocks noGrp="1"/>
          </p:cNvSpPr>
          <p:nvPr>
            <p:ph idx="1"/>
          </p:nvPr>
        </p:nvSpPr>
        <p:spPr/>
        <p:txBody>
          <a:bodyPr/>
          <a:lstStyle/>
          <a:p>
            <a:pPr indent="-227880">
              <a:spcBef>
                <a:spcPts val="1199"/>
              </a:spcBef>
              <a:buClr>
                <a:srgbClr val="262626"/>
              </a:buClr>
              <a:buFont typeface="Arial"/>
              <a:buChar char="•"/>
            </a:pPr>
            <a:r>
              <a:rPr lang="en-US" altLang="zh-TW" spc="-1" dirty="0">
                <a:solidFill>
                  <a:srgbClr val="262626"/>
                </a:solidFill>
                <a:latin typeface="Segoe UI"/>
                <a:ea typeface="新細明體"/>
              </a:rPr>
              <a:t>Use VFR to describe Form according to platform requirement</a:t>
            </a:r>
          </a:p>
          <a:p>
            <a:pPr indent="-227880">
              <a:spcBef>
                <a:spcPts val="1199"/>
              </a:spcBef>
              <a:buClr>
                <a:srgbClr val="262626"/>
              </a:buClr>
              <a:buFont typeface="Arial"/>
              <a:buChar char="•"/>
            </a:pPr>
            <a:r>
              <a:rPr lang="en-US" altLang="zh-TW" spc="-1" dirty="0">
                <a:solidFill>
                  <a:srgbClr val="262626"/>
                </a:solidFill>
                <a:latin typeface="Segoe UI"/>
                <a:ea typeface="新細明體"/>
              </a:rPr>
              <a:t>Steps:</a:t>
            </a:r>
          </a:p>
          <a:p>
            <a:pPr marL="915120" lvl="1" indent="-457200">
              <a:lnSpc>
                <a:spcPct val="90000"/>
              </a:lnSpc>
              <a:spcBef>
                <a:spcPts val="1199"/>
              </a:spcBef>
              <a:buClr>
                <a:srgbClr val="262626"/>
              </a:buClr>
              <a:buFont typeface="+mj-lt"/>
              <a:buAutoNum type="arabicPeriod"/>
            </a:pPr>
            <a:r>
              <a:rPr lang="en-US" altLang="zh-TW" sz="2400" b="0" strike="noStrike" spc="-1" dirty="0">
                <a:solidFill>
                  <a:srgbClr val="262626"/>
                </a:solidFill>
                <a:latin typeface="Segoe UI"/>
                <a:ea typeface="新細明體"/>
              </a:rPr>
              <a:t>Add new option in a form</a:t>
            </a:r>
            <a:endParaRPr lang="en-US" altLang="zh-TW" sz="2400" b="0" strike="noStrike" spc="-1" dirty="0">
              <a:latin typeface="Arial"/>
            </a:endParaRPr>
          </a:p>
          <a:p>
            <a:pPr marL="915120" lvl="1" indent="-457200">
              <a:lnSpc>
                <a:spcPct val="90000"/>
              </a:lnSpc>
              <a:spcBef>
                <a:spcPts val="1199"/>
              </a:spcBef>
              <a:buClr>
                <a:srgbClr val="262626"/>
              </a:buClr>
              <a:buFont typeface="+mj-lt"/>
              <a:buAutoNum type="arabicPeriod"/>
            </a:pPr>
            <a:r>
              <a:rPr lang="en-US" altLang="zh-TW" sz="2400" b="0" strike="noStrike" spc="-1" dirty="0">
                <a:solidFill>
                  <a:srgbClr val="262626"/>
                </a:solidFill>
                <a:latin typeface="Segoe UI"/>
                <a:ea typeface="新細明體"/>
              </a:rPr>
              <a:t>Define string and data structure</a:t>
            </a:r>
            <a:endParaRPr lang="en-US" altLang="zh-TW" sz="2400" b="0" strike="noStrike" spc="-1" dirty="0">
              <a:latin typeface="Arial"/>
            </a:endParaRPr>
          </a:p>
          <a:p>
            <a:pPr marL="915120" lvl="1" indent="-457200">
              <a:lnSpc>
                <a:spcPct val="90000"/>
              </a:lnSpc>
              <a:spcBef>
                <a:spcPts val="1199"/>
              </a:spcBef>
              <a:buClr>
                <a:srgbClr val="262626"/>
              </a:buClr>
              <a:buFont typeface="+mj-lt"/>
              <a:buAutoNum type="arabicPeriod"/>
            </a:pPr>
            <a:r>
              <a:rPr lang="en-US" altLang="zh-TW" sz="2400" b="0" strike="noStrike" spc="-1" dirty="0">
                <a:solidFill>
                  <a:srgbClr val="262626"/>
                </a:solidFill>
                <a:latin typeface="Segoe UI"/>
                <a:ea typeface="新細明體"/>
              </a:rPr>
              <a:t>Enable callback for the option (optional)</a:t>
            </a:r>
            <a:endParaRPr lang="en-US" altLang="zh-TW" sz="2400" b="0" strike="noStrike" spc="-1" dirty="0">
              <a:latin typeface="Arial"/>
            </a:endParaRPr>
          </a:p>
          <a:p>
            <a:pPr marL="915120" lvl="1" indent="-457200">
              <a:lnSpc>
                <a:spcPct val="90000"/>
              </a:lnSpc>
              <a:spcBef>
                <a:spcPts val="1199"/>
              </a:spcBef>
              <a:buClr>
                <a:srgbClr val="262626"/>
              </a:buClr>
              <a:buFont typeface="+mj-lt"/>
              <a:buAutoNum type="arabicPeriod"/>
            </a:pPr>
            <a:r>
              <a:rPr lang="en-US" altLang="zh-TW" sz="2400" b="0" strike="noStrike" spc="-1" dirty="0">
                <a:solidFill>
                  <a:srgbClr val="262626"/>
                </a:solidFill>
                <a:latin typeface="Segoe UI"/>
                <a:ea typeface="新細明體"/>
              </a:rPr>
              <a:t>Set callback function (optional)</a:t>
            </a:r>
            <a:endParaRPr lang="en-US" altLang="zh-TW" sz="2400" b="0" strike="noStrike" spc="-1" dirty="0">
              <a:latin typeface="Arial"/>
            </a:endParaRPr>
          </a:p>
          <a:p>
            <a:pPr>
              <a:lnSpc>
                <a:spcPct val="90000"/>
              </a:lnSpc>
              <a:spcBef>
                <a:spcPts val="1001"/>
              </a:spcBef>
            </a:pPr>
            <a:endParaRPr lang="en-US" altLang="zh-TW" sz="2400" b="0" strike="noStrike" spc="-1" dirty="0">
              <a:latin typeface="Arial"/>
            </a:endParaRPr>
          </a:p>
          <a:p>
            <a:endParaRPr lang="zh-TW" altLang="en-US" dirty="0"/>
          </a:p>
        </p:txBody>
      </p:sp>
    </p:spTree>
    <p:extLst>
      <p:ext uri="{BB962C8B-B14F-4D97-AF65-F5344CB8AC3E}">
        <p14:creationId xmlns:p14="http://schemas.microsoft.com/office/powerpoint/2010/main" val="5547991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07ADF4A-1391-4C38-8B01-C292E9A7ABF5}"/>
              </a:ext>
            </a:extLst>
          </p:cNvPr>
          <p:cNvSpPr>
            <a:spLocks noGrp="1"/>
          </p:cNvSpPr>
          <p:nvPr>
            <p:ph type="title"/>
          </p:nvPr>
        </p:nvSpPr>
        <p:spPr/>
        <p:txBody>
          <a:bodyPr/>
          <a:lstStyle/>
          <a:p>
            <a:pPr>
              <a:lnSpc>
                <a:spcPct val="90000"/>
              </a:lnSpc>
            </a:pPr>
            <a:r>
              <a:rPr lang="en-US" altLang="zh-TW" sz="4000" b="1" strike="noStrike" spc="-1" dirty="0">
                <a:solidFill>
                  <a:srgbClr val="000000"/>
                </a:solidFill>
              </a:rPr>
              <a:t>Add new option in a Form</a:t>
            </a:r>
            <a:endParaRPr lang="en-US" altLang="zh-TW" sz="4000" b="0" strike="noStrike" spc="-1" dirty="0"/>
          </a:p>
        </p:txBody>
      </p:sp>
      <p:sp>
        <p:nvSpPr>
          <p:cNvPr id="3" name="內容版面配置區 2">
            <a:extLst>
              <a:ext uri="{FF2B5EF4-FFF2-40B4-BE49-F238E27FC236}">
                <a16:creationId xmlns:a16="http://schemas.microsoft.com/office/drawing/2014/main" id="{B454C3A9-FA00-436A-AF27-B6DE8C59F561}"/>
              </a:ext>
            </a:extLst>
          </p:cNvPr>
          <p:cNvSpPr>
            <a:spLocks noGrp="1"/>
          </p:cNvSpPr>
          <p:nvPr>
            <p:ph idx="1"/>
          </p:nvPr>
        </p:nvSpPr>
        <p:spPr/>
        <p:txBody>
          <a:bodyPr>
            <a:normAutofit/>
          </a:bodyPr>
          <a:lstStyle/>
          <a:p>
            <a:pPr indent="-227880">
              <a:spcBef>
                <a:spcPts val="1199"/>
              </a:spcBef>
              <a:buClr>
                <a:srgbClr val="262626"/>
              </a:buClr>
              <a:buFont typeface="Arial"/>
              <a:buChar char="•"/>
            </a:pPr>
            <a:r>
              <a:rPr lang="en-US" altLang="zh-TW" sz="2400" spc="-1" dirty="0">
                <a:solidFill>
                  <a:srgbClr val="262626"/>
                </a:solidFill>
                <a:ea typeface="新細明體"/>
              </a:rPr>
              <a:t>Intel\</a:t>
            </a:r>
            <a:r>
              <a:rPr lang="en-US" altLang="zh-TW" sz="2400" spc="-1" dirty="0" err="1">
                <a:solidFill>
                  <a:srgbClr val="262626"/>
                </a:solidFill>
                <a:ea typeface="新細明體"/>
              </a:rPr>
              <a:t>EagleStream</a:t>
            </a:r>
            <a:r>
              <a:rPr lang="en-US" altLang="zh-TW" sz="2400" spc="-1" dirty="0">
                <a:solidFill>
                  <a:srgbClr val="262626"/>
                </a:solidFill>
                <a:latin typeface="Segoe UI"/>
                <a:ea typeface="新細明體"/>
              </a:rPr>
              <a:t>\$(CHIPSET_PKG)\</a:t>
            </a:r>
            <a:r>
              <a:rPr lang="en-US" altLang="zh-TW" sz="2400" spc="-1" dirty="0" err="1">
                <a:solidFill>
                  <a:srgbClr val="262626"/>
                </a:solidFill>
                <a:latin typeface="Segoe UI"/>
                <a:ea typeface="新細明體"/>
              </a:rPr>
              <a:t>UefiSetupUtilityDxe</a:t>
            </a:r>
            <a:r>
              <a:rPr lang="en-US" altLang="zh-TW" sz="2400" spc="-1" dirty="0">
                <a:solidFill>
                  <a:srgbClr val="262626"/>
                </a:solidFill>
                <a:latin typeface="Segoe UI"/>
                <a:ea typeface="新細明體"/>
              </a:rPr>
              <a:t>\Advance\ </a:t>
            </a:r>
            <a:r>
              <a:rPr lang="en-US" altLang="zh-TW" sz="2400" spc="-1" dirty="0" err="1">
                <a:solidFill>
                  <a:srgbClr val="262626"/>
                </a:solidFill>
                <a:latin typeface="Segoe UI"/>
                <a:ea typeface="新細明體"/>
              </a:rPr>
              <a:t>AdvanceVfr.vfr</a:t>
            </a:r>
            <a:endParaRPr lang="en-US" altLang="zh-TW" sz="2400" spc="-1" dirty="0">
              <a:solidFill>
                <a:srgbClr val="262626"/>
              </a:solidFill>
              <a:latin typeface="Segoe UI"/>
              <a:ea typeface="新細明體"/>
            </a:endParaRPr>
          </a:p>
          <a:p>
            <a:pPr indent="-227880">
              <a:spcBef>
                <a:spcPts val="1199"/>
              </a:spcBef>
              <a:buClr>
                <a:srgbClr val="262626"/>
              </a:buClr>
              <a:buFont typeface="Arial"/>
              <a:buChar char="•"/>
            </a:pPr>
            <a:r>
              <a:rPr lang="en-US" altLang="zh-TW" sz="2400" spc="-1" dirty="0">
                <a:solidFill>
                  <a:srgbClr val="262626"/>
                </a:solidFill>
                <a:latin typeface="Segoe UI"/>
                <a:ea typeface="新細明體"/>
              </a:rPr>
              <a:t>Example : </a:t>
            </a:r>
            <a:r>
              <a:rPr lang="en-US" altLang="zh-TW" sz="2400" spc="-1" dirty="0" err="1">
                <a:solidFill>
                  <a:srgbClr val="262626"/>
                </a:solidFill>
                <a:latin typeface="Segoe UI"/>
                <a:ea typeface="新細明體"/>
              </a:rPr>
              <a:t>MyTest</a:t>
            </a:r>
            <a:r>
              <a:rPr lang="en-US" altLang="zh-TW" sz="2400" spc="-1" dirty="0">
                <a:solidFill>
                  <a:srgbClr val="262626"/>
                </a:solidFill>
                <a:latin typeface="Segoe UI"/>
                <a:ea typeface="新細明體"/>
              </a:rPr>
              <a:t> Option</a:t>
            </a:r>
          </a:p>
        </p:txBody>
      </p:sp>
      <p:sp>
        <p:nvSpPr>
          <p:cNvPr id="7" name="CustomShape 3">
            <a:extLst>
              <a:ext uri="{FF2B5EF4-FFF2-40B4-BE49-F238E27FC236}">
                <a16:creationId xmlns:a16="http://schemas.microsoft.com/office/drawing/2014/main" id="{5FA18AB8-0221-48C7-A9A8-B3670D739F7F}"/>
              </a:ext>
            </a:extLst>
          </p:cNvPr>
          <p:cNvSpPr/>
          <p:nvPr/>
        </p:nvSpPr>
        <p:spPr>
          <a:xfrm>
            <a:off x="1943280" y="2620014"/>
            <a:ext cx="8305200" cy="201024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dirty="0" err="1">
                <a:solidFill>
                  <a:srgbClr val="262626"/>
                </a:solidFill>
                <a:latin typeface="Calibri"/>
                <a:ea typeface="DejaVu Sans"/>
              </a:rPr>
              <a:t>oneof</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a:t>
            </a:r>
            <a:r>
              <a:rPr lang="en-US" sz="1800" b="0" strike="noStrike" spc="-1" dirty="0" err="1">
                <a:solidFill>
                  <a:srgbClr val="262626"/>
                </a:solidFill>
                <a:latin typeface="Calibri"/>
                <a:ea typeface="DejaVu Sans"/>
              </a:rPr>
              <a:t>varid</a:t>
            </a:r>
            <a:r>
              <a:rPr lang="en-US" sz="1800" b="0" strike="noStrike" spc="-1" dirty="0">
                <a:solidFill>
                  <a:srgbClr val="262626"/>
                </a:solidFill>
                <a:latin typeface="Calibri"/>
                <a:ea typeface="DejaVu Sans"/>
              </a:rPr>
              <a:t>		= </a:t>
            </a:r>
            <a:r>
              <a:rPr lang="en-US" sz="1800" b="0" strike="noStrike" spc="-1" dirty="0" err="1">
                <a:solidFill>
                  <a:srgbClr val="262626"/>
                </a:solidFill>
                <a:latin typeface="Calibri"/>
                <a:ea typeface="DejaVu Sans"/>
              </a:rPr>
              <a:t>SystemConfig.</a:t>
            </a:r>
            <a:r>
              <a:rPr lang="en-US" sz="1800" b="0" strike="noStrike" spc="-1" dirty="0" err="1">
                <a:solidFill>
                  <a:srgbClr val="FF0000"/>
                </a:solidFill>
                <a:latin typeface="Calibri"/>
                <a:ea typeface="DejaVu Sans"/>
              </a:rPr>
              <a:t>MyTest</a:t>
            </a:r>
            <a:r>
              <a:rPr lang="en-US" sz="1800" b="0" strike="noStrike" spc="-1" dirty="0">
                <a:solidFill>
                  <a:srgbClr val="262626"/>
                </a:solidFill>
                <a:latin typeface="Calibri"/>
                <a:ea typeface="DejaVu Sans"/>
              </a:rPr>
              <a:t>,</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prompt		= STRING_TOKEN(</a:t>
            </a:r>
            <a:r>
              <a:rPr lang="en-US" sz="1800" b="0" strike="noStrike" spc="-1" dirty="0">
                <a:solidFill>
                  <a:srgbClr val="0000FF"/>
                </a:solidFill>
                <a:latin typeface="Calibri"/>
                <a:ea typeface="DejaVu Sans"/>
              </a:rPr>
              <a:t>STR_MYTEST_STRING</a:t>
            </a:r>
            <a:r>
              <a:rPr lang="en-US" sz="1800" b="0" strike="noStrike" spc="-1" dirty="0">
                <a:solidFill>
                  <a:srgbClr val="262626"/>
                </a:solidFill>
                <a:latin typeface="Calibri"/>
                <a:ea typeface="DejaVu Sans"/>
              </a:rPr>
              <a:t>),</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help		= STRING_TOKEN(</a:t>
            </a:r>
            <a:r>
              <a:rPr lang="en-US" sz="1800" b="0" strike="noStrike" spc="-1" dirty="0">
                <a:solidFill>
                  <a:srgbClr val="0000FF"/>
                </a:solidFill>
                <a:latin typeface="Calibri"/>
                <a:ea typeface="DejaVu Sans"/>
              </a:rPr>
              <a:t>STR_MYTEST_HELP</a:t>
            </a:r>
            <a:r>
              <a:rPr lang="en-US" sz="1800" b="0" strike="noStrike" spc="-1" dirty="0">
                <a:solidFill>
                  <a:srgbClr val="262626"/>
                </a:solidFill>
                <a:latin typeface="Calibri"/>
                <a:ea typeface="DejaVu Sans"/>
              </a:rPr>
              <a:t>),</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option text	= STRING_TOKEN(</a:t>
            </a:r>
            <a:r>
              <a:rPr lang="en-US" sz="1800" b="0" strike="noStrike" spc="-1" dirty="0">
                <a:solidFill>
                  <a:srgbClr val="0000FF"/>
                </a:solidFill>
                <a:latin typeface="Calibri"/>
                <a:ea typeface="DejaVu Sans"/>
              </a:rPr>
              <a:t>STR_ENABLED_TEXT</a:t>
            </a:r>
            <a:r>
              <a:rPr lang="en-US" sz="1800" b="0" strike="noStrike" spc="-1" dirty="0">
                <a:solidFill>
                  <a:srgbClr val="262626"/>
                </a:solidFill>
                <a:latin typeface="Calibri"/>
                <a:ea typeface="DejaVu Sans"/>
              </a:rPr>
              <a:t>), value = 1, flags = DEFAULT;</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option text	= STRING_TOKEN(</a:t>
            </a:r>
            <a:r>
              <a:rPr lang="en-US" sz="1800" b="0" strike="noStrike" spc="-1" dirty="0">
                <a:solidFill>
                  <a:srgbClr val="0000FF"/>
                </a:solidFill>
                <a:latin typeface="Calibri"/>
                <a:ea typeface="DejaVu Sans"/>
              </a:rPr>
              <a:t>STR_DISABLED_TEXT</a:t>
            </a:r>
            <a:r>
              <a:rPr lang="en-US" sz="1800" b="0" strike="noStrike" spc="-1" dirty="0">
                <a:solidFill>
                  <a:srgbClr val="262626"/>
                </a:solidFill>
                <a:latin typeface="Calibri"/>
                <a:ea typeface="DejaVu Sans"/>
              </a:rPr>
              <a:t>), value = 0, flags = 0;</a:t>
            </a:r>
            <a:endParaRPr lang="en-US" sz="1800" b="0" strike="noStrike" spc="-1" dirty="0">
              <a:latin typeface="Arial"/>
            </a:endParaRPr>
          </a:p>
          <a:p>
            <a:pPr>
              <a:lnSpc>
                <a:spcPct val="100000"/>
              </a:lnSpc>
            </a:pPr>
            <a:r>
              <a:rPr lang="en-US" sz="1800" b="0" strike="noStrike" spc="-1" dirty="0" err="1">
                <a:solidFill>
                  <a:srgbClr val="262626"/>
                </a:solidFill>
                <a:latin typeface="Calibri"/>
                <a:ea typeface="DejaVu Sans"/>
              </a:rPr>
              <a:t>endoneof</a:t>
            </a:r>
            <a:r>
              <a:rPr lang="en-US" sz="1800" b="0" strike="noStrike" spc="-1" dirty="0">
                <a:solidFill>
                  <a:srgbClr val="262626"/>
                </a:solidFill>
                <a:latin typeface="Calibri"/>
                <a:ea typeface="DejaVu Sans"/>
              </a:rPr>
              <a:t>;</a:t>
            </a:r>
            <a:endParaRPr lang="en-US" sz="1800" b="0" strike="noStrike" spc="-1" dirty="0">
              <a:latin typeface="Arial"/>
            </a:endParaRPr>
          </a:p>
        </p:txBody>
      </p:sp>
    </p:spTree>
    <p:extLst>
      <p:ext uri="{BB962C8B-B14F-4D97-AF65-F5344CB8AC3E}">
        <p14:creationId xmlns:p14="http://schemas.microsoft.com/office/powerpoint/2010/main" val="3329287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07ADF4A-1391-4C38-8B01-C292E9A7ABF5}"/>
              </a:ext>
            </a:extLst>
          </p:cNvPr>
          <p:cNvSpPr>
            <a:spLocks noGrp="1"/>
          </p:cNvSpPr>
          <p:nvPr>
            <p:ph type="title"/>
          </p:nvPr>
        </p:nvSpPr>
        <p:spPr/>
        <p:txBody>
          <a:bodyPr/>
          <a:lstStyle/>
          <a:p>
            <a:pPr>
              <a:lnSpc>
                <a:spcPct val="90000"/>
              </a:lnSpc>
            </a:pPr>
            <a:r>
              <a:rPr lang="en-US" altLang="zh-TW" sz="4000" b="1" strike="noStrike" spc="-1" dirty="0">
                <a:solidFill>
                  <a:srgbClr val="000000"/>
                </a:solidFill>
              </a:rPr>
              <a:t>String &amp; Data Structure Define</a:t>
            </a:r>
            <a:endParaRPr lang="en-US" altLang="zh-TW" sz="4000" b="0" strike="noStrike" spc="-1" dirty="0"/>
          </a:p>
        </p:txBody>
      </p:sp>
      <p:sp>
        <p:nvSpPr>
          <p:cNvPr id="3" name="內容版面配置區 2">
            <a:extLst>
              <a:ext uri="{FF2B5EF4-FFF2-40B4-BE49-F238E27FC236}">
                <a16:creationId xmlns:a16="http://schemas.microsoft.com/office/drawing/2014/main" id="{B454C3A9-FA00-436A-AF27-B6DE8C59F561}"/>
              </a:ext>
            </a:extLst>
          </p:cNvPr>
          <p:cNvSpPr>
            <a:spLocks noGrp="1"/>
          </p:cNvSpPr>
          <p:nvPr>
            <p:ph idx="1"/>
          </p:nvPr>
        </p:nvSpPr>
        <p:spPr>
          <a:xfrm>
            <a:off x="838200" y="1398494"/>
            <a:ext cx="10696662" cy="4778469"/>
          </a:xfrm>
        </p:spPr>
        <p:txBody>
          <a:bodyPr>
            <a:normAutofit/>
          </a:bodyPr>
          <a:lstStyle/>
          <a:p>
            <a:pPr indent="-227880">
              <a:spcBef>
                <a:spcPts val="1199"/>
              </a:spcBef>
              <a:buClr>
                <a:srgbClr val="262626"/>
              </a:buClr>
              <a:buFont typeface="Arial"/>
              <a:buChar char="•"/>
            </a:pPr>
            <a:r>
              <a:rPr lang="en-US" altLang="zh-TW" sz="2400" spc="-1" dirty="0">
                <a:solidFill>
                  <a:srgbClr val="262626"/>
                </a:solidFill>
                <a:ea typeface="新細明體"/>
              </a:rPr>
              <a:t>Intel\</a:t>
            </a:r>
            <a:r>
              <a:rPr lang="en-US" altLang="zh-TW" sz="2400" spc="-1" dirty="0" err="1">
                <a:solidFill>
                  <a:srgbClr val="262626"/>
                </a:solidFill>
                <a:ea typeface="新細明體"/>
              </a:rPr>
              <a:t>EagleStream</a:t>
            </a:r>
            <a:r>
              <a:rPr lang="en-US" altLang="zh-TW" sz="2400" spc="-1" dirty="0">
                <a:solidFill>
                  <a:srgbClr val="262626"/>
                </a:solidFill>
                <a:ea typeface="新細明體"/>
              </a:rPr>
              <a:t>\$(CHIPSET_PKG)\</a:t>
            </a:r>
            <a:r>
              <a:rPr lang="en-US" altLang="zh-TW" sz="2400" spc="-1" dirty="0" err="1">
                <a:solidFill>
                  <a:srgbClr val="262626"/>
                </a:solidFill>
                <a:ea typeface="新細明體"/>
              </a:rPr>
              <a:t>UefiSetupUtilityDxe</a:t>
            </a:r>
            <a:r>
              <a:rPr lang="en-US" altLang="zh-TW" sz="2400" spc="-1" dirty="0">
                <a:solidFill>
                  <a:srgbClr val="262626"/>
                </a:solidFill>
                <a:ea typeface="新細明體"/>
              </a:rPr>
              <a:t>\ </a:t>
            </a:r>
            <a:r>
              <a:rPr lang="en-US" altLang="zh-TW" sz="2400" spc="-1" dirty="0" err="1">
                <a:solidFill>
                  <a:srgbClr val="262626"/>
                </a:solidFill>
                <a:ea typeface="新細明體"/>
              </a:rPr>
              <a:t>SetupVfrStrings.uni</a:t>
            </a:r>
            <a:endParaRPr lang="en-US" altLang="zh-TW" sz="2400" spc="-1" dirty="0">
              <a:solidFill>
                <a:srgbClr val="262626"/>
              </a:solidFill>
              <a:ea typeface="新細明體"/>
            </a:endParaRPr>
          </a:p>
          <a:p>
            <a:pPr indent="-227880">
              <a:spcBef>
                <a:spcPts val="1199"/>
              </a:spcBef>
              <a:buClr>
                <a:srgbClr val="262626"/>
              </a:buClr>
              <a:buFont typeface="Arial"/>
              <a:buChar char="•"/>
            </a:pPr>
            <a:endParaRPr lang="en-US" altLang="zh-TW" sz="2400" spc="-1" dirty="0">
              <a:solidFill>
                <a:srgbClr val="262626"/>
              </a:solidFill>
              <a:ea typeface="新細明體"/>
            </a:endParaRPr>
          </a:p>
          <a:p>
            <a:pPr indent="-227880">
              <a:spcBef>
                <a:spcPts val="1199"/>
              </a:spcBef>
              <a:buClr>
                <a:srgbClr val="262626"/>
              </a:buClr>
              <a:buFont typeface="Arial"/>
              <a:buChar char="•"/>
            </a:pPr>
            <a:endParaRPr lang="en-US" altLang="zh-TW" sz="2400" spc="-1" dirty="0">
              <a:solidFill>
                <a:srgbClr val="262626"/>
              </a:solidFill>
              <a:ea typeface="新細明體"/>
            </a:endParaRPr>
          </a:p>
          <a:p>
            <a:pPr indent="-227880">
              <a:spcBef>
                <a:spcPts val="1199"/>
              </a:spcBef>
              <a:buClr>
                <a:srgbClr val="262626"/>
              </a:buClr>
              <a:buFont typeface="Arial"/>
              <a:buChar char="•"/>
            </a:pPr>
            <a:endParaRPr lang="en-US" altLang="zh-TW" sz="2400" spc="-1" dirty="0">
              <a:solidFill>
                <a:srgbClr val="262626"/>
              </a:solidFill>
              <a:ea typeface="新細明體"/>
            </a:endParaRPr>
          </a:p>
          <a:p>
            <a:pPr indent="-227880">
              <a:spcBef>
                <a:spcPts val="1199"/>
              </a:spcBef>
              <a:buClr>
                <a:srgbClr val="262626"/>
              </a:buClr>
              <a:buFont typeface="Arial"/>
              <a:buChar char="•"/>
            </a:pPr>
            <a:r>
              <a:rPr lang="en-US" altLang="zh-TW" sz="2400" spc="-1" dirty="0">
                <a:solidFill>
                  <a:srgbClr val="262626"/>
                </a:solidFill>
                <a:ea typeface="新細明體"/>
              </a:rPr>
              <a:t>Board\Intel\$(PROJECT_PKG)\Include\</a:t>
            </a:r>
            <a:r>
              <a:rPr lang="en-US" altLang="zh-TW" sz="2400" spc="-1" dirty="0" err="1">
                <a:solidFill>
                  <a:srgbClr val="0000FF"/>
                </a:solidFill>
              </a:rPr>
              <a:t>SetupConfig.h</a:t>
            </a:r>
            <a:r>
              <a:rPr lang="en-US" altLang="zh-TW" sz="2400" spc="-1" dirty="0">
                <a:solidFill>
                  <a:srgbClr val="0000FF"/>
                </a:solidFill>
              </a:rPr>
              <a:t>  </a:t>
            </a:r>
            <a:r>
              <a:rPr lang="en-US" altLang="zh-TW" sz="2400" spc="-1" dirty="0">
                <a:solidFill>
                  <a:srgbClr val="FF0000"/>
                </a:solidFill>
                <a:ea typeface="新細明體"/>
              </a:rPr>
              <a:t>&amp;</a:t>
            </a:r>
            <a:r>
              <a:rPr lang="en-US" altLang="zh-TW" sz="2400" spc="-1" dirty="0">
                <a:solidFill>
                  <a:srgbClr val="262626"/>
                </a:solidFill>
                <a:ea typeface="新細明體"/>
              </a:rPr>
              <a:t> Intel\</a:t>
            </a:r>
            <a:r>
              <a:rPr lang="en-US" altLang="zh-TW" sz="2400" spc="-1" dirty="0" err="1">
                <a:solidFill>
                  <a:srgbClr val="262626"/>
                </a:solidFill>
                <a:ea typeface="新細明體"/>
              </a:rPr>
              <a:t>EagleStream</a:t>
            </a:r>
            <a:r>
              <a:rPr lang="en-US" altLang="zh-TW" sz="2400" spc="-1" dirty="0">
                <a:solidFill>
                  <a:srgbClr val="262626"/>
                </a:solidFill>
                <a:ea typeface="新細明體"/>
              </a:rPr>
              <a:t>\$(CHIPSET_PKG)\Include\</a:t>
            </a:r>
            <a:r>
              <a:rPr lang="en-US" altLang="zh-TW" sz="2400" spc="-1" dirty="0" err="1">
                <a:solidFill>
                  <a:srgbClr val="0000FF"/>
                </a:solidFill>
              </a:rPr>
              <a:t>ChipsetSetupConfig.h</a:t>
            </a:r>
            <a:endParaRPr lang="en-US" altLang="zh-TW" sz="2400" spc="-1" dirty="0">
              <a:solidFill>
                <a:srgbClr val="0000FF"/>
              </a:solidFill>
            </a:endParaRPr>
          </a:p>
        </p:txBody>
      </p:sp>
      <p:sp>
        <p:nvSpPr>
          <p:cNvPr id="4" name="CustomShape 3">
            <a:extLst>
              <a:ext uri="{FF2B5EF4-FFF2-40B4-BE49-F238E27FC236}">
                <a16:creationId xmlns:a16="http://schemas.microsoft.com/office/drawing/2014/main" id="{33556C75-D951-469A-A40A-B8D4658FBD43}"/>
              </a:ext>
            </a:extLst>
          </p:cNvPr>
          <p:cNvSpPr/>
          <p:nvPr/>
        </p:nvSpPr>
        <p:spPr>
          <a:xfrm>
            <a:off x="2682000" y="1850859"/>
            <a:ext cx="6827040" cy="118728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dirty="0">
                <a:solidFill>
                  <a:srgbClr val="262626"/>
                </a:solidFill>
                <a:latin typeface="Calibri"/>
                <a:ea typeface="DejaVu Sans"/>
              </a:rPr>
              <a:t>#string </a:t>
            </a:r>
            <a:r>
              <a:rPr lang="en-US" sz="1800" b="0" strike="noStrike" spc="-1" dirty="0">
                <a:solidFill>
                  <a:srgbClr val="0000FF"/>
                </a:solidFill>
                <a:latin typeface="Calibri"/>
                <a:ea typeface="DejaVu Sans"/>
              </a:rPr>
              <a:t>STR_MYTEST_STRING</a:t>
            </a:r>
            <a:r>
              <a:rPr lang="en-US" sz="1800" b="0" strike="noStrike" spc="-1" dirty="0">
                <a:solidFill>
                  <a:srgbClr val="262626"/>
                </a:solidFill>
                <a:latin typeface="Calibri"/>
                <a:ea typeface="DejaVu Sans"/>
              </a:rPr>
              <a:t>		#language </a:t>
            </a:r>
            <a:r>
              <a:rPr lang="en-US" sz="1800" b="0" strike="noStrike" spc="-1" dirty="0" err="1">
                <a:solidFill>
                  <a:srgbClr val="262626"/>
                </a:solidFill>
                <a:latin typeface="Calibri"/>
                <a:ea typeface="DejaVu Sans"/>
              </a:rPr>
              <a:t>en</a:t>
            </a:r>
            <a:r>
              <a:rPr lang="en-US" sz="1800" b="0" strike="noStrike" spc="-1" dirty="0">
                <a:solidFill>
                  <a:srgbClr val="262626"/>
                </a:solidFill>
                <a:latin typeface="Calibri"/>
                <a:ea typeface="DejaVu Sans"/>
              </a:rPr>
              <a:t>-US	" </a:t>
            </a:r>
            <a:r>
              <a:rPr lang="en-US" sz="1800" b="0" strike="noStrike" spc="-1" dirty="0" err="1">
                <a:solidFill>
                  <a:srgbClr val="262626"/>
                </a:solidFill>
                <a:latin typeface="Calibri"/>
                <a:ea typeface="DejaVu Sans"/>
              </a:rPr>
              <a:t>MyTest</a:t>
            </a:r>
            <a:r>
              <a:rPr lang="en-US" sz="1800" b="0" strike="noStrike" spc="-1" dirty="0">
                <a:solidFill>
                  <a:srgbClr val="262626"/>
                </a:solidFill>
                <a:latin typeface="Calibri"/>
                <a:ea typeface="DejaVu Sans"/>
              </a:rPr>
              <a:t> "</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#string </a:t>
            </a:r>
            <a:r>
              <a:rPr lang="en-US" sz="1800" b="0" strike="noStrike" spc="-1" dirty="0">
                <a:solidFill>
                  <a:srgbClr val="0000FF"/>
                </a:solidFill>
                <a:latin typeface="Calibri"/>
                <a:ea typeface="DejaVu Sans"/>
              </a:rPr>
              <a:t>STR_MYTEST_HELP</a:t>
            </a:r>
            <a:r>
              <a:rPr lang="en-US" sz="1800" b="0" strike="noStrike" spc="-1" dirty="0">
                <a:solidFill>
                  <a:srgbClr val="262626"/>
                </a:solidFill>
                <a:latin typeface="Calibri"/>
                <a:ea typeface="DejaVu Sans"/>
              </a:rPr>
              <a:t>		#language </a:t>
            </a:r>
            <a:r>
              <a:rPr lang="en-US" sz="1800" b="0" strike="noStrike" spc="-1" dirty="0" err="1">
                <a:solidFill>
                  <a:srgbClr val="262626"/>
                </a:solidFill>
                <a:latin typeface="Calibri"/>
                <a:ea typeface="DejaVu Sans"/>
              </a:rPr>
              <a:t>en</a:t>
            </a:r>
            <a:r>
              <a:rPr lang="en-US" sz="1800" b="0" strike="noStrike" spc="-1" dirty="0">
                <a:solidFill>
                  <a:srgbClr val="262626"/>
                </a:solidFill>
                <a:latin typeface="Calibri"/>
                <a:ea typeface="DejaVu Sans"/>
              </a:rPr>
              <a:t>-US	" … "</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#string </a:t>
            </a:r>
            <a:r>
              <a:rPr lang="en-US" sz="1800" b="0" strike="noStrike" spc="-1" dirty="0">
                <a:solidFill>
                  <a:srgbClr val="0000FF"/>
                </a:solidFill>
                <a:latin typeface="Calibri"/>
                <a:ea typeface="DejaVu Sans"/>
              </a:rPr>
              <a:t>STR_ENABLED_TEXT</a:t>
            </a:r>
            <a:r>
              <a:rPr lang="en-US" sz="1800" b="0" strike="noStrike" spc="-1" dirty="0">
                <a:solidFill>
                  <a:srgbClr val="262626"/>
                </a:solidFill>
                <a:latin typeface="Calibri"/>
                <a:ea typeface="DejaVu Sans"/>
              </a:rPr>
              <a:t>		#language </a:t>
            </a:r>
            <a:r>
              <a:rPr lang="en-US" sz="1800" b="0" strike="noStrike" spc="-1" dirty="0" err="1">
                <a:solidFill>
                  <a:srgbClr val="262626"/>
                </a:solidFill>
                <a:latin typeface="Calibri"/>
                <a:ea typeface="DejaVu Sans"/>
              </a:rPr>
              <a:t>en</a:t>
            </a:r>
            <a:r>
              <a:rPr lang="en-US" sz="1800" b="0" strike="noStrike" spc="-1" dirty="0">
                <a:solidFill>
                  <a:srgbClr val="262626"/>
                </a:solidFill>
                <a:latin typeface="Calibri"/>
                <a:ea typeface="DejaVu Sans"/>
              </a:rPr>
              <a:t>-US	"Enabled "</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#string </a:t>
            </a:r>
            <a:r>
              <a:rPr lang="en-US" sz="1800" b="0" strike="noStrike" spc="-1" dirty="0">
                <a:solidFill>
                  <a:srgbClr val="0000FF"/>
                </a:solidFill>
                <a:latin typeface="Calibri"/>
                <a:ea typeface="DejaVu Sans"/>
              </a:rPr>
              <a:t>STR_DISABLED_TEXT</a:t>
            </a:r>
            <a:r>
              <a:rPr lang="en-US" sz="1800" b="0" strike="noStrike" spc="-1" dirty="0">
                <a:solidFill>
                  <a:srgbClr val="262626"/>
                </a:solidFill>
                <a:latin typeface="Calibri"/>
                <a:ea typeface="DejaVu Sans"/>
              </a:rPr>
              <a:t>		#language </a:t>
            </a:r>
            <a:r>
              <a:rPr lang="en-US" sz="1800" b="0" strike="noStrike" spc="-1" dirty="0" err="1">
                <a:solidFill>
                  <a:srgbClr val="262626"/>
                </a:solidFill>
                <a:latin typeface="Calibri"/>
                <a:ea typeface="DejaVu Sans"/>
              </a:rPr>
              <a:t>en</a:t>
            </a:r>
            <a:r>
              <a:rPr lang="en-US" sz="1800" b="0" strike="noStrike" spc="-1" dirty="0">
                <a:solidFill>
                  <a:srgbClr val="262626"/>
                </a:solidFill>
                <a:latin typeface="Calibri"/>
                <a:ea typeface="DejaVu Sans"/>
              </a:rPr>
              <a:t>-US	" Disabled"</a:t>
            </a:r>
            <a:endParaRPr lang="en-US" sz="1800" b="0" strike="noStrike" spc="-1" dirty="0">
              <a:latin typeface="Arial"/>
            </a:endParaRPr>
          </a:p>
        </p:txBody>
      </p:sp>
      <p:grpSp>
        <p:nvGrpSpPr>
          <p:cNvPr id="8" name="Group 4">
            <a:extLst>
              <a:ext uri="{FF2B5EF4-FFF2-40B4-BE49-F238E27FC236}">
                <a16:creationId xmlns:a16="http://schemas.microsoft.com/office/drawing/2014/main" id="{151A04FC-6F85-49BA-970C-A1230EB5EE75}"/>
              </a:ext>
            </a:extLst>
          </p:cNvPr>
          <p:cNvGrpSpPr/>
          <p:nvPr/>
        </p:nvGrpSpPr>
        <p:grpSpPr>
          <a:xfrm>
            <a:off x="2484360" y="3967398"/>
            <a:ext cx="7222320" cy="1461600"/>
            <a:chOff x="2484360" y="4118400"/>
            <a:chExt cx="7222320" cy="1461600"/>
          </a:xfrm>
        </p:grpSpPr>
        <p:sp>
          <p:nvSpPr>
            <p:cNvPr id="9" name="CustomShape 5">
              <a:extLst>
                <a:ext uri="{FF2B5EF4-FFF2-40B4-BE49-F238E27FC236}">
                  <a16:creationId xmlns:a16="http://schemas.microsoft.com/office/drawing/2014/main" id="{DFF78E89-D9BE-4446-A531-54A92694FF0E}"/>
                </a:ext>
              </a:extLst>
            </p:cNvPr>
            <p:cNvSpPr/>
            <p:nvPr/>
          </p:nvSpPr>
          <p:spPr>
            <a:xfrm>
              <a:off x="2484360" y="4270680"/>
              <a:ext cx="2878920" cy="118728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dirty="0">
                  <a:solidFill>
                    <a:srgbClr val="262626"/>
                  </a:solidFill>
                  <a:latin typeface="Calibri"/>
                  <a:ea typeface="DejaVu Sans"/>
                </a:rPr>
                <a:t>typedef struct {</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UINT8         ODMRSV[</a:t>
              </a:r>
              <a:r>
                <a:rPr lang="en-US" sz="1800" b="0" strike="noStrike" spc="-1" dirty="0">
                  <a:solidFill>
                    <a:srgbClr val="008000"/>
                  </a:solidFill>
                  <a:latin typeface="Calibri"/>
                  <a:ea typeface="DejaVu Sans"/>
                </a:rPr>
                <a:t>127</a:t>
              </a:r>
              <a:r>
                <a:rPr lang="en-US" sz="1800" b="0" strike="noStrike" spc="-1" dirty="0">
                  <a:solidFill>
                    <a:srgbClr val="262626"/>
                  </a:solidFill>
                  <a:latin typeface="Calibri"/>
                  <a:ea typeface="DejaVu Sans"/>
                </a:rPr>
                <a:t>];</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SYSTEM_CONFIGURATION;</a:t>
              </a:r>
              <a:endParaRPr lang="en-US" sz="1800" b="0" strike="noStrike" spc="-1" dirty="0">
                <a:latin typeface="Arial"/>
              </a:endParaRPr>
            </a:p>
          </p:txBody>
        </p:sp>
        <p:sp>
          <p:nvSpPr>
            <p:cNvPr id="10" name="CustomShape 6">
              <a:extLst>
                <a:ext uri="{FF2B5EF4-FFF2-40B4-BE49-F238E27FC236}">
                  <a16:creationId xmlns:a16="http://schemas.microsoft.com/office/drawing/2014/main" id="{091F86FA-EE18-4DB5-8242-C293E7306B88}"/>
                </a:ext>
              </a:extLst>
            </p:cNvPr>
            <p:cNvSpPr/>
            <p:nvPr/>
          </p:nvSpPr>
          <p:spPr>
            <a:xfrm>
              <a:off x="6827760" y="4118400"/>
              <a:ext cx="2878920" cy="146160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a:solidFill>
                    <a:srgbClr val="262626"/>
                  </a:solidFill>
                  <a:latin typeface="Calibri"/>
                  <a:ea typeface="DejaVu Sans"/>
                </a:rPr>
                <a:t>typedef struct {</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  …</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  UINT8         </a:t>
              </a:r>
              <a:r>
                <a:rPr lang="en-US" sz="1800" b="0" strike="noStrike" spc="-1">
                  <a:solidFill>
                    <a:srgbClr val="FF0000"/>
                  </a:solidFill>
                  <a:latin typeface="Calibri"/>
                  <a:ea typeface="DejaVu Sans"/>
                </a:rPr>
                <a:t>MyTest</a:t>
              </a:r>
              <a:r>
                <a:rPr lang="en-US" sz="1800" b="0" strike="noStrike" spc="-1">
                  <a:solidFill>
                    <a:srgbClr val="262626"/>
                  </a:solidFill>
                  <a:latin typeface="Calibri"/>
                  <a:ea typeface="DejaVu Sans"/>
                </a:rPr>
                <a:t>;</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  UINT8         ODMRSV[</a:t>
              </a:r>
              <a:r>
                <a:rPr lang="en-US" sz="1800" b="0" strike="noStrike" spc="-1">
                  <a:solidFill>
                    <a:srgbClr val="FF0000"/>
                  </a:solidFill>
                  <a:latin typeface="Calibri"/>
                  <a:ea typeface="DejaVu Sans"/>
                </a:rPr>
                <a:t>126</a:t>
              </a:r>
              <a:r>
                <a:rPr lang="en-US" sz="1800" b="0" strike="noStrike" spc="-1">
                  <a:solidFill>
                    <a:srgbClr val="262626"/>
                  </a:solidFill>
                  <a:latin typeface="Calibri"/>
                  <a:ea typeface="DejaVu Sans"/>
                </a:rPr>
                <a:t>];</a:t>
              </a:r>
              <a:endParaRPr lang="en-US" sz="1800" b="0" strike="noStrike" spc="-1">
                <a:latin typeface="Arial"/>
              </a:endParaRPr>
            </a:p>
            <a:p>
              <a:pPr>
                <a:lnSpc>
                  <a:spcPct val="100000"/>
                </a:lnSpc>
              </a:pPr>
              <a:r>
                <a:rPr lang="en-US" sz="1800" b="0" strike="noStrike" spc="-1">
                  <a:solidFill>
                    <a:srgbClr val="262626"/>
                  </a:solidFill>
                  <a:latin typeface="Calibri"/>
                  <a:ea typeface="DejaVu Sans"/>
                </a:rPr>
                <a:t>} SYSTEM_CONFIGURATION;</a:t>
              </a:r>
              <a:endParaRPr lang="en-US" sz="1800" b="0" strike="noStrike" spc="-1">
                <a:latin typeface="Arial"/>
              </a:endParaRPr>
            </a:p>
          </p:txBody>
        </p:sp>
        <p:sp>
          <p:nvSpPr>
            <p:cNvPr id="11" name="CustomShape 7">
              <a:extLst>
                <a:ext uri="{FF2B5EF4-FFF2-40B4-BE49-F238E27FC236}">
                  <a16:creationId xmlns:a16="http://schemas.microsoft.com/office/drawing/2014/main" id="{93259F33-AFE8-4BE3-B3B6-4254ABB0154A}"/>
                </a:ext>
              </a:extLst>
            </p:cNvPr>
            <p:cNvSpPr/>
            <p:nvPr/>
          </p:nvSpPr>
          <p:spPr>
            <a:xfrm>
              <a:off x="5778360" y="4651560"/>
              <a:ext cx="575640" cy="430920"/>
            </a:xfrm>
            <a:prstGeom prst="rightArrow">
              <a:avLst>
                <a:gd name="adj1" fmla="val 50000"/>
                <a:gd name="adj2" fmla="val 33364"/>
              </a:avLst>
            </a:prstGeom>
            <a:solidFill>
              <a:srgbClr val="FFFF99"/>
            </a:solidFill>
            <a:ln w="9360">
              <a:solidFill>
                <a:schemeClr val="tx1"/>
              </a:solidFill>
              <a:miter/>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19395520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07ADF4A-1391-4C38-8B01-C292E9A7ABF5}"/>
              </a:ext>
            </a:extLst>
          </p:cNvPr>
          <p:cNvSpPr>
            <a:spLocks noGrp="1"/>
          </p:cNvSpPr>
          <p:nvPr>
            <p:ph type="title"/>
          </p:nvPr>
        </p:nvSpPr>
        <p:spPr/>
        <p:txBody>
          <a:bodyPr/>
          <a:lstStyle/>
          <a:p>
            <a:pPr>
              <a:lnSpc>
                <a:spcPct val="90000"/>
              </a:lnSpc>
            </a:pPr>
            <a:r>
              <a:rPr lang="en-US" altLang="zh-TW" sz="4000" b="1" strike="noStrike" spc="-1" dirty="0">
                <a:solidFill>
                  <a:srgbClr val="000000"/>
                </a:solidFill>
              </a:rPr>
              <a:t>Enable Callback for the option</a:t>
            </a:r>
            <a:endParaRPr lang="en-US" altLang="zh-TW" sz="4000" b="0" strike="noStrike" spc="-1" dirty="0"/>
          </a:p>
        </p:txBody>
      </p:sp>
      <p:sp>
        <p:nvSpPr>
          <p:cNvPr id="3" name="內容版面配置區 2">
            <a:extLst>
              <a:ext uri="{FF2B5EF4-FFF2-40B4-BE49-F238E27FC236}">
                <a16:creationId xmlns:a16="http://schemas.microsoft.com/office/drawing/2014/main" id="{B454C3A9-FA00-436A-AF27-B6DE8C59F561}"/>
              </a:ext>
            </a:extLst>
          </p:cNvPr>
          <p:cNvSpPr>
            <a:spLocks noGrp="1"/>
          </p:cNvSpPr>
          <p:nvPr>
            <p:ph idx="1"/>
          </p:nvPr>
        </p:nvSpPr>
        <p:spPr>
          <a:xfrm>
            <a:off x="838200" y="1398494"/>
            <a:ext cx="10696662" cy="4778469"/>
          </a:xfrm>
        </p:spPr>
        <p:txBody>
          <a:bodyPr>
            <a:normAutofit/>
          </a:bodyPr>
          <a:lstStyle/>
          <a:p>
            <a:pPr indent="-227880">
              <a:spcBef>
                <a:spcPts val="1199"/>
              </a:spcBef>
              <a:buClr>
                <a:srgbClr val="262626"/>
              </a:buClr>
              <a:buFont typeface="Arial"/>
              <a:buChar char="•"/>
            </a:pPr>
            <a:r>
              <a:rPr lang="en-US" altLang="zh-TW" sz="2400" spc="-1" dirty="0">
                <a:solidFill>
                  <a:srgbClr val="262626"/>
                </a:solidFill>
                <a:ea typeface="新細明體"/>
              </a:rPr>
              <a:t>Set callback flag and key value in VFR file</a:t>
            </a:r>
          </a:p>
          <a:p>
            <a:pPr indent="-227880">
              <a:spcBef>
                <a:spcPts val="1199"/>
              </a:spcBef>
              <a:buClr>
                <a:srgbClr val="262626"/>
              </a:buClr>
              <a:buFont typeface="Arial"/>
              <a:buChar char="•"/>
            </a:pPr>
            <a:r>
              <a:rPr lang="en-US" altLang="zh-TW" sz="2400" spc="-1" dirty="0">
                <a:solidFill>
                  <a:srgbClr val="262626"/>
                </a:solidFill>
                <a:ea typeface="新細明體"/>
              </a:rPr>
              <a:t>Example : Enable callback function for </a:t>
            </a:r>
            <a:r>
              <a:rPr lang="en-US" altLang="zh-TW" sz="2400" spc="-1" dirty="0" err="1">
                <a:solidFill>
                  <a:srgbClr val="262626"/>
                </a:solidFill>
                <a:ea typeface="新細明體"/>
              </a:rPr>
              <a:t>MyTest</a:t>
            </a:r>
            <a:r>
              <a:rPr lang="en-US" altLang="zh-TW" sz="2400" spc="-1" dirty="0">
                <a:solidFill>
                  <a:srgbClr val="262626"/>
                </a:solidFill>
                <a:ea typeface="新細明體"/>
              </a:rPr>
              <a:t> option</a:t>
            </a:r>
          </a:p>
        </p:txBody>
      </p:sp>
      <p:sp>
        <p:nvSpPr>
          <p:cNvPr id="5" name="CustomShape 3">
            <a:extLst>
              <a:ext uri="{FF2B5EF4-FFF2-40B4-BE49-F238E27FC236}">
                <a16:creationId xmlns:a16="http://schemas.microsoft.com/office/drawing/2014/main" id="{1550028B-E8EB-423B-8114-F4BD94077C31}"/>
              </a:ext>
            </a:extLst>
          </p:cNvPr>
          <p:cNvSpPr/>
          <p:nvPr/>
        </p:nvSpPr>
        <p:spPr>
          <a:xfrm>
            <a:off x="1943280" y="2687760"/>
            <a:ext cx="8305200" cy="275472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25000"/>
              </a:lnSpc>
            </a:pPr>
            <a:r>
              <a:rPr lang="en-US" sz="1800" b="0" strike="noStrike" spc="-1">
                <a:solidFill>
                  <a:srgbClr val="262626"/>
                </a:solidFill>
                <a:latin typeface="Calibri"/>
                <a:ea typeface="DejaVu Sans"/>
              </a:rPr>
              <a:t>oneof</a:t>
            </a:r>
            <a:endParaRPr lang="en-US" sz="1800" b="0" strike="noStrike" spc="-1">
              <a:latin typeface="Arial"/>
            </a:endParaRPr>
          </a:p>
          <a:p>
            <a:pPr>
              <a:lnSpc>
                <a:spcPct val="125000"/>
              </a:lnSpc>
            </a:pPr>
            <a:r>
              <a:rPr lang="en-US" sz="1800" b="0" strike="noStrike" spc="-1">
                <a:solidFill>
                  <a:srgbClr val="262626"/>
                </a:solidFill>
                <a:latin typeface="Calibri"/>
                <a:ea typeface="DejaVu Sans"/>
              </a:rPr>
              <a:t>    varid           = SystemConfig.MyTest,</a:t>
            </a:r>
            <a:endParaRPr lang="en-US" sz="1800" b="0" strike="noStrike" spc="-1">
              <a:latin typeface="Arial"/>
            </a:endParaRPr>
          </a:p>
          <a:p>
            <a:pPr>
              <a:lnSpc>
                <a:spcPct val="125000"/>
              </a:lnSpc>
            </a:pPr>
            <a:r>
              <a:rPr lang="en-US" sz="1800" b="0" strike="noStrike" spc="-1">
                <a:solidFill>
                  <a:srgbClr val="262626"/>
                </a:solidFill>
                <a:latin typeface="Calibri"/>
                <a:ea typeface="DejaVu Sans"/>
              </a:rPr>
              <a:t>    prompt      = STRING_TOKEN(</a:t>
            </a:r>
            <a:r>
              <a:rPr lang="en-US" sz="1800" b="0" strike="noStrike" spc="-1">
                <a:solidFill>
                  <a:srgbClr val="0000FF"/>
                </a:solidFill>
                <a:latin typeface="Calibri"/>
                <a:ea typeface="DejaVu Sans"/>
              </a:rPr>
              <a:t>STR_MYTEST_STRING</a:t>
            </a:r>
            <a:r>
              <a:rPr lang="en-US" sz="1800" b="0" strike="noStrike" spc="-1">
                <a:solidFill>
                  <a:srgbClr val="262626"/>
                </a:solidFill>
                <a:latin typeface="Calibri"/>
                <a:ea typeface="DejaVu Sans"/>
              </a:rPr>
              <a:t>),</a:t>
            </a:r>
            <a:endParaRPr lang="en-US" sz="1800" b="0" strike="noStrike" spc="-1">
              <a:latin typeface="Arial"/>
            </a:endParaRPr>
          </a:p>
          <a:p>
            <a:pPr>
              <a:lnSpc>
                <a:spcPct val="125000"/>
              </a:lnSpc>
            </a:pPr>
            <a:r>
              <a:rPr lang="en-US" sz="1800" b="0" strike="noStrike" spc="-1">
                <a:solidFill>
                  <a:srgbClr val="262626"/>
                </a:solidFill>
                <a:latin typeface="Calibri"/>
                <a:ea typeface="DejaVu Sans"/>
              </a:rPr>
              <a:t>    help            = STRING_TOKEN(</a:t>
            </a:r>
            <a:r>
              <a:rPr lang="en-US" sz="1800" b="0" strike="noStrike" spc="-1">
                <a:solidFill>
                  <a:srgbClr val="0000FF"/>
                </a:solidFill>
                <a:latin typeface="Calibri"/>
                <a:ea typeface="DejaVu Sans"/>
              </a:rPr>
              <a:t>STR_MYTEST_HELP</a:t>
            </a:r>
            <a:r>
              <a:rPr lang="en-US" sz="1800" b="0" strike="noStrike" spc="-1">
                <a:solidFill>
                  <a:srgbClr val="262626"/>
                </a:solidFill>
                <a:latin typeface="Calibri"/>
                <a:ea typeface="DejaVu Sans"/>
              </a:rPr>
              <a:t>),</a:t>
            </a:r>
            <a:endParaRPr lang="en-US" sz="1800" b="0" strike="noStrike" spc="-1">
              <a:latin typeface="Arial"/>
            </a:endParaRPr>
          </a:p>
          <a:p>
            <a:pPr>
              <a:lnSpc>
                <a:spcPct val="125000"/>
              </a:lnSpc>
            </a:pPr>
            <a:r>
              <a:rPr lang="en-US" sz="1800" b="0" strike="noStrike" spc="-1">
                <a:solidFill>
                  <a:srgbClr val="262626"/>
                </a:solidFill>
                <a:latin typeface="Calibri"/>
                <a:ea typeface="DejaVu Sans"/>
              </a:rPr>
              <a:t>    </a:t>
            </a:r>
            <a:r>
              <a:rPr lang="en-US" sz="1800" b="0" strike="noStrike" spc="-1">
                <a:solidFill>
                  <a:srgbClr val="FF0000"/>
                </a:solidFill>
                <a:latin typeface="Calibri"/>
                <a:ea typeface="DejaVu Sans"/>
              </a:rPr>
              <a:t>questionid</a:t>
            </a:r>
            <a:r>
              <a:rPr lang="en-US" sz="1800" b="0" strike="noStrike" spc="-1">
                <a:solidFill>
                  <a:srgbClr val="262626"/>
                </a:solidFill>
                <a:latin typeface="Calibri"/>
                <a:ea typeface="DejaVu Sans"/>
              </a:rPr>
              <a:t> = </a:t>
            </a:r>
            <a:r>
              <a:rPr lang="en-US" sz="1800" b="0" strike="noStrike" spc="-1">
                <a:solidFill>
                  <a:srgbClr val="FF0000"/>
                </a:solidFill>
                <a:latin typeface="Calibri"/>
                <a:ea typeface="DejaVu Sans"/>
              </a:rPr>
              <a:t>KEY_MY_TEST</a:t>
            </a:r>
            <a:r>
              <a:rPr lang="en-US" sz="1800" b="0" strike="noStrike" spc="-1">
                <a:solidFill>
                  <a:srgbClr val="262626"/>
                </a:solidFill>
                <a:latin typeface="Calibri"/>
                <a:ea typeface="DejaVu Sans"/>
              </a:rPr>
              <a:t>,</a:t>
            </a:r>
            <a:endParaRPr lang="en-US" sz="1800" b="0" strike="noStrike" spc="-1">
              <a:latin typeface="Arial"/>
            </a:endParaRPr>
          </a:p>
          <a:p>
            <a:pPr>
              <a:lnSpc>
                <a:spcPct val="125000"/>
              </a:lnSpc>
            </a:pPr>
            <a:r>
              <a:rPr lang="en-US" sz="1600" b="0" strike="noStrike" spc="-1">
                <a:solidFill>
                  <a:srgbClr val="262626"/>
                </a:solidFill>
                <a:latin typeface="Calibri"/>
                <a:ea typeface="DejaVu Sans"/>
              </a:rPr>
              <a:t>    option text   = STRING_TOKEN(</a:t>
            </a:r>
            <a:r>
              <a:rPr lang="en-US" sz="1600" b="0" strike="noStrike" spc="-1">
                <a:solidFill>
                  <a:srgbClr val="0000FF"/>
                </a:solidFill>
                <a:latin typeface="Calibri"/>
                <a:ea typeface="DejaVu Sans"/>
              </a:rPr>
              <a:t>STR_ENABLED_TEXT</a:t>
            </a:r>
            <a:r>
              <a:rPr lang="en-US" sz="1600" b="0" strike="noStrike" spc="-1">
                <a:solidFill>
                  <a:srgbClr val="262626"/>
                </a:solidFill>
                <a:latin typeface="Calibri"/>
                <a:ea typeface="DejaVu Sans"/>
              </a:rPr>
              <a:t>), value = 1, flags = </a:t>
            </a:r>
            <a:r>
              <a:rPr lang="en-US" sz="1600" b="0" strike="noStrike" spc="-1">
                <a:solidFill>
                  <a:srgbClr val="FF0000"/>
                </a:solidFill>
                <a:latin typeface="Calibri"/>
                <a:ea typeface="DejaVu Sans"/>
              </a:rPr>
              <a:t>INTERACTIVE</a:t>
            </a:r>
            <a:r>
              <a:rPr lang="en-US" sz="1600" b="0" strike="noStrike" spc="-1">
                <a:solidFill>
                  <a:srgbClr val="262626"/>
                </a:solidFill>
                <a:latin typeface="Calibri"/>
                <a:ea typeface="DejaVu Sans"/>
              </a:rPr>
              <a:t> | DEFAULT;</a:t>
            </a:r>
            <a:endParaRPr lang="en-US" sz="1600" b="0" strike="noStrike" spc="-1">
              <a:latin typeface="Arial"/>
            </a:endParaRPr>
          </a:p>
          <a:p>
            <a:pPr>
              <a:lnSpc>
                <a:spcPct val="125000"/>
              </a:lnSpc>
            </a:pPr>
            <a:r>
              <a:rPr lang="en-US" sz="1600" b="0" strike="noStrike" spc="-1">
                <a:solidFill>
                  <a:srgbClr val="262626"/>
                </a:solidFill>
                <a:latin typeface="Calibri"/>
                <a:ea typeface="DejaVu Sans"/>
              </a:rPr>
              <a:t>    option text   = STRING_TOKEN(</a:t>
            </a:r>
            <a:r>
              <a:rPr lang="en-US" sz="1600" b="0" strike="noStrike" spc="-1">
                <a:solidFill>
                  <a:srgbClr val="0000FF"/>
                </a:solidFill>
                <a:latin typeface="Calibri"/>
                <a:ea typeface="DejaVu Sans"/>
              </a:rPr>
              <a:t>STR_DISABLED_TEXT</a:t>
            </a:r>
            <a:r>
              <a:rPr lang="en-US" sz="1600" b="0" strike="noStrike" spc="-1">
                <a:solidFill>
                  <a:srgbClr val="262626"/>
                </a:solidFill>
                <a:latin typeface="Calibri"/>
                <a:ea typeface="DejaVu Sans"/>
              </a:rPr>
              <a:t>), value = 0, flags = </a:t>
            </a:r>
            <a:r>
              <a:rPr lang="en-US" sz="1600" b="0" strike="noStrike" spc="-1">
                <a:solidFill>
                  <a:srgbClr val="FF0000"/>
                </a:solidFill>
                <a:latin typeface="Calibri"/>
                <a:ea typeface="DejaVu Sans"/>
              </a:rPr>
              <a:t>INTERACTIVE</a:t>
            </a:r>
            <a:r>
              <a:rPr lang="en-US" sz="1600" b="0" strike="noStrike" spc="-1">
                <a:solidFill>
                  <a:srgbClr val="262626"/>
                </a:solidFill>
                <a:latin typeface="Calibri"/>
                <a:ea typeface="DejaVu Sans"/>
              </a:rPr>
              <a:t>;</a:t>
            </a:r>
            <a:endParaRPr lang="en-US" sz="1600" b="0" strike="noStrike" spc="-1">
              <a:latin typeface="Arial"/>
            </a:endParaRPr>
          </a:p>
          <a:p>
            <a:pPr>
              <a:lnSpc>
                <a:spcPct val="125000"/>
              </a:lnSpc>
            </a:pPr>
            <a:r>
              <a:rPr lang="en-US" sz="1800" b="0" strike="noStrike" spc="-1">
                <a:solidFill>
                  <a:srgbClr val="262626"/>
                </a:solidFill>
                <a:latin typeface="Calibri"/>
                <a:ea typeface="DejaVu Sans"/>
              </a:rPr>
              <a:t>endoneof;</a:t>
            </a:r>
            <a:endParaRPr lang="en-US" sz="1800" b="0" strike="noStrike" spc="-1">
              <a:latin typeface="Arial"/>
            </a:endParaRPr>
          </a:p>
        </p:txBody>
      </p:sp>
    </p:spTree>
    <p:extLst>
      <p:ext uri="{BB962C8B-B14F-4D97-AF65-F5344CB8AC3E}">
        <p14:creationId xmlns:p14="http://schemas.microsoft.com/office/powerpoint/2010/main" val="22592670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07ADF4A-1391-4C38-8B01-C292E9A7ABF5}"/>
              </a:ext>
            </a:extLst>
          </p:cNvPr>
          <p:cNvSpPr>
            <a:spLocks noGrp="1"/>
          </p:cNvSpPr>
          <p:nvPr>
            <p:ph type="title"/>
          </p:nvPr>
        </p:nvSpPr>
        <p:spPr/>
        <p:txBody>
          <a:bodyPr/>
          <a:lstStyle/>
          <a:p>
            <a:pPr>
              <a:lnSpc>
                <a:spcPct val="90000"/>
              </a:lnSpc>
            </a:pPr>
            <a:r>
              <a:rPr lang="en-US" altLang="zh-TW" sz="4000" b="1" strike="noStrike" spc="-1" dirty="0">
                <a:solidFill>
                  <a:srgbClr val="000000"/>
                </a:solidFill>
              </a:rPr>
              <a:t>Enable Callback for the option</a:t>
            </a:r>
            <a:endParaRPr lang="en-US" altLang="zh-TW" sz="4000" b="0" strike="noStrike" spc="-1" dirty="0"/>
          </a:p>
        </p:txBody>
      </p:sp>
      <p:sp>
        <p:nvSpPr>
          <p:cNvPr id="3" name="內容版面配置區 2">
            <a:extLst>
              <a:ext uri="{FF2B5EF4-FFF2-40B4-BE49-F238E27FC236}">
                <a16:creationId xmlns:a16="http://schemas.microsoft.com/office/drawing/2014/main" id="{B454C3A9-FA00-436A-AF27-B6DE8C59F561}"/>
              </a:ext>
            </a:extLst>
          </p:cNvPr>
          <p:cNvSpPr>
            <a:spLocks noGrp="1"/>
          </p:cNvSpPr>
          <p:nvPr>
            <p:ph idx="1"/>
          </p:nvPr>
        </p:nvSpPr>
        <p:spPr>
          <a:xfrm>
            <a:off x="838200" y="1398494"/>
            <a:ext cx="10696662" cy="4778469"/>
          </a:xfrm>
        </p:spPr>
        <p:txBody>
          <a:bodyPr>
            <a:normAutofit/>
          </a:bodyPr>
          <a:lstStyle/>
          <a:p>
            <a:pPr indent="-227880">
              <a:spcBef>
                <a:spcPts val="1199"/>
              </a:spcBef>
              <a:buClr>
                <a:srgbClr val="262626"/>
              </a:buClr>
              <a:buFont typeface="Arial"/>
              <a:buChar char="•"/>
            </a:pPr>
            <a:r>
              <a:rPr lang="en-US" altLang="zh-TW" sz="2400" spc="-1" dirty="0">
                <a:solidFill>
                  <a:srgbClr val="262626"/>
                </a:solidFill>
                <a:ea typeface="新細明體"/>
              </a:rPr>
              <a:t>Board\Intel\$(PROJECT_PKG)\Include\</a:t>
            </a:r>
            <a:r>
              <a:rPr lang="en-US" altLang="zh-TW" sz="2400" spc="-1" dirty="0" err="1">
                <a:solidFill>
                  <a:srgbClr val="262626"/>
                </a:solidFill>
                <a:ea typeface="新細明體"/>
              </a:rPr>
              <a:t>SetupConfig.h</a:t>
            </a:r>
            <a:endParaRPr lang="en-US" altLang="zh-TW" sz="2400" spc="-1" dirty="0">
              <a:solidFill>
                <a:srgbClr val="262626"/>
              </a:solidFill>
              <a:ea typeface="新細明體"/>
            </a:endParaRPr>
          </a:p>
          <a:p>
            <a:pPr indent="-227880">
              <a:spcBef>
                <a:spcPts val="1199"/>
              </a:spcBef>
              <a:buClr>
                <a:srgbClr val="262626"/>
              </a:buClr>
              <a:buFont typeface="Arial"/>
              <a:buChar char="•"/>
            </a:pPr>
            <a:endParaRPr lang="en-US" altLang="zh-TW" sz="2400" spc="-1" dirty="0">
              <a:solidFill>
                <a:srgbClr val="262626"/>
              </a:solidFill>
              <a:ea typeface="新細明體"/>
            </a:endParaRPr>
          </a:p>
          <a:p>
            <a:pPr indent="-227880">
              <a:spcBef>
                <a:spcPts val="1199"/>
              </a:spcBef>
              <a:buClr>
                <a:srgbClr val="262626"/>
              </a:buClr>
              <a:buFont typeface="Arial"/>
              <a:buChar char="•"/>
            </a:pPr>
            <a:endParaRPr lang="en-US" altLang="zh-TW" sz="2400" spc="-1" dirty="0">
              <a:solidFill>
                <a:srgbClr val="262626"/>
              </a:solidFill>
              <a:ea typeface="新細明體"/>
            </a:endParaRPr>
          </a:p>
          <a:p>
            <a:pPr indent="-227880">
              <a:spcBef>
                <a:spcPts val="1199"/>
              </a:spcBef>
              <a:buClr>
                <a:srgbClr val="262626"/>
              </a:buClr>
              <a:buFont typeface="Arial"/>
              <a:buChar char="•"/>
            </a:pPr>
            <a:endParaRPr lang="en-US" altLang="zh-TW" sz="2400" spc="-1" dirty="0">
              <a:solidFill>
                <a:srgbClr val="262626"/>
              </a:solidFill>
              <a:ea typeface="新細明體"/>
            </a:endParaRPr>
          </a:p>
          <a:p>
            <a:pPr indent="-227880">
              <a:spcBef>
                <a:spcPts val="1199"/>
              </a:spcBef>
              <a:buClr>
                <a:srgbClr val="262626"/>
              </a:buClr>
              <a:buFont typeface="Arial"/>
              <a:buChar char="•"/>
            </a:pPr>
            <a:r>
              <a:rPr lang="en-US" altLang="zh-TW" sz="2400" spc="-1" dirty="0">
                <a:solidFill>
                  <a:srgbClr val="262626"/>
                </a:solidFill>
                <a:ea typeface="新細明體"/>
              </a:rPr>
              <a:t>Intel\</a:t>
            </a:r>
            <a:r>
              <a:rPr lang="en-US" altLang="zh-TW" sz="2400" spc="-1" dirty="0" err="1">
                <a:solidFill>
                  <a:srgbClr val="262626"/>
                </a:solidFill>
                <a:ea typeface="新細明體"/>
              </a:rPr>
              <a:t>EagleStream</a:t>
            </a:r>
            <a:r>
              <a:rPr lang="en-US" altLang="zh-TW" sz="2400" spc="-1" dirty="0">
                <a:solidFill>
                  <a:srgbClr val="262626"/>
                </a:solidFill>
                <a:ea typeface="新細明體"/>
              </a:rPr>
              <a:t>\$(CHIPSET_PKG)\</a:t>
            </a:r>
            <a:r>
              <a:rPr lang="en-US" altLang="zh-TW" sz="2400" spc="-1" dirty="0" err="1">
                <a:solidFill>
                  <a:srgbClr val="262626"/>
                </a:solidFill>
                <a:ea typeface="新細明體"/>
              </a:rPr>
              <a:t>UefiSetupUtilityDxe</a:t>
            </a:r>
            <a:r>
              <a:rPr lang="en-US" altLang="zh-TW" sz="2400" spc="-1" dirty="0">
                <a:solidFill>
                  <a:srgbClr val="262626"/>
                </a:solidFill>
                <a:ea typeface="新細明體"/>
              </a:rPr>
              <a:t>\Advance\ </a:t>
            </a:r>
            <a:r>
              <a:rPr lang="en-US" altLang="zh-TW" sz="2400" spc="-1" dirty="0" err="1">
                <a:solidFill>
                  <a:srgbClr val="262626"/>
                </a:solidFill>
                <a:ea typeface="新細明體"/>
              </a:rPr>
              <a:t>Advance.c</a:t>
            </a:r>
            <a:endParaRPr lang="en-US" altLang="zh-TW" sz="2400" spc="-1" dirty="0">
              <a:solidFill>
                <a:srgbClr val="262626"/>
              </a:solidFill>
              <a:ea typeface="新細明體"/>
            </a:endParaRPr>
          </a:p>
        </p:txBody>
      </p:sp>
      <p:sp>
        <p:nvSpPr>
          <p:cNvPr id="4" name="CustomShape 3">
            <a:extLst>
              <a:ext uri="{FF2B5EF4-FFF2-40B4-BE49-F238E27FC236}">
                <a16:creationId xmlns:a16="http://schemas.microsoft.com/office/drawing/2014/main" id="{6574C0D8-A25C-48E6-8137-706D83D9B55E}"/>
              </a:ext>
            </a:extLst>
          </p:cNvPr>
          <p:cNvSpPr/>
          <p:nvPr/>
        </p:nvSpPr>
        <p:spPr>
          <a:xfrm>
            <a:off x="3543480" y="1830514"/>
            <a:ext cx="5104800" cy="118728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dirty="0">
                <a:solidFill>
                  <a:srgbClr val="262626"/>
                </a:solidFill>
                <a:latin typeface="Calibri"/>
                <a:ea typeface="DejaVu Sans"/>
              </a:rPr>
              <a:t>//</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Callback key value</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#define </a:t>
            </a:r>
            <a:r>
              <a:rPr lang="en-US" sz="1800" b="0" strike="noStrike" spc="-1" dirty="0">
                <a:solidFill>
                  <a:srgbClr val="FF0000"/>
                </a:solidFill>
                <a:latin typeface="Calibri"/>
                <a:ea typeface="DejaVu Sans"/>
              </a:rPr>
              <a:t>KEY_MY_TEST                   0x6666</a:t>
            </a:r>
            <a:endParaRPr lang="en-US" sz="1800" b="0" strike="noStrike" spc="-1" dirty="0">
              <a:latin typeface="Arial"/>
            </a:endParaRPr>
          </a:p>
        </p:txBody>
      </p:sp>
      <p:sp>
        <p:nvSpPr>
          <p:cNvPr id="8" name="CustomShape 4">
            <a:extLst>
              <a:ext uri="{FF2B5EF4-FFF2-40B4-BE49-F238E27FC236}">
                <a16:creationId xmlns:a16="http://schemas.microsoft.com/office/drawing/2014/main" id="{CCCCB0CE-3E90-4E62-A692-32F5BEC6FCCD}"/>
              </a:ext>
            </a:extLst>
          </p:cNvPr>
          <p:cNvSpPr/>
          <p:nvPr/>
        </p:nvSpPr>
        <p:spPr>
          <a:xfrm>
            <a:off x="3543480" y="3783623"/>
            <a:ext cx="5104800" cy="228456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dirty="0" err="1">
                <a:solidFill>
                  <a:srgbClr val="262626"/>
                </a:solidFill>
                <a:latin typeface="Calibri"/>
                <a:ea typeface="DejaVu Sans"/>
              </a:rPr>
              <a:t>AdvanceCallbackRoutine</a:t>
            </a:r>
            <a:r>
              <a:rPr lang="en-US" sz="1800" b="0" strike="noStrike" spc="-1" dirty="0">
                <a:solidFill>
                  <a:srgbClr val="262626"/>
                </a:solidFill>
                <a:latin typeface="Calibri"/>
                <a:ea typeface="DejaVu Sans"/>
              </a:rPr>
              <a:t> () {</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switch (</a:t>
            </a:r>
            <a:r>
              <a:rPr lang="en-US" sz="1800" b="0" strike="noStrike" spc="-1" dirty="0" err="1">
                <a:solidFill>
                  <a:srgbClr val="262626"/>
                </a:solidFill>
                <a:latin typeface="Calibri"/>
                <a:ea typeface="DejaVu Sans"/>
              </a:rPr>
              <a:t>QuestionId</a:t>
            </a:r>
            <a:r>
              <a:rPr lang="en-US" sz="1800" b="0" strike="noStrike" spc="-1" dirty="0">
                <a:solidFill>
                  <a:srgbClr val="262626"/>
                </a:solidFill>
                <a:latin typeface="Calibri"/>
                <a:ea typeface="DejaVu Sans"/>
              </a:rPr>
              <a:t>) {</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case </a:t>
            </a:r>
            <a:r>
              <a:rPr lang="en-US" sz="1800" b="0" strike="noStrike" spc="-1" dirty="0">
                <a:solidFill>
                  <a:srgbClr val="FF0000"/>
                </a:solidFill>
                <a:latin typeface="Calibri"/>
                <a:ea typeface="DejaVu Sans"/>
              </a:rPr>
              <a:t>KEY_MY_TEST</a:t>
            </a:r>
            <a:r>
              <a:rPr lang="en-US" sz="1800" b="0" strike="noStrike" spc="-1" dirty="0">
                <a:solidFill>
                  <a:srgbClr val="262626"/>
                </a:solidFill>
                <a:latin typeface="Calibri"/>
                <a:ea typeface="DejaVu Sans"/>
              </a:rPr>
              <a:t>:</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 </a:t>
            </a:r>
            <a:r>
              <a:rPr lang="en-US" sz="1800" b="0" strike="noStrike" spc="-1" dirty="0">
                <a:solidFill>
                  <a:srgbClr val="008000"/>
                </a:solidFill>
                <a:latin typeface="Calibri"/>
                <a:ea typeface="DejaVu Sans"/>
              </a:rPr>
              <a:t>// put your code here</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break;</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a:t>
            </a:r>
            <a:endParaRPr lang="en-US" sz="1800" b="0" strike="noStrike" spc="-1" dirty="0">
              <a:latin typeface="Arial"/>
            </a:endParaRPr>
          </a:p>
        </p:txBody>
      </p:sp>
    </p:spTree>
    <p:extLst>
      <p:ext uri="{BB962C8B-B14F-4D97-AF65-F5344CB8AC3E}">
        <p14:creationId xmlns:p14="http://schemas.microsoft.com/office/powerpoint/2010/main" val="12315193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520E27B9-5E25-4C9B-9782-AFCE3876EBE9}"/>
              </a:ext>
            </a:extLst>
          </p:cNvPr>
          <p:cNvSpPr>
            <a:spLocks noGrp="1"/>
          </p:cNvSpPr>
          <p:nvPr>
            <p:ph type="sldNum" sz="quarter" idx="12"/>
          </p:nvPr>
        </p:nvSpPr>
        <p:spPr/>
        <p:txBody>
          <a:bodyPr/>
          <a:lstStyle/>
          <a:p>
            <a:fld id="{711F1488-76AD-4E7F-AEC8-BF811B7D74A5}" type="slidenum">
              <a:rPr lang="en-US" smtClean="0"/>
              <a:pPr/>
              <a:t>37</a:t>
            </a:fld>
            <a:endParaRPr lang="en-US"/>
          </a:p>
        </p:txBody>
      </p:sp>
      <p:sp>
        <p:nvSpPr>
          <p:cNvPr id="3" name="標題 2">
            <a:extLst>
              <a:ext uri="{FF2B5EF4-FFF2-40B4-BE49-F238E27FC236}">
                <a16:creationId xmlns:a16="http://schemas.microsoft.com/office/drawing/2014/main" id="{774D0CA3-1540-43F7-90BC-39B13CB9C529}"/>
              </a:ext>
            </a:extLst>
          </p:cNvPr>
          <p:cNvSpPr>
            <a:spLocks noGrp="1"/>
          </p:cNvSpPr>
          <p:nvPr>
            <p:ph type="title"/>
          </p:nvPr>
        </p:nvSpPr>
        <p:spPr/>
        <p:txBody>
          <a:bodyPr/>
          <a:lstStyle/>
          <a:p>
            <a:r>
              <a:rPr lang="en-US" altLang="zh-TW" dirty="0"/>
              <a:t>Label</a:t>
            </a:r>
            <a:endParaRPr lang="zh-TW" altLang="en-US" dirty="0"/>
          </a:p>
        </p:txBody>
      </p:sp>
    </p:spTree>
    <p:extLst>
      <p:ext uri="{BB962C8B-B14F-4D97-AF65-F5344CB8AC3E}">
        <p14:creationId xmlns:p14="http://schemas.microsoft.com/office/powerpoint/2010/main" val="15768587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24635A-E6F1-4865-BF5C-A280BD83D9EE}"/>
              </a:ext>
            </a:extLst>
          </p:cNvPr>
          <p:cNvSpPr>
            <a:spLocks noGrp="1"/>
          </p:cNvSpPr>
          <p:nvPr>
            <p:ph type="title"/>
          </p:nvPr>
        </p:nvSpPr>
        <p:spPr/>
        <p:txBody>
          <a:bodyPr/>
          <a:lstStyle/>
          <a:p>
            <a:r>
              <a:rPr lang="en-US" altLang="zh-TW" dirty="0"/>
              <a:t>Label</a:t>
            </a:r>
            <a:endParaRPr lang="zh-TW" altLang="en-US" dirty="0"/>
          </a:p>
        </p:txBody>
      </p:sp>
      <p:sp>
        <p:nvSpPr>
          <p:cNvPr id="3" name="內容版面配置區 2">
            <a:extLst>
              <a:ext uri="{FF2B5EF4-FFF2-40B4-BE49-F238E27FC236}">
                <a16:creationId xmlns:a16="http://schemas.microsoft.com/office/drawing/2014/main" id="{D0F385A7-9C4C-41D5-99F7-2AC1038D9C37}"/>
              </a:ext>
            </a:extLst>
          </p:cNvPr>
          <p:cNvSpPr>
            <a:spLocks noGrp="1"/>
          </p:cNvSpPr>
          <p:nvPr>
            <p:ph idx="1"/>
          </p:nvPr>
        </p:nvSpPr>
        <p:spPr/>
        <p:txBody>
          <a:bodyPr>
            <a:normAutofit/>
          </a:bodyPr>
          <a:lstStyle/>
          <a:p>
            <a:pPr indent="-227880">
              <a:spcBef>
                <a:spcPts val="1199"/>
              </a:spcBef>
              <a:buClr>
                <a:srgbClr val="262626"/>
              </a:buClr>
              <a:buFont typeface="Arial"/>
              <a:buChar char="•"/>
            </a:pPr>
            <a:r>
              <a:rPr lang="en-US" altLang="zh-TW" spc="-1" dirty="0">
                <a:solidFill>
                  <a:srgbClr val="262626"/>
                </a:solidFill>
                <a:ea typeface="新細明體"/>
              </a:rPr>
              <a:t>Create items dynamically</a:t>
            </a:r>
          </a:p>
          <a:p>
            <a:pPr indent="-227880">
              <a:spcBef>
                <a:spcPts val="1199"/>
              </a:spcBef>
              <a:buClr>
                <a:srgbClr val="262626"/>
              </a:buClr>
              <a:buFont typeface="Arial"/>
              <a:buChar char="•"/>
            </a:pPr>
            <a:r>
              <a:rPr lang="en-US" altLang="zh-TW" spc="-1" dirty="0">
                <a:solidFill>
                  <a:srgbClr val="262626"/>
                </a:solidFill>
                <a:ea typeface="新細明體"/>
              </a:rPr>
              <a:t>Steps:</a:t>
            </a:r>
          </a:p>
          <a:p>
            <a:pPr marL="800820" lvl="2" indent="-342900">
              <a:spcBef>
                <a:spcPts val="1199"/>
              </a:spcBef>
              <a:buClr>
                <a:srgbClr val="262626"/>
              </a:buClr>
              <a:buFont typeface="Tahoma" panose="020B0604030504040204" pitchFamily="34" charset="0"/>
              <a:buChar char="–"/>
            </a:pPr>
            <a:r>
              <a:rPr lang="en-US" altLang="zh-TW" sz="2400" spc="-1" dirty="0">
                <a:solidFill>
                  <a:srgbClr val="262626"/>
                </a:solidFill>
                <a:ea typeface="新細明體"/>
              </a:rPr>
              <a:t>Define label</a:t>
            </a:r>
          </a:p>
          <a:p>
            <a:pPr marL="685800" lvl="2" indent="-227880">
              <a:spcBef>
                <a:spcPts val="1199"/>
              </a:spcBef>
              <a:buClr>
                <a:srgbClr val="262626"/>
              </a:buClr>
              <a:buFont typeface="Arial"/>
              <a:buChar char="•"/>
            </a:pPr>
            <a:r>
              <a:rPr lang="en-US" altLang="zh-TW" sz="2400" spc="-1" dirty="0">
                <a:solidFill>
                  <a:srgbClr val="262626"/>
                </a:solidFill>
                <a:ea typeface="新細明體"/>
              </a:rPr>
              <a:t>Create Op Code</a:t>
            </a:r>
          </a:p>
          <a:p>
            <a:pPr marL="1143000" lvl="4" indent="-227880">
              <a:spcBef>
                <a:spcPts val="1199"/>
              </a:spcBef>
              <a:buClr>
                <a:srgbClr val="262626"/>
              </a:buClr>
              <a:buFont typeface="Arial"/>
              <a:buChar char="•"/>
            </a:pPr>
            <a:r>
              <a:rPr lang="en-US" altLang="zh-TW" sz="2000" spc="-1" dirty="0" err="1">
                <a:solidFill>
                  <a:srgbClr val="262626"/>
                </a:solidFill>
                <a:ea typeface="新細明體"/>
              </a:rPr>
              <a:t>HiiCreateSubTitleOpCode</a:t>
            </a:r>
            <a:r>
              <a:rPr lang="en-US" altLang="zh-TW" sz="2000" spc="-1" dirty="0">
                <a:solidFill>
                  <a:srgbClr val="262626"/>
                </a:solidFill>
                <a:ea typeface="新細明體"/>
              </a:rPr>
              <a:t> ()</a:t>
            </a:r>
          </a:p>
          <a:p>
            <a:pPr marL="1143000" lvl="4" indent="-227880">
              <a:spcBef>
                <a:spcPts val="1199"/>
              </a:spcBef>
              <a:buClr>
                <a:srgbClr val="262626"/>
              </a:buClr>
              <a:buFont typeface="Arial"/>
              <a:buChar char="•"/>
            </a:pPr>
            <a:r>
              <a:rPr lang="en-US" altLang="zh-TW" sz="2000" spc="-1" dirty="0" err="1">
                <a:solidFill>
                  <a:srgbClr val="262626"/>
                </a:solidFill>
                <a:ea typeface="新細明體"/>
              </a:rPr>
              <a:t>HiiCreateTextOpCode</a:t>
            </a:r>
            <a:r>
              <a:rPr lang="en-US" altLang="zh-TW" sz="2000" spc="-1" dirty="0">
                <a:solidFill>
                  <a:srgbClr val="262626"/>
                </a:solidFill>
                <a:ea typeface="新細明體"/>
              </a:rPr>
              <a:t> ()</a:t>
            </a:r>
          </a:p>
          <a:p>
            <a:pPr marL="1143000" lvl="4" indent="-227880">
              <a:spcBef>
                <a:spcPts val="1199"/>
              </a:spcBef>
              <a:buClr>
                <a:srgbClr val="262626"/>
              </a:buClr>
              <a:buFont typeface="Arial"/>
              <a:buChar char="•"/>
            </a:pPr>
            <a:r>
              <a:rPr lang="en-US" altLang="zh-TW" sz="2000" spc="-1" dirty="0" err="1">
                <a:solidFill>
                  <a:srgbClr val="262626"/>
                </a:solidFill>
                <a:ea typeface="新細明體"/>
              </a:rPr>
              <a:t>HiiCreateOneOfOpCode</a:t>
            </a:r>
            <a:r>
              <a:rPr lang="en-US" altLang="zh-TW" sz="2000" spc="-1" dirty="0">
                <a:solidFill>
                  <a:srgbClr val="262626"/>
                </a:solidFill>
                <a:ea typeface="新細明體"/>
              </a:rPr>
              <a:t> ()</a:t>
            </a:r>
          </a:p>
          <a:p>
            <a:pPr marL="1143000" lvl="4" indent="-227880">
              <a:spcBef>
                <a:spcPts val="1199"/>
              </a:spcBef>
              <a:buClr>
                <a:srgbClr val="262626"/>
              </a:buClr>
              <a:buFont typeface="Arial"/>
              <a:buChar char="•"/>
            </a:pPr>
            <a:r>
              <a:rPr lang="en-US" altLang="zh-TW" sz="2000" spc="-1" dirty="0">
                <a:solidFill>
                  <a:srgbClr val="262626"/>
                </a:solidFill>
                <a:ea typeface="新細明體"/>
              </a:rPr>
              <a:t>…</a:t>
            </a:r>
          </a:p>
          <a:p>
            <a:pPr marL="685800" lvl="2" indent="-227880">
              <a:spcBef>
                <a:spcPts val="1199"/>
              </a:spcBef>
              <a:buClr>
                <a:srgbClr val="262626"/>
              </a:buClr>
              <a:buFont typeface="Arial"/>
              <a:buChar char="•"/>
            </a:pPr>
            <a:r>
              <a:rPr lang="en-US" altLang="zh-TW" sz="2400" spc="-1" dirty="0" err="1">
                <a:solidFill>
                  <a:srgbClr val="262626"/>
                </a:solidFill>
                <a:ea typeface="新細明體"/>
              </a:rPr>
              <a:t>UpdateForm</a:t>
            </a:r>
            <a:endParaRPr lang="en-US" altLang="zh-TW" sz="2400" spc="-1" dirty="0">
              <a:solidFill>
                <a:srgbClr val="262626"/>
              </a:solidFill>
              <a:ea typeface="新細明體"/>
            </a:endParaRPr>
          </a:p>
          <a:p>
            <a:pPr indent="-227880">
              <a:spcBef>
                <a:spcPts val="1199"/>
              </a:spcBef>
              <a:buClr>
                <a:srgbClr val="262626"/>
              </a:buClr>
              <a:buFont typeface="Arial"/>
              <a:buChar char="•"/>
            </a:pPr>
            <a:r>
              <a:rPr lang="en-US" altLang="zh-TW" spc="-1" dirty="0">
                <a:solidFill>
                  <a:srgbClr val="262626"/>
                </a:solidFill>
                <a:ea typeface="新細明體"/>
              </a:rPr>
              <a:t>Example: Language in Main Menu</a:t>
            </a:r>
          </a:p>
        </p:txBody>
      </p:sp>
    </p:spTree>
    <p:extLst>
      <p:ext uri="{BB962C8B-B14F-4D97-AF65-F5344CB8AC3E}">
        <p14:creationId xmlns:p14="http://schemas.microsoft.com/office/powerpoint/2010/main" val="28696871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24635A-E6F1-4865-BF5C-A280BD83D9EE}"/>
              </a:ext>
            </a:extLst>
          </p:cNvPr>
          <p:cNvSpPr>
            <a:spLocks noGrp="1"/>
          </p:cNvSpPr>
          <p:nvPr>
            <p:ph type="title"/>
          </p:nvPr>
        </p:nvSpPr>
        <p:spPr/>
        <p:txBody>
          <a:bodyPr/>
          <a:lstStyle/>
          <a:p>
            <a:r>
              <a:rPr lang="en-US" altLang="zh-TW" dirty="0"/>
              <a:t>Label</a:t>
            </a:r>
            <a:endParaRPr lang="zh-TW" altLang="en-US" dirty="0"/>
          </a:p>
        </p:txBody>
      </p:sp>
      <p:sp>
        <p:nvSpPr>
          <p:cNvPr id="3" name="內容版面配置區 2">
            <a:extLst>
              <a:ext uri="{FF2B5EF4-FFF2-40B4-BE49-F238E27FC236}">
                <a16:creationId xmlns:a16="http://schemas.microsoft.com/office/drawing/2014/main" id="{D0F385A7-9C4C-41D5-99F7-2AC1038D9C37}"/>
              </a:ext>
            </a:extLst>
          </p:cNvPr>
          <p:cNvSpPr>
            <a:spLocks noGrp="1"/>
          </p:cNvSpPr>
          <p:nvPr>
            <p:ph idx="1"/>
          </p:nvPr>
        </p:nvSpPr>
        <p:spPr/>
        <p:txBody>
          <a:bodyPr>
            <a:normAutofit/>
          </a:bodyPr>
          <a:lstStyle/>
          <a:p>
            <a:pPr indent="-227880">
              <a:spcBef>
                <a:spcPts val="1199"/>
              </a:spcBef>
              <a:buClr>
                <a:srgbClr val="262626"/>
              </a:buClr>
              <a:buFont typeface="Arial"/>
              <a:buChar char="•"/>
            </a:pPr>
            <a:r>
              <a:rPr lang="en-US" altLang="zh-TW" spc="-1" dirty="0" err="1">
                <a:solidFill>
                  <a:srgbClr val="262626"/>
                </a:solidFill>
                <a:ea typeface="新細明體"/>
              </a:rPr>
              <a:t>Insyde</a:t>
            </a:r>
            <a:r>
              <a:rPr lang="en-US" altLang="zh-TW" spc="-1" dirty="0">
                <a:solidFill>
                  <a:srgbClr val="262626"/>
                </a:solidFill>
                <a:ea typeface="新細明體"/>
              </a:rPr>
              <a:t>\</a:t>
            </a:r>
            <a:r>
              <a:rPr lang="en-US" altLang="zh-TW" spc="-1" dirty="0" err="1">
                <a:solidFill>
                  <a:srgbClr val="262626"/>
                </a:solidFill>
                <a:ea typeface="新細明體"/>
              </a:rPr>
              <a:t>InsydeModulePkg</a:t>
            </a:r>
            <a:r>
              <a:rPr lang="en-US" altLang="zh-TW" spc="-1" dirty="0">
                <a:solidFill>
                  <a:srgbClr val="262626"/>
                </a:solidFill>
                <a:ea typeface="新細明體"/>
              </a:rPr>
              <a:t>\Library\</a:t>
            </a:r>
            <a:r>
              <a:rPr lang="en-US" altLang="zh-TW" spc="-1" dirty="0" err="1">
                <a:solidFill>
                  <a:srgbClr val="262626"/>
                </a:solidFill>
                <a:ea typeface="新細明體"/>
              </a:rPr>
              <a:t>SetupUtilityLib</a:t>
            </a:r>
            <a:r>
              <a:rPr lang="en-US" altLang="zh-TW" spc="-1" dirty="0">
                <a:solidFill>
                  <a:srgbClr val="262626"/>
                </a:solidFill>
                <a:ea typeface="新細明體"/>
              </a:rPr>
              <a:t>\ Main\</a:t>
            </a:r>
            <a:r>
              <a:rPr lang="en-US" altLang="zh-TW" spc="-1" dirty="0" err="1">
                <a:solidFill>
                  <a:srgbClr val="262626"/>
                </a:solidFill>
                <a:ea typeface="新細明體"/>
              </a:rPr>
              <a:t>MainVfr.vfr</a:t>
            </a:r>
            <a:endParaRPr lang="en-US" altLang="zh-TW" spc="-1" dirty="0">
              <a:solidFill>
                <a:srgbClr val="262626"/>
              </a:solidFill>
              <a:ea typeface="新細明體"/>
            </a:endParaRPr>
          </a:p>
          <a:p>
            <a:pPr indent="-227880">
              <a:spcBef>
                <a:spcPts val="1199"/>
              </a:spcBef>
              <a:buClr>
                <a:srgbClr val="262626"/>
              </a:buClr>
              <a:buFont typeface="Arial"/>
              <a:buChar char="•"/>
            </a:pPr>
            <a:endParaRPr lang="en-US" altLang="zh-TW" spc="-1" dirty="0">
              <a:solidFill>
                <a:srgbClr val="262626"/>
              </a:solidFill>
              <a:ea typeface="新細明體"/>
            </a:endParaRPr>
          </a:p>
          <a:p>
            <a:pPr indent="-227880">
              <a:spcBef>
                <a:spcPts val="1199"/>
              </a:spcBef>
              <a:buClr>
                <a:srgbClr val="262626"/>
              </a:buClr>
              <a:buFont typeface="Arial"/>
              <a:buChar char="•"/>
            </a:pPr>
            <a:endParaRPr lang="en-US" altLang="zh-TW" spc="-1" dirty="0">
              <a:solidFill>
                <a:srgbClr val="262626"/>
              </a:solidFill>
              <a:ea typeface="新細明體"/>
            </a:endParaRPr>
          </a:p>
          <a:p>
            <a:pPr indent="-227880">
              <a:spcBef>
                <a:spcPts val="1199"/>
              </a:spcBef>
              <a:buClr>
                <a:srgbClr val="262626"/>
              </a:buClr>
              <a:buFont typeface="Arial"/>
              <a:buChar char="•"/>
            </a:pPr>
            <a:r>
              <a:rPr lang="en-US" altLang="zh-TW" spc="-1" dirty="0" err="1">
                <a:solidFill>
                  <a:srgbClr val="262626"/>
                </a:solidFill>
                <a:ea typeface="新細明體"/>
              </a:rPr>
              <a:t>Insyde</a:t>
            </a:r>
            <a:r>
              <a:rPr lang="en-US" altLang="zh-TW" spc="-1" dirty="0">
                <a:solidFill>
                  <a:srgbClr val="262626"/>
                </a:solidFill>
                <a:ea typeface="新細明體"/>
              </a:rPr>
              <a:t>\</a:t>
            </a:r>
            <a:r>
              <a:rPr lang="en-US" altLang="zh-TW" spc="-1" dirty="0" err="1">
                <a:solidFill>
                  <a:srgbClr val="262626"/>
                </a:solidFill>
                <a:ea typeface="新細明體"/>
              </a:rPr>
              <a:t>InsydeModulePkg</a:t>
            </a:r>
            <a:r>
              <a:rPr lang="en-US" altLang="zh-TW" spc="-1" dirty="0">
                <a:solidFill>
                  <a:srgbClr val="262626"/>
                </a:solidFill>
                <a:ea typeface="新細明體"/>
              </a:rPr>
              <a:t>\Include\</a:t>
            </a:r>
            <a:r>
              <a:rPr lang="en-US" altLang="zh-TW" spc="-1" dirty="0" err="1">
                <a:solidFill>
                  <a:srgbClr val="262626"/>
                </a:solidFill>
                <a:ea typeface="新細明體"/>
              </a:rPr>
              <a:t>KernelSetupConfig.h</a:t>
            </a:r>
            <a:endParaRPr lang="en-US" altLang="zh-TW" spc="-1" dirty="0">
              <a:solidFill>
                <a:srgbClr val="262626"/>
              </a:solidFill>
              <a:ea typeface="新細明體"/>
            </a:endParaRPr>
          </a:p>
        </p:txBody>
      </p:sp>
      <p:sp>
        <p:nvSpPr>
          <p:cNvPr id="5" name="CustomShape 3">
            <a:extLst>
              <a:ext uri="{FF2B5EF4-FFF2-40B4-BE49-F238E27FC236}">
                <a16:creationId xmlns:a16="http://schemas.microsoft.com/office/drawing/2014/main" id="{BC267A99-74C4-49ED-9035-340F0EADA4E5}"/>
              </a:ext>
            </a:extLst>
          </p:cNvPr>
          <p:cNvSpPr/>
          <p:nvPr/>
        </p:nvSpPr>
        <p:spPr>
          <a:xfrm>
            <a:off x="2971800" y="2282747"/>
            <a:ext cx="6247800" cy="91296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dirty="0">
                <a:solidFill>
                  <a:srgbClr val="262626"/>
                </a:solidFill>
                <a:latin typeface="Calibri"/>
                <a:ea typeface="DejaVu Sans"/>
              </a:rPr>
              <a:t>    title = STRING_TOKEN(STR_MAIN_TITLE);</a:t>
            </a:r>
            <a:endParaRPr lang="en-US" sz="1800" b="0" strike="noStrike" spc="-1" dirty="0">
              <a:latin typeface="Arial"/>
            </a:endParaRPr>
          </a:p>
          <a:p>
            <a:pPr>
              <a:lnSpc>
                <a:spcPct val="100000"/>
              </a:lnSpc>
            </a:pP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label </a:t>
            </a:r>
            <a:r>
              <a:rPr lang="en-US" sz="1800" b="0" strike="noStrike" spc="-1" dirty="0">
                <a:solidFill>
                  <a:srgbClr val="0000FF"/>
                </a:solidFill>
                <a:latin typeface="Calibri"/>
                <a:ea typeface="DejaVu Sans"/>
              </a:rPr>
              <a:t>SETUP_UTILITY_LANG_MENU</a:t>
            </a:r>
            <a:r>
              <a:rPr lang="en-US" sz="1800" b="0" strike="noStrike" spc="-1" dirty="0">
                <a:solidFill>
                  <a:srgbClr val="262626"/>
                </a:solidFill>
                <a:latin typeface="Calibri"/>
                <a:ea typeface="DejaVu Sans"/>
              </a:rPr>
              <a:t>;</a:t>
            </a:r>
            <a:endParaRPr lang="en-US" sz="1800" b="0" strike="noStrike" spc="-1" dirty="0">
              <a:latin typeface="Arial"/>
            </a:endParaRPr>
          </a:p>
        </p:txBody>
      </p:sp>
      <p:sp>
        <p:nvSpPr>
          <p:cNvPr id="7" name="CustomShape 4">
            <a:extLst>
              <a:ext uri="{FF2B5EF4-FFF2-40B4-BE49-F238E27FC236}">
                <a16:creationId xmlns:a16="http://schemas.microsoft.com/office/drawing/2014/main" id="{A69AE2A6-E85D-47C8-825C-576203553CFD}"/>
              </a:ext>
            </a:extLst>
          </p:cNvPr>
          <p:cNvSpPr/>
          <p:nvPr/>
        </p:nvSpPr>
        <p:spPr>
          <a:xfrm>
            <a:off x="2971800" y="3892974"/>
            <a:ext cx="6247800" cy="118728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0" strike="noStrike" spc="-1" dirty="0">
                <a:solidFill>
                  <a:srgbClr val="262626"/>
                </a:solidFill>
                <a:latin typeface="Calibri"/>
                <a:ea typeface="DejaVu Sans"/>
              </a:rPr>
              <a:t>//</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 </a:t>
            </a:r>
            <a:r>
              <a:rPr lang="en-US" sz="1800" b="0" strike="noStrike" spc="-1" dirty="0" err="1">
                <a:solidFill>
                  <a:srgbClr val="262626"/>
                </a:solidFill>
                <a:latin typeface="Calibri"/>
                <a:ea typeface="DejaVu Sans"/>
              </a:rPr>
              <a:t>Misc</a:t>
            </a:r>
            <a:r>
              <a:rPr lang="en-US" sz="1800" b="0" strike="noStrike" spc="-1" dirty="0">
                <a:solidFill>
                  <a:srgbClr val="262626"/>
                </a:solidFill>
                <a:latin typeface="Calibri"/>
                <a:ea typeface="DejaVu Sans"/>
              </a:rPr>
              <a:t> labels</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a:t>
            </a:r>
            <a:endParaRPr lang="en-US" sz="1800" b="0" strike="noStrike" spc="-1" dirty="0">
              <a:latin typeface="Arial"/>
            </a:endParaRPr>
          </a:p>
          <a:p>
            <a:pPr>
              <a:lnSpc>
                <a:spcPct val="100000"/>
              </a:lnSpc>
            </a:pPr>
            <a:r>
              <a:rPr lang="en-US" sz="1800" b="0" strike="noStrike" spc="-1" dirty="0">
                <a:solidFill>
                  <a:srgbClr val="262626"/>
                </a:solidFill>
                <a:latin typeface="Calibri"/>
                <a:ea typeface="DejaVu Sans"/>
              </a:rPr>
              <a:t>#define </a:t>
            </a:r>
            <a:r>
              <a:rPr lang="en-US" sz="1800" b="0" strike="noStrike" spc="-1" dirty="0">
                <a:solidFill>
                  <a:srgbClr val="0000FF"/>
                </a:solidFill>
                <a:latin typeface="Calibri"/>
                <a:ea typeface="DejaVu Sans"/>
              </a:rPr>
              <a:t>SETUP_UTILITY_LANG_MENU</a:t>
            </a:r>
            <a:r>
              <a:rPr lang="en-US" sz="1800" b="0" strike="noStrike" spc="-1" dirty="0">
                <a:solidFill>
                  <a:srgbClr val="262626"/>
                </a:solidFill>
                <a:latin typeface="Calibri"/>
                <a:ea typeface="DejaVu Sans"/>
              </a:rPr>
              <a:t>             0x1001</a:t>
            </a:r>
            <a:endParaRPr lang="en-US" sz="1800" b="0" strike="noStrike" spc="-1" dirty="0">
              <a:latin typeface="Arial"/>
            </a:endParaRPr>
          </a:p>
        </p:txBody>
      </p:sp>
    </p:spTree>
    <p:extLst>
      <p:ext uri="{BB962C8B-B14F-4D97-AF65-F5344CB8AC3E}">
        <p14:creationId xmlns:p14="http://schemas.microsoft.com/office/powerpoint/2010/main" val="5055901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24635A-E6F1-4865-BF5C-A280BD83D9EE}"/>
              </a:ext>
            </a:extLst>
          </p:cNvPr>
          <p:cNvSpPr>
            <a:spLocks noGrp="1"/>
          </p:cNvSpPr>
          <p:nvPr>
            <p:ph type="title"/>
          </p:nvPr>
        </p:nvSpPr>
        <p:spPr/>
        <p:txBody>
          <a:bodyPr/>
          <a:lstStyle/>
          <a:p>
            <a:r>
              <a:rPr lang="en-US" altLang="zh-TW" dirty="0"/>
              <a:t>Label</a:t>
            </a:r>
            <a:endParaRPr lang="zh-TW" altLang="en-US" dirty="0"/>
          </a:p>
        </p:txBody>
      </p:sp>
      <p:sp>
        <p:nvSpPr>
          <p:cNvPr id="3" name="內容版面配置區 2">
            <a:extLst>
              <a:ext uri="{FF2B5EF4-FFF2-40B4-BE49-F238E27FC236}">
                <a16:creationId xmlns:a16="http://schemas.microsoft.com/office/drawing/2014/main" id="{D0F385A7-9C4C-41D5-99F7-2AC1038D9C37}"/>
              </a:ext>
            </a:extLst>
          </p:cNvPr>
          <p:cNvSpPr>
            <a:spLocks noGrp="1"/>
          </p:cNvSpPr>
          <p:nvPr>
            <p:ph idx="1"/>
          </p:nvPr>
        </p:nvSpPr>
        <p:spPr/>
        <p:txBody>
          <a:bodyPr>
            <a:normAutofit/>
          </a:bodyPr>
          <a:lstStyle/>
          <a:p>
            <a:pPr indent="-227880">
              <a:spcBef>
                <a:spcPts val="1199"/>
              </a:spcBef>
              <a:buClr>
                <a:srgbClr val="262626"/>
              </a:buClr>
              <a:buFont typeface="Arial"/>
              <a:buChar char="•"/>
            </a:pPr>
            <a:r>
              <a:rPr lang="en-US" altLang="zh-TW" spc="-1" dirty="0" err="1">
                <a:solidFill>
                  <a:srgbClr val="262626"/>
                </a:solidFill>
                <a:ea typeface="新細明體"/>
              </a:rPr>
              <a:t>Insyde</a:t>
            </a:r>
            <a:r>
              <a:rPr lang="en-US" altLang="zh-TW" spc="-1" dirty="0">
                <a:solidFill>
                  <a:srgbClr val="262626"/>
                </a:solidFill>
                <a:ea typeface="新細明體"/>
              </a:rPr>
              <a:t>\</a:t>
            </a:r>
            <a:r>
              <a:rPr lang="en-US" altLang="zh-TW" spc="-1" dirty="0" err="1">
                <a:solidFill>
                  <a:srgbClr val="262626"/>
                </a:solidFill>
                <a:ea typeface="新細明體"/>
              </a:rPr>
              <a:t>InsydeModulePkg</a:t>
            </a:r>
            <a:r>
              <a:rPr lang="en-US" altLang="zh-TW" spc="-1" dirty="0">
                <a:solidFill>
                  <a:srgbClr val="262626"/>
                </a:solidFill>
                <a:ea typeface="新細明體"/>
              </a:rPr>
              <a:t>\Library\</a:t>
            </a:r>
            <a:r>
              <a:rPr lang="en-US" altLang="zh-TW" spc="-1" dirty="0" err="1">
                <a:solidFill>
                  <a:srgbClr val="262626"/>
                </a:solidFill>
                <a:ea typeface="新細明體"/>
              </a:rPr>
              <a:t>SetupUtilityLib</a:t>
            </a:r>
            <a:r>
              <a:rPr lang="en-US" altLang="zh-TW" spc="-1" dirty="0">
                <a:solidFill>
                  <a:srgbClr val="262626"/>
                </a:solidFill>
                <a:ea typeface="新細明體"/>
              </a:rPr>
              <a:t>\ Main\</a:t>
            </a:r>
            <a:r>
              <a:rPr lang="en-US" altLang="zh-TW" spc="-1" dirty="0" err="1">
                <a:solidFill>
                  <a:srgbClr val="262626"/>
                </a:solidFill>
                <a:ea typeface="新細明體"/>
              </a:rPr>
              <a:t>Main.c</a:t>
            </a:r>
            <a:endParaRPr lang="en-US" altLang="zh-TW" spc="-1" dirty="0">
              <a:solidFill>
                <a:srgbClr val="262626"/>
              </a:solidFill>
              <a:ea typeface="新細明體"/>
            </a:endParaRPr>
          </a:p>
          <a:p>
            <a:pPr marL="800820" lvl="2" indent="-342900">
              <a:spcBef>
                <a:spcPts val="1199"/>
              </a:spcBef>
              <a:buClr>
                <a:srgbClr val="262626"/>
              </a:buClr>
              <a:buFont typeface="Tahoma" panose="020B0604030504040204" pitchFamily="34" charset="0"/>
              <a:buChar char="–"/>
            </a:pPr>
            <a:r>
              <a:rPr lang="en-US" altLang="zh-TW" sz="2400" spc="-1" dirty="0">
                <a:solidFill>
                  <a:srgbClr val="262626"/>
                </a:solidFill>
                <a:ea typeface="新細明體"/>
              </a:rPr>
              <a:t>In function </a:t>
            </a:r>
            <a:r>
              <a:rPr lang="en-US" altLang="zh-TW" sz="2400" spc="-1" dirty="0" err="1">
                <a:solidFill>
                  <a:srgbClr val="262626"/>
                </a:solidFill>
                <a:ea typeface="新細明體"/>
              </a:rPr>
              <a:t>UpdateLanguage</a:t>
            </a:r>
            <a:r>
              <a:rPr lang="en-US" altLang="zh-TW" sz="2400" spc="-1" dirty="0">
                <a:solidFill>
                  <a:srgbClr val="262626"/>
                </a:solidFill>
                <a:ea typeface="新細明體"/>
              </a:rPr>
              <a:t> ()</a:t>
            </a:r>
          </a:p>
        </p:txBody>
      </p:sp>
      <p:grpSp>
        <p:nvGrpSpPr>
          <p:cNvPr id="6" name="群組 5">
            <a:extLst>
              <a:ext uri="{FF2B5EF4-FFF2-40B4-BE49-F238E27FC236}">
                <a16:creationId xmlns:a16="http://schemas.microsoft.com/office/drawing/2014/main" id="{34DC5206-1248-4EFD-864B-1FEA2CA5AC89}"/>
              </a:ext>
            </a:extLst>
          </p:cNvPr>
          <p:cNvGrpSpPr/>
          <p:nvPr/>
        </p:nvGrpSpPr>
        <p:grpSpPr>
          <a:xfrm>
            <a:off x="2279520" y="2353581"/>
            <a:ext cx="8305200" cy="4165920"/>
            <a:chOff x="2279520" y="2278080"/>
            <a:chExt cx="8305200" cy="4165920"/>
          </a:xfrm>
        </p:grpSpPr>
        <p:sp>
          <p:nvSpPr>
            <p:cNvPr id="8" name="CustomShape 3">
              <a:extLst>
                <a:ext uri="{FF2B5EF4-FFF2-40B4-BE49-F238E27FC236}">
                  <a16:creationId xmlns:a16="http://schemas.microsoft.com/office/drawing/2014/main" id="{104C18A5-03B8-4E3C-B746-9B1965FD4D96}"/>
                </a:ext>
              </a:extLst>
            </p:cNvPr>
            <p:cNvSpPr/>
            <p:nvPr/>
          </p:nvSpPr>
          <p:spPr>
            <a:xfrm>
              <a:off x="2279520" y="2278080"/>
              <a:ext cx="8305200" cy="78984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400" b="0" strike="noStrike" spc="-1" dirty="0" err="1">
                  <a:solidFill>
                    <a:srgbClr val="262626"/>
                  </a:solidFill>
                  <a:latin typeface="Calibri"/>
                  <a:ea typeface="DejaVu Sans"/>
                </a:rPr>
                <a:t>StartLabel</a:t>
              </a:r>
              <a:r>
                <a:rPr lang="en-US" sz="1400" b="0" strike="noStrike" spc="-1" dirty="0">
                  <a:solidFill>
                    <a:srgbClr val="262626"/>
                  </a:solidFill>
                  <a:latin typeface="Calibri"/>
                  <a:ea typeface="DejaVu Sans"/>
                </a:rPr>
                <a:t> = </a:t>
              </a:r>
              <a:r>
                <a:rPr lang="en-US" sz="1400" b="0" strike="noStrike" spc="-1" dirty="0" err="1">
                  <a:solidFill>
                    <a:srgbClr val="008000"/>
                  </a:solidFill>
                  <a:latin typeface="Calibri"/>
                  <a:ea typeface="DejaVu Sans"/>
                </a:rPr>
                <a:t>HiiCreateGuidOpCode</a:t>
              </a:r>
              <a:r>
                <a:rPr lang="en-US" sz="1400" b="0" strike="noStrike" spc="-1" dirty="0">
                  <a:solidFill>
                    <a:srgbClr val="262626"/>
                  </a:solidFill>
                  <a:latin typeface="Calibri"/>
                  <a:ea typeface="DejaVu Sans"/>
                </a:rPr>
                <a:t> (</a:t>
              </a:r>
              <a:r>
                <a:rPr lang="en-US" sz="1400" b="0" strike="noStrike" spc="-1" dirty="0" err="1">
                  <a:solidFill>
                    <a:srgbClr val="262626"/>
                  </a:solidFill>
                  <a:latin typeface="Calibri"/>
                  <a:ea typeface="DejaVu Sans"/>
                </a:rPr>
                <a:t>StartOpCodeHandle</a:t>
              </a:r>
              <a:r>
                <a:rPr lang="en-US" sz="1400" b="0" strike="noStrike" spc="-1" dirty="0">
                  <a:solidFill>
                    <a:srgbClr val="262626"/>
                  </a:solidFill>
                  <a:latin typeface="Calibri"/>
                  <a:ea typeface="DejaVu Sans"/>
                </a:rPr>
                <a:t>, &amp;</a:t>
              </a:r>
              <a:r>
                <a:rPr lang="en-US" sz="1400" b="0" strike="noStrike" spc="-1" dirty="0" err="1">
                  <a:solidFill>
                    <a:srgbClr val="262626"/>
                  </a:solidFill>
                  <a:latin typeface="Calibri"/>
                  <a:ea typeface="DejaVu Sans"/>
                </a:rPr>
                <a:t>gEfiIfrTianoGuid</a:t>
              </a:r>
              <a:r>
                <a:rPr lang="en-US" sz="1400" b="0" strike="noStrike" spc="-1" dirty="0">
                  <a:solidFill>
                    <a:srgbClr val="262626"/>
                  </a:solidFill>
                  <a:latin typeface="Calibri"/>
                  <a:ea typeface="DejaVu Sans"/>
                </a:rPr>
                <a:t>, NULL, </a:t>
              </a:r>
              <a:r>
                <a:rPr lang="en-US" sz="1400" b="0" strike="noStrike" spc="-1" dirty="0" err="1">
                  <a:solidFill>
                    <a:srgbClr val="262626"/>
                  </a:solidFill>
                  <a:latin typeface="Calibri"/>
                  <a:ea typeface="DejaVu Sans"/>
                </a:rPr>
                <a:t>sizeof</a:t>
              </a:r>
              <a:r>
                <a:rPr lang="en-US" sz="1400" b="0" strike="noStrike" spc="-1" dirty="0">
                  <a:solidFill>
                    <a:srgbClr val="262626"/>
                  </a:solidFill>
                  <a:latin typeface="Calibri"/>
                  <a:ea typeface="DejaVu Sans"/>
                </a:rPr>
                <a:t> (EFI_IFR_GUID_LABEL));</a:t>
              </a:r>
              <a:endParaRPr lang="en-US" sz="1400" b="0" strike="noStrike" spc="-1" dirty="0">
                <a:latin typeface="Arial"/>
              </a:endParaRPr>
            </a:p>
            <a:p>
              <a:pPr>
                <a:lnSpc>
                  <a:spcPct val="100000"/>
                </a:lnSpc>
              </a:pPr>
              <a:r>
                <a:rPr lang="en-US" sz="1600" b="0" strike="noStrike" spc="-1" dirty="0" err="1">
                  <a:solidFill>
                    <a:srgbClr val="262626"/>
                  </a:solidFill>
                  <a:latin typeface="Calibri"/>
                  <a:ea typeface="DejaVu Sans"/>
                </a:rPr>
                <a:t>StartLabel</a:t>
              </a:r>
              <a:r>
                <a:rPr lang="en-US" sz="1600" b="0" strike="noStrike" spc="-1" dirty="0">
                  <a:solidFill>
                    <a:srgbClr val="262626"/>
                  </a:solidFill>
                  <a:latin typeface="Calibri"/>
                  <a:ea typeface="DejaVu Sans"/>
                </a:rPr>
                <a:t>-&gt;</a:t>
              </a:r>
              <a:r>
                <a:rPr lang="en-US" sz="1600" b="0" strike="noStrike" spc="-1" dirty="0" err="1">
                  <a:solidFill>
                    <a:srgbClr val="262626"/>
                  </a:solidFill>
                  <a:latin typeface="Calibri"/>
                  <a:ea typeface="DejaVu Sans"/>
                </a:rPr>
                <a:t>ExtendOpCode</a:t>
              </a:r>
              <a:r>
                <a:rPr lang="en-US" sz="1600" b="0" strike="noStrike" spc="-1" dirty="0">
                  <a:solidFill>
                    <a:srgbClr val="262626"/>
                  </a:solidFill>
                  <a:latin typeface="Calibri"/>
                  <a:ea typeface="DejaVu Sans"/>
                </a:rPr>
                <a:t> 	= EFI_IFR_EXTEND_OP_LABEL;</a:t>
              </a:r>
              <a:endParaRPr lang="en-US" sz="1600" b="0" strike="noStrike" spc="-1" dirty="0">
                <a:latin typeface="Arial"/>
              </a:endParaRPr>
            </a:p>
            <a:p>
              <a:pPr>
                <a:lnSpc>
                  <a:spcPct val="100000"/>
                </a:lnSpc>
              </a:pPr>
              <a:r>
                <a:rPr lang="en-US" sz="1600" b="0" strike="noStrike" spc="-1" dirty="0" err="1">
                  <a:solidFill>
                    <a:srgbClr val="262626"/>
                  </a:solidFill>
                  <a:latin typeface="Calibri"/>
                  <a:ea typeface="DejaVu Sans"/>
                </a:rPr>
                <a:t>StartLabel</a:t>
              </a:r>
              <a:r>
                <a:rPr lang="en-US" sz="1600" b="0" strike="noStrike" spc="-1" dirty="0">
                  <a:solidFill>
                    <a:srgbClr val="262626"/>
                  </a:solidFill>
                  <a:latin typeface="Calibri"/>
                  <a:ea typeface="DejaVu Sans"/>
                </a:rPr>
                <a:t>-&gt;Number		= </a:t>
              </a:r>
              <a:r>
                <a:rPr lang="en-US" sz="1600" b="0" strike="noStrike" spc="-1" dirty="0">
                  <a:solidFill>
                    <a:srgbClr val="FF0000"/>
                  </a:solidFill>
                  <a:latin typeface="Calibri"/>
                  <a:ea typeface="DejaVu Sans"/>
                </a:rPr>
                <a:t>SETUP_UTILITY_LANG_MENU</a:t>
              </a:r>
              <a:r>
                <a:rPr lang="en-US" sz="1600" b="0" strike="noStrike" spc="-1" dirty="0">
                  <a:solidFill>
                    <a:srgbClr val="262626"/>
                  </a:solidFill>
                  <a:latin typeface="Calibri"/>
                  <a:ea typeface="DejaVu Sans"/>
                </a:rPr>
                <a:t>;</a:t>
              </a:r>
              <a:endParaRPr lang="en-US" sz="1600" b="0" strike="noStrike" spc="-1" dirty="0">
                <a:latin typeface="Arial"/>
              </a:endParaRPr>
            </a:p>
          </p:txBody>
        </p:sp>
        <p:sp>
          <p:nvSpPr>
            <p:cNvPr id="9" name="CustomShape 4">
              <a:extLst>
                <a:ext uri="{FF2B5EF4-FFF2-40B4-BE49-F238E27FC236}">
                  <a16:creationId xmlns:a16="http://schemas.microsoft.com/office/drawing/2014/main" id="{3A067B18-1302-4639-A9A2-F5C2A55541E3}"/>
                </a:ext>
              </a:extLst>
            </p:cNvPr>
            <p:cNvSpPr/>
            <p:nvPr/>
          </p:nvSpPr>
          <p:spPr>
            <a:xfrm>
              <a:off x="2279520" y="3433680"/>
              <a:ext cx="4037760" cy="301032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600" b="0" strike="noStrike" spc="-1">
                  <a:solidFill>
                    <a:srgbClr val="008000"/>
                  </a:solidFill>
                  <a:latin typeface="Calibri"/>
                  <a:ea typeface="DejaVu Sans"/>
                </a:rPr>
                <a:t>HiiCreateOneOfOpCode</a:t>
              </a:r>
              <a:r>
                <a:rPr lang="en-US" sz="1600" b="0" strike="noStrike" spc="-1">
                  <a:solidFill>
                    <a:srgbClr val="262626"/>
                  </a:solidFill>
                  <a:latin typeface="Calibri"/>
                  <a:ea typeface="DejaVu Sans"/>
                </a:rPr>
                <a:t> (</a:t>
              </a:r>
              <a:endParaRPr lang="en-US" sz="1600" b="0" strike="noStrike" spc="-1">
                <a:latin typeface="Arial"/>
              </a:endParaRPr>
            </a:p>
            <a:p>
              <a:pPr>
                <a:lnSpc>
                  <a:spcPct val="100000"/>
                </a:lnSpc>
              </a:pPr>
              <a:r>
                <a:rPr lang="en-US" sz="1600" b="0" strike="noStrike" spc="-1">
                  <a:solidFill>
                    <a:srgbClr val="262626"/>
                  </a:solidFill>
                  <a:latin typeface="Calibri"/>
                  <a:ea typeface="DejaVu Sans"/>
                </a:rPr>
                <a:t>    StartOpCodeHandle,</a:t>
              </a:r>
              <a:endParaRPr lang="en-US" sz="1600" b="0" strike="noStrike" spc="-1">
                <a:latin typeface="Arial"/>
              </a:endParaRPr>
            </a:p>
            <a:p>
              <a:pPr>
                <a:lnSpc>
                  <a:spcPct val="100000"/>
                </a:lnSpc>
              </a:pPr>
              <a:r>
                <a:rPr lang="en-US" sz="1600" b="0" strike="noStrike" spc="-1">
                  <a:solidFill>
                    <a:srgbClr val="262626"/>
                  </a:solidFill>
                  <a:latin typeface="Calibri"/>
                  <a:ea typeface="DejaVu Sans"/>
                </a:rPr>
                <a:t>    </a:t>
              </a:r>
              <a:r>
                <a:rPr lang="en-US" sz="1600" b="0" strike="noStrike" spc="-1">
                  <a:solidFill>
                    <a:srgbClr val="FF0000"/>
                  </a:solidFill>
                  <a:latin typeface="Calibri"/>
                  <a:ea typeface="DejaVu Sans"/>
                </a:rPr>
                <a:t>KEY_LANGUAGE_UPDATE</a:t>
              </a:r>
              <a:r>
                <a:rPr lang="en-US" sz="1600" b="0" strike="noStrike" spc="-1">
                  <a:solidFill>
                    <a:srgbClr val="262626"/>
                  </a:solidFill>
                  <a:latin typeface="Calibri"/>
                  <a:ea typeface="DejaVu Sans"/>
                </a:rPr>
                <a:t>,</a:t>
              </a:r>
              <a:endParaRPr lang="en-US" sz="1600" b="0" strike="noStrike" spc="-1">
                <a:latin typeface="Arial"/>
              </a:endParaRPr>
            </a:p>
            <a:p>
              <a:pPr>
                <a:lnSpc>
                  <a:spcPct val="100000"/>
                </a:lnSpc>
              </a:pPr>
              <a:r>
                <a:rPr lang="en-US" sz="1600" b="0" strike="noStrike" spc="-1">
                  <a:solidFill>
                    <a:srgbClr val="262626"/>
                  </a:solidFill>
                  <a:latin typeface="Calibri"/>
                  <a:ea typeface="DejaVu Sans"/>
                </a:rPr>
                <a:t>    CONFIGURATION_VARSTORE_ID,</a:t>
              </a:r>
              <a:endParaRPr lang="en-US" sz="1600" b="0" strike="noStrike" spc="-1">
                <a:latin typeface="Arial"/>
              </a:endParaRPr>
            </a:p>
            <a:p>
              <a:pPr>
                <a:lnSpc>
                  <a:spcPct val="100000"/>
                </a:lnSpc>
              </a:pPr>
              <a:r>
                <a:rPr lang="en-US" sz="1600" b="0" strike="noStrike" spc="-1">
                  <a:solidFill>
                    <a:srgbClr val="262626"/>
                  </a:solidFill>
                  <a:latin typeface="Calibri"/>
                  <a:ea typeface="DejaVu Sans"/>
                </a:rPr>
                <a:t>    VarOffset,</a:t>
              </a:r>
              <a:endParaRPr lang="en-US" sz="1600" b="0" strike="noStrike" spc="-1">
                <a:latin typeface="Arial"/>
              </a:endParaRPr>
            </a:p>
            <a:p>
              <a:pPr>
                <a:lnSpc>
                  <a:spcPct val="100000"/>
                </a:lnSpc>
              </a:pPr>
              <a:r>
                <a:rPr lang="en-US" sz="1600" b="0" strike="noStrike" spc="-1">
                  <a:solidFill>
                    <a:srgbClr val="262626"/>
                  </a:solidFill>
                  <a:latin typeface="Calibri"/>
                  <a:ea typeface="DejaVu Sans"/>
                </a:rPr>
                <a:t>    STRING_TOKEN (</a:t>
              </a:r>
              <a:r>
                <a:rPr lang="en-US" sz="1600" b="0" strike="noStrike" spc="-1">
                  <a:solidFill>
                    <a:srgbClr val="0000FF"/>
                  </a:solidFill>
                  <a:latin typeface="Calibri"/>
                  <a:ea typeface="DejaVu Sans"/>
                </a:rPr>
                <a:t>STR_LANGUAGE_PROMPT</a:t>
              </a:r>
              <a:r>
                <a:rPr lang="en-US" sz="1600" b="0" strike="noStrike" spc="-1">
                  <a:solidFill>
                    <a:srgbClr val="262626"/>
                  </a:solidFill>
                  <a:latin typeface="Calibri"/>
                  <a:ea typeface="DejaVu Sans"/>
                </a:rPr>
                <a:t>),</a:t>
              </a:r>
              <a:endParaRPr lang="en-US" sz="1600" b="0" strike="noStrike" spc="-1">
                <a:latin typeface="Arial"/>
              </a:endParaRPr>
            </a:p>
            <a:p>
              <a:pPr>
                <a:lnSpc>
                  <a:spcPct val="100000"/>
                </a:lnSpc>
              </a:pPr>
              <a:r>
                <a:rPr lang="en-US" sz="1600" b="0" strike="noStrike" spc="-1">
                  <a:solidFill>
                    <a:srgbClr val="262626"/>
                  </a:solidFill>
                  <a:latin typeface="Calibri"/>
                  <a:ea typeface="DejaVu Sans"/>
                </a:rPr>
                <a:t>    STRING_TOKEN (</a:t>
              </a:r>
              <a:r>
                <a:rPr lang="en-US" sz="1600" b="0" strike="noStrike" spc="-1">
                  <a:solidFill>
                    <a:srgbClr val="0000FF"/>
                  </a:solidFill>
                  <a:latin typeface="Calibri"/>
                  <a:ea typeface="DejaVu Sans"/>
                </a:rPr>
                <a:t>STR_LANGUAGE_HELP</a:t>
              </a:r>
              <a:r>
                <a:rPr lang="en-US" sz="1600" b="0" strike="noStrike" spc="-1">
                  <a:solidFill>
                    <a:srgbClr val="262626"/>
                  </a:solidFill>
                  <a:latin typeface="Calibri"/>
                  <a:ea typeface="DejaVu Sans"/>
                </a:rPr>
                <a:t>),</a:t>
              </a:r>
              <a:endParaRPr lang="en-US" sz="1600" b="0" strike="noStrike" spc="-1">
                <a:latin typeface="Arial"/>
              </a:endParaRPr>
            </a:p>
            <a:p>
              <a:pPr>
                <a:lnSpc>
                  <a:spcPct val="100000"/>
                </a:lnSpc>
              </a:pPr>
              <a:r>
                <a:rPr lang="en-US" sz="1600" b="0" strike="noStrike" spc="-1">
                  <a:solidFill>
                    <a:srgbClr val="262626"/>
                  </a:solidFill>
                  <a:latin typeface="Calibri"/>
                  <a:ea typeface="DejaVu Sans"/>
                </a:rPr>
                <a:t>    EFI_IFR_FLAG_CALLBACK,</a:t>
              </a:r>
              <a:endParaRPr lang="en-US" sz="1600" b="0" strike="noStrike" spc="-1">
                <a:latin typeface="Arial"/>
              </a:endParaRPr>
            </a:p>
            <a:p>
              <a:pPr>
                <a:lnSpc>
                  <a:spcPct val="100000"/>
                </a:lnSpc>
              </a:pPr>
              <a:r>
                <a:rPr lang="en-US" sz="1600" b="0" strike="noStrike" spc="-1">
                  <a:solidFill>
                    <a:srgbClr val="262626"/>
                  </a:solidFill>
                  <a:latin typeface="Calibri"/>
                  <a:ea typeface="DejaVu Sans"/>
                </a:rPr>
                <a:t>    EFI_IFR_NUMERIC_SIZE_1,</a:t>
              </a:r>
              <a:endParaRPr lang="en-US" sz="1600" b="0" strike="noStrike" spc="-1">
                <a:latin typeface="Arial"/>
              </a:endParaRPr>
            </a:p>
            <a:p>
              <a:pPr>
                <a:lnSpc>
                  <a:spcPct val="100000"/>
                </a:lnSpc>
              </a:pPr>
              <a:r>
                <a:rPr lang="en-US" sz="1600" b="0" strike="noStrike" spc="-1">
                  <a:solidFill>
                    <a:srgbClr val="262626"/>
                  </a:solidFill>
                  <a:latin typeface="Calibri"/>
                  <a:ea typeface="DejaVu Sans"/>
                </a:rPr>
                <a:t>    OptionsOpCodeHandle,</a:t>
              </a:r>
              <a:endParaRPr lang="en-US" sz="1600" b="0" strike="noStrike" spc="-1">
                <a:latin typeface="Arial"/>
              </a:endParaRPr>
            </a:p>
            <a:p>
              <a:pPr>
                <a:lnSpc>
                  <a:spcPct val="100000"/>
                </a:lnSpc>
              </a:pPr>
              <a:r>
                <a:rPr lang="en-US" sz="1600" b="0" strike="noStrike" spc="-1">
                  <a:solidFill>
                    <a:srgbClr val="262626"/>
                  </a:solidFill>
                  <a:latin typeface="Calibri"/>
                  <a:ea typeface="DejaVu Sans"/>
                </a:rPr>
                <a:t>    NULL</a:t>
              </a:r>
              <a:endParaRPr lang="en-US" sz="1600" b="0" strike="noStrike" spc="-1">
                <a:latin typeface="Arial"/>
              </a:endParaRPr>
            </a:p>
            <a:p>
              <a:pPr>
                <a:lnSpc>
                  <a:spcPct val="100000"/>
                </a:lnSpc>
              </a:pPr>
              <a:r>
                <a:rPr lang="en-US" sz="1600" b="0" strike="noStrike" spc="-1">
                  <a:solidFill>
                    <a:srgbClr val="262626"/>
                  </a:solidFill>
                  <a:latin typeface="Calibri"/>
                  <a:ea typeface="DejaVu Sans"/>
                </a:rPr>
                <a:t>    );</a:t>
              </a:r>
              <a:endParaRPr lang="en-US" sz="1600" b="0" strike="noStrike" spc="-1">
                <a:latin typeface="Arial"/>
              </a:endParaRPr>
            </a:p>
          </p:txBody>
        </p:sp>
        <p:sp>
          <p:nvSpPr>
            <p:cNvPr id="10" name="CustomShape 5">
              <a:extLst>
                <a:ext uri="{FF2B5EF4-FFF2-40B4-BE49-F238E27FC236}">
                  <a16:creationId xmlns:a16="http://schemas.microsoft.com/office/drawing/2014/main" id="{0ECD26CA-338B-4FC6-97D2-FC81F0A81A4A}"/>
                </a:ext>
              </a:extLst>
            </p:cNvPr>
            <p:cNvSpPr/>
            <p:nvPr/>
          </p:nvSpPr>
          <p:spPr>
            <a:xfrm>
              <a:off x="6699240" y="3801960"/>
              <a:ext cx="3885480" cy="2280240"/>
            </a:xfrm>
            <a:prstGeom prst="rect">
              <a:avLst/>
            </a:prstGeom>
            <a:solidFill>
              <a:schemeClr val="bg1"/>
            </a:solidFill>
            <a:ln w="9360">
              <a:solidFill>
                <a:schemeClr val="tx1"/>
              </a:solidFill>
              <a:miter/>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600" b="0" strike="noStrike" spc="-1">
                  <a:solidFill>
                    <a:srgbClr val="008000"/>
                  </a:solidFill>
                  <a:latin typeface="Calibri"/>
                  <a:ea typeface="DejaVu Sans"/>
                </a:rPr>
                <a:t>HiiUpdateForm</a:t>
              </a:r>
              <a:r>
                <a:rPr lang="en-US" sz="1600" b="0" strike="noStrike" spc="-1">
                  <a:solidFill>
                    <a:srgbClr val="262626"/>
                  </a:solidFill>
                  <a:latin typeface="Calibri"/>
                  <a:ea typeface="DejaVu Sans"/>
                </a:rPr>
                <a:t> (</a:t>
              </a:r>
              <a:endParaRPr lang="en-US" sz="1600" b="0" strike="noStrike" spc="-1">
                <a:latin typeface="Arial"/>
              </a:endParaRPr>
            </a:p>
            <a:p>
              <a:pPr>
                <a:lnSpc>
                  <a:spcPct val="100000"/>
                </a:lnSpc>
              </a:pPr>
              <a:r>
                <a:rPr lang="en-US" sz="1600" b="0" strike="noStrike" spc="-1">
                  <a:solidFill>
                    <a:srgbClr val="262626"/>
                  </a:solidFill>
                  <a:latin typeface="Calibri"/>
                  <a:ea typeface="DejaVu Sans"/>
                </a:rPr>
                <a:t>    HiiHandle,</a:t>
              </a:r>
              <a:endParaRPr lang="en-US" sz="1600" b="0" strike="noStrike" spc="-1">
                <a:latin typeface="Arial"/>
              </a:endParaRPr>
            </a:p>
            <a:p>
              <a:pPr>
                <a:lnSpc>
                  <a:spcPct val="100000"/>
                </a:lnSpc>
              </a:pPr>
              <a:r>
                <a:rPr lang="en-US" sz="1600" b="0" strike="noStrike" spc="-1">
                  <a:solidFill>
                    <a:srgbClr val="262626"/>
                  </a:solidFill>
                  <a:latin typeface="Calibri"/>
                  <a:ea typeface="DejaVu Sans"/>
                </a:rPr>
                <a:t>    NULL,</a:t>
              </a:r>
              <a:endParaRPr lang="en-US" sz="1600" b="0" strike="noStrike" spc="-1">
                <a:latin typeface="Arial"/>
              </a:endParaRPr>
            </a:p>
            <a:p>
              <a:pPr>
                <a:lnSpc>
                  <a:spcPct val="100000"/>
                </a:lnSpc>
              </a:pPr>
              <a:r>
                <a:rPr lang="en-US" sz="1600" b="0" strike="noStrike" spc="-1">
                  <a:solidFill>
                    <a:srgbClr val="262626"/>
                  </a:solidFill>
                  <a:latin typeface="Calibri"/>
                  <a:ea typeface="DejaVu Sans"/>
                </a:rPr>
                <a:t>    ROOT_FORM_ID,</a:t>
              </a:r>
              <a:endParaRPr lang="en-US" sz="1600" b="0" strike="noStrike" spc="-1">
                <a:latin typeface="Arial"/>
              </a:endParaRPr>
            </a:p>
            <a:p>
              <a:pPr>
                <a:lnSpc>
                  <a:spcPct val="100000"/>
                </a:lnSpc>
              </a:pPr>
              <a:r>
                <a:rPr lang="en-US" sz="1600" b="0" strike="noStrike" spc="-1">
                  <a:solidFill>
                    <a:srgbClr val="262626"/>
                  </a:solidFill>
                  <a:latin typeface="Calibri"/>
                  <a:ea typeface="DejaVu Sans"/>
                </a:rPr>
                <a:t>    StartOpCodeHandle,</a:t>
              </a:r>
              <a:endParaRPr lang="en-US" sz="1600" b="0" strike="noStrike" spc="-1">
                <a:latin typeface="Arial"/>
              </a:endParaRPr>
            </a:p>
            <a:p>
              <a:pPr>
                <a:lnSpc>
                  <a:spcPct val="100000"/>
                </a:lnSpc>
              </a:pPr>
              <a:r>
                <a:rPr lang="en-US" sz="1600" b="0" strike="noStrike" spc="-1">
                  <a:solidFill>
                    <a:srgbClr val="262626"/>
                  </a:solidFill>
                  <a:latin typeface="Calibri"/>
                  <a:ea typeface="DejaVu Sans"/>
                </a:rPr>
                <a:t>    NULL</a:t>
              </a:r>
              <a:endParaRPr lang="en-US" sz="1600" b="0" strike="noStrike" spc="-1">
                <a:latin typeface="Arial"/>
              </a:endParaRPr>
            </a:p>
            <a:p>
              <a:pPr>
                <a:lnSpc>
                  <a:spcPct val="100000"/>
                </a:lnSpc>
              </a:pPr>
              <a:r>
                <a:rPr lang="en-US" sz="1600" b="0" strike="noStrike" spc="-1">
                  <a:solidFill>
                    <a:srgbClr val="262626"/>
                  </a:solidFill>
                  <a:latin typeface="Calibri"/>
                  <a:ea typeface="DejaVu Sans"/>
                </a:rPr>
                <a:t>    );</a:t>
              </a:r>
              <a:endParaRPr lang="en-US" sz="1600" b="0" strike="noStrike" spc="-1">
                <a:latin typeface="Arial"/>
              </a:endParaRPr>
            </a:p>
            <a:p>
              <a:pPr>
                <a:lnSpc>
                  <a:spcPct val="100000"/>
                </a:lnSpc>
              </a:pPr>
              <a:endParaRPr lang="en-US" sz="1600" b="0" strike="noStrike" spc="-1">
                <a:latin typeface="Arial"/>
              </a:endParaRPr>
            </a:p>
            <a:p>
              <a:pPr>
                <a:lnSpc>
                  <a:spcPct val="100000"/>
                </a:lnSpc>
              </a:pPr>
              <a:r>
                <a:rPr lang="en-US" sz="1600" b="0" strike="noStrike" spc="-1">
                  <a:solidFill>
                    <a:srgbClr val="262626"/>
                  </a:solidFill>
                  <a:latin typeface="Calibri"/>
                  <a:ea typeface="DejaVu Sans"/>
                </a:rPr>
                <a:t>HiiFreeOpCodeHandle (StartOpCodeHandle);</a:t>
              </a:r>
              <a:endParaRPr lang="en-US" sz="1600" b="0" strike="noStrike" spc="-1">
                <a:latin typeface="Arial"/>
              </a:endParaRPr>
            </a:p>
          </p:txBody>
        </p:sp>
        <p:sp>
          <p:nvSpPr>
            <p:cNvPr id="11" name="CustomShape 6">
              <a:extLst>
                <a:ext uri="{FF2B5EF4-FFF2-40B4-BE49-F238E27FC236}">
                  <a16:creationId xmlns:a16="http://schemas.microsoft.com/office/drawing/2014/main" id="{C9C432B9-D4C2-47E6-B70E-3CF7E49C1961}"/>
                </a:ext>
              </a:extLst>
            </p:cNvPr>
            <p:cNvSpPr/>
            <p:nvPr/>
          </p:nvSpPr>
          <p:spPr>
            <a:xfrm>
              <a:off x="3956040" y="3105000"/>
              <a:ext cx="456480" cy="304200"/>
            </a:xfrm>
            <a:prstGeom prst="downArrow">
              <a:avLst>
                <a:gd name="adj1" fmla="val 50000"/>
                <a:gd name="adj2" fmla="val 25000"/>
              </a:avLst>
            </a:prstGeom>
            <a:solidFill>
              <a:srgbClr val="FF6600"/>
            </a:solidFill>
            <a:ln w="9360">
              <a:noFill/>
            </a:ln>
          </p:spPr>
          <p:style>
            <a:lnRef idx="0">
              <a:scrgbClr r="0" g="0" b="0"/>
            </a:lnRef>
            <a:fillRef idx="0">
              <a:scrgbClr r="0" g="0" b="0"/>
            </a:fillRef>
            <a:effectRef idx="0">
              <a:scrgbClr r="0" g="0" b="0"/>
            </a:effectRef>
            <a:fontRef idx="minor"/>
          </p:style>
        </p:sp>
        <p:sp>
          <p:nvSpPr>
            <p:cNvPr id="12" name="CustomShape 7">
              <a:extLst>
                <a:ext uri="{FF2B5EF4-FFF2-40B4-BE49-F238E27FC236}">
                  <a16:creationId xmlns:a16="http://schemas.microsoft.com/office/drawing/2014/main" id="{EE50607D-2840-486F-93F7-A5A96B0920AB}"/>
                </a:ext>
              </a:extLst>
            </p:cNvPr>
            <p:cNvSpPr/>
            <p:nvPr/>
          </p:nvSpPr>
          <p:spPr>
            <a:xfrm>
              <a:off x="6352920" y="4735440"/>
              <a:ext cx="304200" cy="456480"/>
            </a:xfrm>
            <a:prstGeom prst="rightArrow">
              <a:avLst>
                <a:gd name="adj1" fmla="val 50000"/>
                <a:gd name="adj2" fmla="val 25000"/>
              </a:avLst>
            </a:prstGeom>
            <a:solidFill>
              <a:srgbClr val="FF6600"/>
            </a:solidFill>
            <a:ln w="9360">
              <a:noFill/>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34391598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Text Placeholder 2"/>
          <p:cNvSpPr>
            <a:spLocks noGrp="1"/>
          </p:cNvSpPr>
          <p:nvPr>
            <p:ph type="body" idx="1"/>
          </p:nvPr>
        </p:nvSpPr>
        <p:spPr/>
        <p:txBody>
          <a:bodyPr/>
          <a:lstStyle/>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781490A6-A1C6-4034-B8DF-BB0CBB7F3119}" type="slidenum">
              <a:rPr lang="en-US" smtClean="0"/>
              <a:pPr/>
              <a:t>41</a:t>
            </a:fld>
            <a:endParaRPr lang="en-US" dirty="0"/>
          </a:p>
        </p:txBody>
      </p:sp>
    </p:spTree>
    <p:extLst>
      <p:ext uri="{BB962C8B-B14F-4D97-AF65-F5344CB8AC3E}">
        <p14:creationId xmlns:p14="http://schemas.microsoft.com/office/powerpoint/2010/main" val="1693676972"/>
      </p:ext>
    </p:extLst>
  </p:cSld>
  <p:clrMapOvr>
    <a:masterClrMapping/>
  </p:clrMapOvr>
</p:sld>
</file>

<file path=ppt/theme/theme1.xml><?xml version="1.0" encoding="utf-8"?>
<a:theme xmlns:a="http://schemas.openxmlformats.org/drawingml/2006/main" name="2018 Theme">
  <a:themeElements>
    <a:clrScheme name="Insyde 2018 New Logo Theme">
      <a:dk1>
        <a:srgbClr val="3F3F3F"/>
      </a:dk1>
      <a:lt1>
        <a:srgbClr val="FFFFFF"/>
      </a:lt1>
      <a:dk2>
        <a:srgbClr val="000000"/>
      </a:dk2>
      <a:lt2>
        <a:srgbClr val="E7E6E6"/>
      </a:lt2>
      <a:accent1>
        <a:srgbClr val="0178BB"/>
      </a:accent1>
      <a:accent2>
        <a:srgbClr val="EE6F31"/>
      </a:accent2>
      <a:accent3>
        <a:srgbClr val="478A2B"/>
      </a:accent3>
      <a:accent4>
        <a:srgbClr val="A5A5A5"/>
      </a:accent4>
      <a:accent5>
        <a:srgbClr val="7030A0"/>
      </a:accent5>
      <a:accent6>
        <a:srgbClr val="8A0000"/>
      </a:accent6>
      <a:hlink>
        <a:srgbClr val="3F3F3F"/>
      </a:hlink>
      <a:folHlink>
        <a:srgbClr val="ED7D31"/>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Theme" id="{8EC55A69-5122-477E-9734-D7798E9079A3}" vid="{B8CB949F-261E-411A-B31D-FC720E3CD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 Theme</Template>
  <TotalTime>7162</TotalTime>
  <Words>2336</Words>
  <Application>Microsoft Office PowerPoint</Application>
  <PresentationFormat>Widescreen</PresentationFormat>
  <Paragraphs>313</Paragraphs>
  <Slides>41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Segoe UI</vt:lpstr>
      <vt:lpstr>Tahoma</vt:lpstr>
      <vt:lpstr>2018 Theme</vt:lpstr>
      <vt:lpstr>Setup Utility</vt:lpstr>
      <vt:lpstr>Copyright 2021 Insyde Software Corp., All Rights Reserved.</vt:lpstr>
      <vt:lpstr>Agenda</vt:lpstr>
      <vt:lpstr>Goals &amp; Target Audience</vt:lpstr>
      <vt:lpstr>Goals &amp; Target Audience</vt:lpstr>
      <vt:lpstr>Overview</vt:lpstr>
      <vt:lpstr>Overview</vt:lpstr>
      <vt:lpstr>Human Interface Infrastructure (HII)</vt:lpstr>
      <vt:lpstr>Human Interface Infrastructure (HII)</vt:lpstr>
      <vt:lpstr>Setup &amp; HII</vt:lpstr>
      <vt:lpstr>Related Files</vt:lpstr>
      <vt:lpstr>Related Files</vt:lpstr>
      <vt:lpstr>Related Files</vt:lpstr>
      <vt:lpstr>Reserved Word of VAR file</vt:lpstr>
      <vt:lpstr>formset / endformset</vt:lpstr>
      <vt:lpstr>form / endform</vt:lpstr>
      <vt:lpstr>Illustration</vt:lpstr>
      <vt:lpstr>subtitle</vt:lpstr>
      <vt:lpstr>text</vt:lpstr>
      <vt:lpstr>Illustration</vt:lpstr>
      <vt:lpstr>oneof / endoneof</vt:lpstr>
      <vt:lpstr>Illustration</vt:lpstr>
      <vt:lpstr>numeric / endnumeric</vt:lpstr>
      <vt:lpstr>Illustration</vt:lpstr>
      <vt:lpstr>goto</vt:lpstr>
      <vt:lpstr>Illustration</vt:lpstr>
      <vt:lpstr>suppressif</vt:lpstr>
      <vt:lpstr>Illustration</vt:lpstr>
      <vt:lpstr>grayoutif</vt:lpstr>
      <vt:lpstr>Illustration</vt:lpstr>
      <vt:lpstr>Setup Customization</vt:lpstr>
      <vt:lpstr>Setup Customization</vt:lpstr>
      <vt:lpstr>Add new option in a Form</vt:lpstr>
      <vt:lpstr>String &amp; Data Structure Define</vt:lpstr>
      <vt:lpstr>Enable Callback for the option</vt:lpstr>
      <vt:lpstr>Enable Callback for the option</vt:lpstr>
      <vt:lpstr>Label</vt:lpstr>
      <vt:lpstr>Label</vt:lpstr>
      <vt:lpstr>Label</vt:lpstr>
      <vt:lpstr>Label</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Slide Title</dc:title>
  <dc:creator>Alastair Jones</dc:creator>
  <cp:lastModifiedBy>Yuna</cp:lastModifiedBy>
  <cp:revision>111</cp:revision>
  <dcterms:created xsi:type="dcterms:W3CDTF">2018-02-02T23:50:52Z</dcterms:created>
  <dcterms:modified xsi:type="dcterms:W3CDTF">2021-03-25T02:51:50Z</dcterms:modified>
</cp:coreProperties>
</file>