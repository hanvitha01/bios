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38"/>
  </p:notesMasterIdLst>
  <p:sldIdLst>
    <p:sldId id="351" r:id="rId2"/>
    <p:sldId id="364" r:id="rId3"/>
    <p:sldId id="365" r:id="rId4"/>
    <p:sldId id="366" r:id="rId5"/>
    <p:sldId id="367" r:id="rId6"/>
    <p:sldId id="368" r:id="rId7"/>
    <p:sldId id="356" r:id="rId8"/>
    <p:sldId id="369" r:id="rId9"/>
    <p:sldId id="370" r:id="rId10"/>
    <p:sldId id="371" r:id="rId11"/>
    <p:sldId id="372" r:id="rId12"/>
    <p:sldId id="373" r:id="rId13"/>
    <p:sldId id="374" r:id="rId14"/>
    <p:sldId id="352" r:id="rId15"/>
    <p:sldId id="361" r:id="rId16"/>
    <p:sldId id="375" r:id="rId17"/>
    <p:sldId id="376" r:id="rId18"/>
    <p:sldId id="377" r:id="rId19"/>
    <p:sldId id="378" r:id="rId20"/>
    <p:sldId id="379" r:id="rId21"/>
    <p:sldId id="381" r:id="rId22"/>
    <p:sldId id="382" r:id="rId23"/>
    <p:sldId id="383" r:id="rId24"/>
    <p:sldId id="384" r:id="rId25"/>
    <p:sldId id="385" r:id="rId26"/>
    <p:sldId id="386" r:id="rId27"/>
    <p:sldId id="387" r:id="rId28"/>
    <p:sldId id="388" r:id="rId29"/>
    <p:sldId id="389" r:id="rId30"/>
    <p:sldId id="390" r:id="rId31"/>
    <p:sldId id="391" r:id="rId32"/>
    <p:sldId id="392" r:id="rId33"/>
    <p:sldId id="393" r:id="rId34"/>
    <p:sldId id="394" r:id="rId35"/>
    <p:sldId id="395" r:id="rId36"/>
    <p:sldId id="39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53" d="100"/>
          <a:sy n="53" d="100"/>
        </p:scale>
        <p:origin x="84"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3/5/2021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Library Class &amp; Library Instance</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47085661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7160">
              <a:lnSpc>
                <a:spcPct val="100000"/>
              </a:lnSpc>
              <a:buClr>
                <a:srgbClr val="FFFFFF"/>
              </a:buClr>
              <a:buFont typeface="Arial"/>
              <a:buChar char="•"/>
            </a:pPr>
            <a:r>
              <a:rPr lang="en-US" altLang="zh-TW" dirty="0"/>
              <a:t>Goals &amp; Target Audience</a:t>
            </a:r>
          </a:p>
          <a:p>
            <a:pPr marL="228600" indent="-227160">
              <a:lnSpc>
                <a:spcPct val="100000"/>
              </a:lnSpc>
              <a:buClr>
                <a:srgbClr val="FFFFFF"/>
              </a:buClr>
              <a:buFont typeface="Arial"/>
              <a:buChar char="•"/>
            </a:pPr>
            <a:r>
              <a:rPr lang="en-US" altLang="zh-TW" dirty="0"/>
              <a:t>Overview</a:t>
            </a:r>
          </a:p>
          <a:p>
            <a:pPr marL="228600" indent="-227160">
              <a:lnSpc>
                <a:spcPct val="100000"/>
              </a:lnSpc>
              <a:buClr>
                <a:srgbClr val="FFFFFF"/>
              </a:buClr>
              <a:buFont typeface="Arial"/>
              <a:buChar char="•"/>
            </a:pPr>
            <a:r>
              <a:rPr lang="en-US" altLang="zh-TW" dirty="0"/>
              <a:t>How to Add Library Class API</a:t>
            </a:r>
          </a:p>
          <a:p>
            <a:pPr marL="228600" indent="-227160">
              <a:lnSpc>
                <a:spcPct val="100000"/>
              </a:lnSpc>
              <a:buClr>
                <a:srgbClr val="FFFFFF"/>
              </a:buClr>
              <a:buFont typeface="Arial"/>
              <a:buChar char="•"/>
            </a:pPr>
            <a:r>
              <a:rPr lang="en-US" altLang="zh-TW" dirty="0"/>
              <a:t>How to Implement New Library Instance</a:t>
            </a:r>
          </a:p>
          <a:p>
            <a:pPr marL="228600" indent="-227160">
              <a:lnSpc>
                <a:spcPct val="100000"/>
              </a:lnSpc>
              <a:buClr>
                <a:srgbClr val="FFFFFF"/>
              </a:buClr>
              <a:buFont typeface="Arial"/>
              <a:buChar char="•"/>
            </a:pPr>
            <a:r>
              <a:rPr lang="en-US" altLang="zh-TW" dirty="0"/>
              <a:t>How to Use Library</a:t>
            </a:r>
          </a:p>
          <a:p>
            <a:pPr marL="228600" indent="-227160">
              <a:lnSpc>
                <a:spcPct val="100000"/>
              </a:lnSpc>
              <a:buClr>
                <a:srgbClr val="FFFFFF"/>
              </a:buClr>
              <a:buFont typeface="Arial"/>
              <a:buChar char="•"/>
            </a:pPr>
            <a:r>
              <a:rPr lang="en-US" altLang="zh-TW" dirty="0"/>
              <a:t>How to Change Library Class/Instance Mapping</a:t>
            </a:r>
          </a:p>
          <a:p>
            <a:pPr marL="228600" indent="-227160">
              <a:lnSpc>
                <a:spcPct val="100000"/>
              </a:lnSpc>
              <a:buClr>
                <a:srgbClr val="FFFFFF"/>
              </a:buClr>
              <a:buFont typeface="Arial"/>
              <a:buChar char="•"/>
            </a:pPr>
            <a:r>
              <a:rPr lang="en-US" altLang="zh-TW" dirty="0"/>
              <a:t>Others</a:t>
            </a:r>
          </a:p>
          <a:p>
            <a:endParaRPr lang="en-US" b="0" dirty="0"/>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149704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 &amp; Target Audience</a:t>
            </a:r>
          </a:p>
        </p:txBody>
      </p:sp>
    </p:spTree>
    <p:extLst>
      <p:ext uri="{BB962C8B-B14F-4D97-AF65-F5344CB8AC3E}">
        <p14:creationId xmlns:p14="http://schemas.microsoft.com/office/powerpoint/2010/main" val="1292941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 &amp; Target Audience</a:t>
            </a:r>
            <a:endParaRPr lang="zh-TW" altLang="en-US"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fontScale="92500" lnSpcReduction="20000"/>
          </a:bodyPr>
          <a:lstStyle/>
          <a:p>
            <a:pPr marL="228600" indent="-227160">
              <a:lnSpc>
                <a:spcPct val="100000"/>
              </a:lnSpc>
              <a:buClr>
                <a:srgbClr val="3F3F3F"/>
              </a:buClr>
              <a:buFont typeface="Arial"/>
              <a:buChar char="•"/>
            </a:pPr>
            <a:r>
              <a:rPr lang="en-US" altLang="zh-TW" sz="3000" b="0" strike="noStrike" spc="-1" dirty="0">
                <a:solidFill>
                  <a:srgbClr val="3F3F3F"/>
                </a:solidFill>
                <a:ea typeface="DejaVu Sans"/>
              </a:rPr>
              <a:t>Target Audience:</a:t>
            </a:r>
            <a:endParaRPr lang="en-US" altLang="zh-TW" sz="30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BIOS developers who use InsydeH2O 5.x (EDK II) to create their firmware products.</a:t>
            </a:r>
            <a:endParaRPr lang="en-US" altLang="zh-TW" sz="2600" b="0" strike="noStrike" spc="-1" dirty="0"/>
          </a:p>
          <a:p>
            <a:pPr>
              <a:lnSpc>
                <a:spcPct val="100000"/>
              </a:lnSpc>
            </a:pPr>
            <a:endParaRPr lang="en-US" altLang="zh-TW" sz="2000" b="0" strike="noStrike" spc="-1" dirty="0"/>
          </a:p>
          <a:p>
            <a:pPr marL="228600" indent="-227160">
              <a:lnSpc>
                <a:spcPct val="100000"/>
              </a:lnSpc>
              <a:buClr>
                <a:srgbClr val="3F3F3F"/>
              </a:buClr>
              <a:buFont typeface="Arial"/>
              <a:buChar char="•"/>
            </a:pPr>
            <a:r>
              <a:rPr lang="en-US" altLang="zh-TW" sz="3000" b="0" strike="noStrike" spc="-1" dirty="0">
                <a:solidFill>
                  <a:srgbClr val="3F3F3F"/>
                </a:solidFill>
                <a:ea typeface="DejaVu Sans"/>
              </a:rPr>
              <a:t>Goals:</a:t>
            </a:r>
            <a:endParaRPr lang="en-US" altLang="zh-TW" sz="28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Understand the concept of EDK II Library Class &amp; Instance.</a:t>
            </a:r>
            <a:endParaRPr lang="en-US" altLang="zh-TW" sz="26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Know how to create Library Class API.</a:t>
            </a:r>
            <a:endParaRPr lang="en-US" altLang="zh-TW" sz="26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Know how to implement new Library Instance.</a:t>
            </a:r>
            <a:endParaRPr lang="en-US" altLang="zh-TW" sz="26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Know how to change the Library Class/Instance mapping.</a:t>
            </a:r>
            <a:endParaRPr lang="en-US" altLang="zh-TW" sz="2600" b="0" strike="noStrike" spc="-1" dirty="0"/>
          </a:p>
          <a:p>
            <a:pPr>
              <a:lnSpc>
                <a:spcPct val="100000"/>
              </a:lnSpc>
            </a:pPr>
            <a:endParaRPr lang="en-US" altLang="zh-TW" sz="2000" b="0" strike="noStrike" spc="-1" dirty="0"/>
          </a:p>
          <a:p>
            <a:pPr marL="228600" indent="-227160">
              <a:lnSpc>
                <a:spcPct val="100000"/>
              </a:lnSpc>
              <a:buClr>
                <a:srgbClr val="3F3F3F"/>
              </a:buClr>
              <a:buFont typeface="Arial"/>
              <a:buChar char="•"/>
            </a:pPr>
            <a:r>
              <a:rPr lang="en-US" altLang="zh-TW" sz="3000" b="0" strike="noStrike" spc="-1" dirty="0">
                <a:solidFill>
                  <a:srgbClr val="3F3F3F"/>
                </a:solidFill>
                <a:ea typeface="DejaVu Sans"/>
              </a:rPr>
              <a:t>Requirements:</a:t>
            </a:r>
            <a:endParaRPr lang="en-US" altLang="zh-TW" sz="30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InsydeH2O 5.x source code</a:t>
            </a:r>
            <a:endParaRPr lang="en-US" altLang="zh-TW" sz="2600" b="0" strike="noStrike" spc="-1" dirty="0"/>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355602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a:t>
            </a:r>
            <a:br>
              <a:rPr lang="en-US" dirty="0"/>
            </a:br>
            <a:r>
              <a:rPr lang="en-US" altLang="zh-TW" sz="2000" dirty="0"/>
              <a:t>EDK2 Library Classes/Library Instances</a:t>
            </a:r>
            <a:endParaRPr lang="en-US" sz="2000" dirty="0"/>
          </a:p>
        </p:txBody>
      </p:sp>
      <p:sp>
        <p:nvSpPr>
          <p:cNvPr id="3" name="Content Placeholder 2"/>
          <p:cNvSpPr>
            <a:spLocks noGrp="1"/>
          </p:cNvSpPr>
          <p:nvPr>
            <p:ph idx="1"/>
          </p:nvPr>
        </p:nvSpPr>
        <p:spPr/>
        <p:txBody>
          <a:bodyPr>
            <a:normAutofit lnSpcReduction="10000"/>
          </a:bodyPr>
          <a:lstStyle/>
          <a:p>
            <a:pPr marL="228600" indent="-227160">
              <a:lnSpc>
                <a:spcPct val="100000"/>
              </a:lnSpc>
              <a:buClr>
                <a:srgbClr val="3F3F3F"/>
              </a:buClr>
              <a:buFont typeface="Arial"/>
              <a:buChar char="•"/>
            </a:pPr>
            <a:r>
              <a:rPr lang="en-US" altLang="zh-TW" sz="2800" b="1" strike="noStrike" spc="-1" dirty="0">
                <a:solidFill>
                  <a:srgbClr val="3F3F3F"/>
                </a:solidFill>
                <a:ea typeface="DejaVu Sans"/>
              </a:rPr>
              <a:t>Library Classes/Library Instances</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Different implementations for the same functionality</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Library Classes</a:t>
            </a:r>
            <a:endParaRPr lang="en-US" altLang="zh-TW" sz="2000" b="0" strike="noStrike" spc="-1" dirty="0"/>
          </a:p>
          <a:p>
            <a:pPr marL="1143000" lvl="2" indent="-227160">
              <a:lnSpc>
                <a:spcPct val="100000"/>
              </a:lnSpc>
              <a:buClr>
                <a:srgbClr val="3F3F3F"/>
              </a:buClr>
              <a:buFont typeface="Arial"/>
              <a:buChar char="•"/>
            </a:pPr>
            <a:r>
              <a:rPr lang="en-US" altLang="zh-TW" sz="2000" b="0" strike="noStrike" spc="-1" dirty="0">
                <a:solidFill>
                  <a:srgbClr val="3F3F3F"/>
                </a:solidFill>
                <a:ea typeface="DejaVu Sans"/>
              </a:rPr>
              <a:t>Standard interfaces for common support routines</a:t>
            </a:r>
            <a:endParaRPr lang="en-US" altLang="zh-TW" sz="2000" b="0" strike="noStrike" spc="-1" dirty="0"/>
          </a:p>
          <a:p>
            <a:pPr marL="1143000" lvl="2" indent="-227160">
              <a:lnSpc>
                <a:spcPct val="100000"/>
              </a:lnSpc>
              <a:buClr>
                <a:srgbClr val="3F3F3F"/>
              </a:buClr>
              <a:buFont typeface="Arial"/>
              <a:buChar char="•"/>
            </a:pPr>
            <a:r>
              <a:rPr lang="en-US" altLang="zh-TW" sz="2000" b="0" strike="noStrike" spc="-1" dirty="0">
                <a:solidFill>
                  <a:srgbClr val="3F3F3F"/>
                </a:solidFill>
                <a:ea typeface="DejaVu Sans"/>
              </a:rPr>
              <a:t>Usually represented in the form of .h files under “Include/Library” folder of a package</a:t>
            </a:r>
            <a:endParaRPr lang="en-US" altLang="zh-TW" sz="2000" b="0" strike="noStrike" spc="-1" dirty="0"/>
          </a:p>
          <a:p>
            <a:pPr marL="1143000" lvl="2" indent="-227160">
              <a:lnSpc>
                <a:spcPct val="100000"/>
              </a:lnSpc>
              <a:buClr>
                <a:srgbClr val="3F3F3F"/>
              </a:buClr>
              <a:buFont typeface="Arial"/>
              <a:buChar char="•"/>
            </a:pPr>
            <a:r>
              <a:rPr lang="en-US" altLang="zh-TW" sz="2000" b="0" strike="noStrike" spc="-1" dirty="0">
                <a:solidFill>
                  <a:srgbClr val="3F3F3F"/>
                </a:solidFill>
                <a:ea typeface="DejaVu Sans"/>
              </a:rPr>
              <a:t>Library Classes are phase independent</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Library Instances</a:t>
            </a:r>
            <a:endParaRPr lang="en-US" altLang="zh-TW" sz="2000" b="0" strike="noStrike" spc="-1" dirty="0"/>
          </a:p>
          <a:p>
            <a:pPr marL="1143000" lvl="2" indent="-227160">
              <a:lnSpc>
                <a:spcPct val="100000"/>
              </a:lnSpc>
              <a:buClr>
                <a:srgbClr val="3F3F3F"/>
              </a:buClr>
              <a:buFont typeface="Arial"/>
              <a:buChar char="•"/>
            </a:pPr>
            <a:r>
              <a:rPr lang="en-US" altLang="zh-TW" sz="2000" b="0" strike="noStrike" spc="-1" dirty="0">
                <a:solidFill>
                  <a:srgbClr val="3F3F3F"/>
                </a:solidFill>
                <a:ea typeface="DejaVu Sans"/>
              </a:rPr>
              <a:t>Implementations of Library Classes</a:t>
            </a:r>
            <a:endParaRPr lang="en-US" altLang="zh-TW" sz="2000" b="0" strike="noStrike" spc="-1" dirty="0"/>
          </a:p>
          <a:p>
            <a:pPr marL="1143000" lvl="2" indent="-227160">
              <a:lnSpc>
                <a:spcPct val="100000"/>
              </a:lnSpc>
              <a:buClr>
                <a:srgbClr val="3F3F3F"/>
              </a:buClr>
              <a:buFont typeface="Arial"/>
              <a:buChar char="•"/>
            </a:pPr>
            <a:r>
              <a:rPr lang="en-US" altLang="zh-TW" sz="2000" b="0" strike="noStrike" spc="-1" dirty="0">
                <a:solidFill>
                  <a:srgbClr val="3F3F3F"/>
                </a:solidFill>
                <a:ea typeface="DejaVu Sans"/>
              </a:rPr>
              <a:t>Library modules in “Library” folder of a package</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A library class can be implemented by several library instances</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Library Instance is selected by platform build and a module only defines the Library Class it requires</a:t>
            </a:r>
            <a:endParaRPr lang="en-US" altLang="zh-TW" sz="2000" b="0" strike="noStrike" spc="-1" dirty="0"/>
          </a:p>
        </p:txBody>
      </p:sp>
    </p:spTree>
    <p:extLst>
      <p:ext uri="{BB962C8B-B14F-4D97-AF65-F5344CB8AC3E}">
        <p14:creationId xmlns:p14="http://schemas.microsoft.com/office/powerpoint/2010/main" val="4127646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a:t>
            </a:r>
            <a:br>
              <a:rPr lang="en-US" dirty="0"/>
            </a:br>
            <a:r>
              <a:rPr lang="en-US" altLang="zh-TW" sz="2000" b="1" strike="noStrike" spc="-1" dirty="0">
                <a:solidFill>
                  <a:srgbClr val="3F3F3F"/>
                </a:solidFill>
                <a:latin typeface="Segoe UI"/>
                <a:ea typeface="新細明體"/>
              </a:rPr>
              <a:t>Library Classes/Library Instances Parsing Precedence</a:t>
            </a:r>
            <a:endParaRPr lang="en-US" sz="2000" dirty="0"/>
          </a:p>
        </p:txBody>
      </p:sp>
      <p:sp>
        <p:nvSpPr>
          <p:cNvPr id="3" name="Content Placeholder 2"/>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b="0" strike="noStrike" spc="-1" dirty="0">
                <a:solidFill>
                  <a:srgbClr val="3F3F3F"/>
                </a:solidFill>
                <a:ea typeface="DejaVu Sans"/>
              </a:rPr>
              <a:t>&lt;</a:t>
            </a:r>
            <a:r>
              <a:rPr lang="en-US" altLang="zh-TW" b="0" strike="noStrike" spc="-1" dirty="0" err="1">
                <a:solidFill>
                  <a:srgbClr val="3F3F3F"/>
                </a:solidFill>
                <a:ea typeface="DejaVu Sans"/>
              </a:rPr>
              <a:t>LibraryClasses</a:t>
            </a:r>
            <a:r>
              <a:rPr lang="en-US" altLang="zh-TW" b="0" strike="noStrike" spc="-1" dirty="0">
                <a:solidFill>
                  <a:srgbClr val="3F3F3F"/>
                </a:solidFill>
                <a:ea typeface="DejaVu Sans"/>
              </a:rPr>
              <a:t>&gt; option specified in INF statement of [Components] section in .</a:t>
            </a:r>
            <a:r>
              <a:rPr lang="en-US" altLang="zh-TW" b="0" strike="noStrike" spc="-1" dirty="0" err="1">
                <a:solidFill>
                  <a:srgbClr val="3F3F3F"/>
                </a:solidFill>
                <a:ea typeface="DejaVu Sans"/>
              </a:rPr>
              <a:t>dsc</a:t>
            </a:r>
            <a:r>
              <a:rPr lang="en-US" altLang="zh-TW" b="0" strike="noStrike" spc="-1" dirty="0">
                <a:solidFill>
                  <a:srgbClr val="3F3F3F"/>
                </a:solidFill>
                <a:ea typeface="DejaVu Sans"/>
              </a:rPr>
              <a:t> file</a:t>
            </a:r>
            <a:endParaRPr lang="en-US" altLang="zh-TW" spc="-1" dirty="0">
              <a:solidFill>
                <a:srgbClr val="3F3F3F"/>
              </a:solidFill>
              <a:ea typeface="DejaVu Sans"/>
            </a:endParaRPr>
          </a:p>
          <a:p>
            <a:pPr marL="228600" indent="-227160">
              <a:lnSpc>
                <a:spcPct val="100000"/>
              </a:lnSpc>
              <a:buClr>
                <a:srgbClr val="3F3F3F"/>
              </a:buClr>
              <a:buFont typeface="Arial"/>
              <a:buChar char="•"/>
            </a:pPr>
            <a:endParaRPr lang="en-US" altLang="zh-TW" b="0" strike="noStrike" spc="-1" dirty="0"/>
          </a:p>
          <a:p>
            <a:pPr marL="0" indent="0">
              <a:lnSpc>
                <a:spcPct val="100000"/>
              </a:lnSpc>
              <a:buNone/>
            </a:pPr>
            <a:r>
              <a:rPr lang="en-US" altLang="zh-TW" sz="1400" b="1" strike="noStrike" spc="-1" dirty="0">
                <a:solidFill>
                  <a:srgbClr val="3F3F3F"/>
                </a:solidFill>
                <a:ea typeface="DejaVu Sans"/>
              </a:rPr>
              <a:t>[Components]</a:t>
            </a:r>
            <a:endParaRPr lang="en-US" altLang="zh-TW" sz="1400" b="0" strike="noStrike" spc="-1" dirty="0"/>
          </a:p>
          <a:p>
            <a:pPr marL="0" indent="0">
              <a:lnSpc>
                <a:spcPct val="100000"/>
              </a:lnSpc>
              <a:buNone/>
            </a:pPr>
            <a:r>
              <a:rPr lang="en-US" altLang="zh-TW" sz="1400" b="1" strike="noStrike" spc="-1" dirty="0">
                <a:solidFill>
                  <a:srgbClr val="3F3F3F"/>
                </a:solidFill>
                <a:ea typeface="DejaVu Sans"/>
              </a:rPr>
              <a:t>…</a:t>
            </a:r>
            <a:endParaRPr lang="en-US" altLang="zh-TW" sz="1400" b="0" strike="noStrike" spc="-1" dirty="0"/>
          </a:p>
          <a:p>
            <a:pPr marL="0" indent="0">
              <a:lnSpc>
                <a:spcPct val="100000"/>
              </a:lnSpc>
              <a:buNone/>
            </a:pPr>
            <a:r>
              <a:rPr lang="en-US" altLang="zh-TW" sz="1400" b="1" strike="noStrike" spc="-1" dirty="0" err="1">
                <a:solidFill>
                  <a:srgbClr val="3F3F3F"/>
                </a:solidFill>
                <a:ea typeface="DejaVu Sans"/>
              </a:rPr>
              <a:t>MdeModulePkg</a:t>
            </a:r>
            <a:r>
              <a:rPr lang="en-US" altLang="zh-TW" sz="1400" b="1" strike="noStrike" spc="-1" dirty="0">
                <a:solidFill>
                  <a:srgbClr val="3F3F3F"/>
                </a:solidFill>
                <a:ea typeface="DejaVu Sans"/>
              </a:rPr>
              <a:t>/Universal/Console/</a:t>
            </a:r>
            <a:r>
              <a:rPr lang="en-US" altLang="zh-TW" sz="1400" b="1" strike="noStrike" spc="-1" dirty="0" err="1">
                <a:solidFill>
                  <a:srgbClr val="3F3F3F"/>
                </a:solidFill>
                <a:ea typeface="DejaVu Sans"/>
              </a:rPr>
              <a:t>TerminalDxe</a:t>
            </a:r>
            <a:r>
              <a:rPr lang="en-US" altLang="zh-TW" sz="1400" b="1" strike="noStrike" spc="-1" dirty="0">
                <a:solidFill>
                  <a:srgbClr val="3F3F3F"/>
                </a:solidFill>
                <a:ea typeface="DejaVu Sans"/>
              </a:rPr>
              <a:t>/TerminalDxe.inf {</a:t>
            </a:r>
            <a:endParaRPr lang="en-US" altLang="zh-TW" sz="1400" b="0" strike="noStrike" spc="-1" dirty="0"/>
          </a:p>
          <a:p>
            <a:pPr marL="0" indent="0">
              <a:lnSpc>
                <a:spcPct val="100000"/>
              </a:lnSpc>
              <a:buNone/>
            </a:pPr>
            <a:r>
              <a:rPr lang="en-US" altLang="zh-TW" sz="1400" b="1" strike="noStrike" spc="-1" dirty="0">
                <a:solidFill>
                  <a:srgbClr val="3F3F3F"/>
                </a:solidFill>
                <a:ea typeface="DejaVu Sans"/>
              </a:rPr>
              <a:t>   &lt;</a:t>
            </a:r>
            <a:r>
              <a:rPr lang="en-US" altLang="zh-TW" sz="1400" b="1" strike="noStrike" spc="-1" dirty="0" err="1">
                <a:solidFill>
                  <a:srgbClr val="3F3F3F"/>
                </a:solidFill>
                <a:ea typeface="DejaVu Sans"/>
              </a:rPr>
              <a:t>LibraryClasses</a:t>
            </a:r>
            <a:r>
              <a:rPr lang="en-US" altLang="zh-TW" sz="1400" b="1" strike="noStrike" spc="-1" dirty="0">
                <a:solidFill>
                  <a:srgbClr val="3F3F3F"/>
                </a:solidFill>
                <a:ea typeface="DejaVu Sans"/>
              </a:rPr>
              <a:t>&gt;</a:t>
            </a:r>
            <a:endParaRPr lang="en-US" altLang="zh-TW" sz="1400" b="0" strike="noStrike" spc="-1" dirty="0"/>
          </a:p>
          <a:p>
            <a:pPr marL="0" indent="0">
              <a:lnSpc>
                <a:spcPct val="100000"/>
              </a:lnSpc>
              <a:buNone/>
            </a:pPr>
            <a:r>
              <a:rPr lang="en-US" altLang="zh-TW" sz="1400" b="1" strike="noStrike" spc="-1" dirty="0">
                <a:solidFill>
                  <a:srgbClr val="3F3F3F"/>
                </a:solidFill>
                <a:ea typeface="DejaVu Sans"/>
              </a:rPr>
              <a:t>      </a:t>
            </a:r>
            <a:r>
              <a:rPr lang="en-US" altLang="zh-TW" sz="1400" b="1" strike="noStrike" spc="-1" dirty="0" err="1">
                <a:solidFill>
                  <a:srgbClr val="3F3F3F"/>
                </a:solidFill>
                <a:ea typeface="DejaVu Sans"/>
              </a:rPr>
              <a:t>PcdLib|MdePkg</a:t>
            </a:r>
            <a:r>
              <a:rPr lang="en-US" altLang="zh-TW" sz="1400" b="1" strike="noStrike" spc="-1" dirty="0">
                <a:solidFill>
                  <a:srgbClr val="3F3F3F"/>
                </a:solidFill>
                <a:ea typeface="DejaVu Sans"/>
              </a:rPr>
              <a:t>/Library/</a:t>
            </a:r>
            <a:r>
              <a:rPr lang="en-US" altLang="zh-TW" sz="1400" b="1" strike="noStrike" spc="-1" dirty="0" err="1">
                <a:solidFill>
                  <a:srgbClr val="3F3F3F"/>
                </a:solidFill>
                <a:ea typeface="DejaVu Sans"/>
              </a:rPr>
              <a:t>DxePcdLib</a:t>
            </a:r>
            <a:r>
              <a:rPr lang="en-US" altLang="zh-TW" sz="1400" b="1" strike="noStrike" spc="-1" dirty="0">
                <a:solidFill>
                  <a:srgbClr val="3F3F3F"/>
                </a:solidFill>
                <a:ea typeface="DejaVu Sans"/>
              </a:rPr>
              <a:t>/DxePcdLib.inf</a:t>
            </a:r>
            <a:endParaRPr lang="en-US" altLang="zh-TW" sz="1400" b="0" strike="noStrike" spc="-1" dirty="0"/>
          </a:p>
          <a:p>
            <a:pPr marL="0" indent="0">
              <a:lnSpc>
                <a:spcPct val="100000"/>
              </a:lnSpc>
              <a:buNone/>
            </a:pPr>
            <a:r>
              <a:rPr lang="en-US" altLang="zh-TW" sz="1400" b="1" strike="noStrike" spc="-1" dirty="0">
                <a:solidFill>
                  <a:srgbClr val="3F3F3F"/>
                </a:solidFill>
                <a:ea typeface="DejaVu Sans"/>
              </a:rPr>
              <a:t>}</a:t>
            </a:r>
            <a:endParaRPr lang="en-US" altLang="zh-TW" sz="1400" b="0" strike="noStrike" spc="-1" dirty="0"/>
          </a:p>
          <a:p>
            <a:pPr marL="0" indent="0">
              <a:lnSpc>
                <a:spcPct val="100000"/>
              </a:lnSpc>
              <a:buNone/>
            </a:pPr>
            <a:r>
              <a:rPr lang="en-US" altLang="zh-TW" sz="1400" b="1" strike="noStrike" spc="-1" dirty="0">
                <a:solidFill>
                  <a:srgbClr val="3F3F3F"/>
                </a:solidFill>
                <a:ea typeface="DejaVu Sans"/>
              </a:rPr>
              <a:t>…</a:t>
            </a:r>
            <a:endParaRPr lang="en-US" altLang="zh-TW" sz="2000" b="0" strike="noStrike" spc="-1" dirty="0"/>
          </a:p>
        </p:txBody>
      </p:sp>
    </p:spTree>
    <p:extLst>
      <p:ext uri="{BB962C8B-B14F-4D97-AF65-F5344CB8AC3E}">
        <p14:creationId xmlns:p14="http://schemas.microsoft.com/office/powerpoint/2010/main" val="1385434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a:t>
            </a:r>
            <a:br>
              <a:rPr lang="en-US" dirty="0"/>
            </a:br>
            <a:r>
              <a:rPr lang="en-US" altLang="zh-TW" sz="2000" b="1" strike="noStrike" spc="-1" dirty="0">
                <a:solidFill>
                  <a:srgbClr val="3F3F3F"/>
                </a:solidFill>
                <a:latin typeface="Segoe UI"/>
                <a:ea typeface="新細明體"/>
              </a:rPr>
              <a:t>Library Classes/Library Instances Parsing Precedence</a:t>
            </a:r>
            <a:endParaRPr lang="en-US" sz="2000" dirty="0"/>
          </a:p>
        </p:txBody>
      </p:sp>
      <p:sp>
        <p:nvSpPr>
          <p:cNvPr id="3" name="Content Placeholder 2"/>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&lt;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&gt; option specified in INF statement of [Components] section in .</a:t>
            </a:r>
            <a:r>
              <a:rPr lang="en-US" altLang="zh-TW" sz="2800" b="0" strike="noStrike" spc="-1" dirty="0" err="1">
                <a:solidFill>
                  <a:srgbClr val="3F3F3F"/>
                </a:solidFill>
                <a:latin typeface="Segoe UI"/>
                <a:ea typeface="DejaVu Sans"/>
              </a:rPr>
              <a:t>dsc</a:t>
            </a:r>
            <a:r>
              <a:rPr lang="en-US" altLang="zh-TW" sz="2800" b="0" strike="noStrike" spc="-1" dirty="0">
                <a:solidFill>
                  <a:srgbClr val="3F3F3F"/>
                </a:solidFill>
                <a:latin typeface="Segoe UI"/>
                <a:ea typeface="DejaVu Sans"/>
              </a:rPr>
              <a:t> file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 </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endParaRPr lang="en-US" altLang="zh-TW" sz="2800" b="0" strike="noStrike" spc="-1" dirty="0">
              <a:latin typeface="Arial"/>
            </a:endParaRPr>
          </a:p>
          <a:p>
            <a:pPr marL="228600" indent="-227160">
              <a:lnSpc>
                <a:spcPct val="100000"/>
              </a:lnSpc>
              <a:buClr>
                <a:srgbClr val="3F3F3F"/>
              </a:buClr>
              <a:buFont typeface="Arial"/>
              <a:buChar char="•"/>
            </a:pPr>
            <a:endParaRPr lang="en-US" altLang="zh-TW" b="0" strike="noStrike" spc="-1" dirty="0"/>
          </a:p>
          <a:p>
            <a:pPr marL="0" indent="0">
              <a:lnSpc>
                <a:spcPct val="100000"/>
              </a:lnSpc>
              <a:buNone/>
            </a:pPr>
            <a:r>
              <a:rPr lang="en-US" altLang="zh-TW" sz="1400" b="1" strike="noStrike" spc="-1" dirty="0">
                <a:solidFill>
                  <a:srgbClr val="3F3F3F"/>
                </a:solidFill>
                <a:latin typeface="Segoe UI"/>
                <a:ea typeface="DejaVu Sans"/>
              </a:rPr>
              <a:t>[LibraryClasses.IA32.PEIM, LibraryClasses.X64.PEIM]</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a:t>
            </a:r>
            <a:endParaRPr lang="en-US" altLang="zh-TW" sz="1400" b="0" strike="noStrike" spc="-1" dirty="0">
              <a:latin typeface="Arial"/>
            </a:endParaRPr>
          </a:p>
          <a:p>
            <a:pPr marL="0" indent="0">
              <a:lnSpc>
                <a:spcPct val="100000"/>
              </a:lnSpc>
              <a:buNone/>
            </a:pPr>
            <a:r>
              <a:rPr lang="en-US" altLang="zh-TW" sz="1400" b="1" strike="noStrike" spc="-1" dirty="0" err="1">
                <a:solidFill>
                  <a:srgbClr val="3F3F3F"/>
                </a:solidFill>
                <a:latin typeface="Segoe UI"/>
                <a:ea typeface="DejaVu Sans"/>
              </a:rPr>
              <a:t>PeiServicesTablePointerLib|MdePkg</a:t>
            </a:r>
            <a:r>
              <a:rPr lang="en-US" altLang="zh-TW" sz="1400" b="1" strike="noStrike" spc="-1" dirty="0">
                <a:solidFill>
                  <a:srgbClr val="3F3F3F"/>
                </a:solidFill>
                <a:latin typeface="Segoe UI"/>
                <a:ea typeface="DejaVu Sans"/>
              </a:rPr>
              <a:t>/Library/</a:t>
            </a:r>
            <a:r>
              <a:rPr lang="en-US" altLang="zh-TW" sz="1400" b="1" strike="noStrike" spc="-1" dirty="0" err="1">
                <a:solidFill>
                  <a:srgbClr val="3F3F3F"/>
                </a:solidFill>
                <a:latin typeface="Segoe UI"/>
                <a:ea typeface="DejaVu Sans"/>
              </a:rPr>
              <a:t>PeiServicesTablePointerLibIdt</a:t>
            </a:r>
            <a:r>
              <a:rPr lang="en-US" altLang="zh-TW" sz="1400" b="1" strike="noStrike" spc="-1" dirty="0">
                <a:solidFill>
                  <a:srgbClr val="3F3F3F"/>
                </a:solidFill>
                <a:latin typeface="Segoe UI"/>
                <a:ea typeface="DejaVu Sans"/>
              </a:rPr>
              <a:t>/</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PeiServicesTablePointerLibIdt.inf</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a:t>
            </a:r>
            <a:endParaRPr lang="en-US" altLang="zh-TW" sz="1400" b="0" strike="noStrike" spc="-1" dirty="0">
              <a:latin typeface="Arial"/>
            </a:endParaRPr>
          </a:p>
        </p:txBody>
      </p:sp>
    </p:spTree>
    <p:extLst>
      <p:ext uri="{BB962C8B-B14F-4D97-AF65-F5344CB8AC3E}">
        <p14:creationId xmlns:p14="http://schemas.microsoft.com/office/powerpoint/2010/main" val="568729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a:t>
            </a:r>
            <a:br>
              <a:rPr lang="en-US" dirty="0"/>
            </a:br>
            <a:r>
              <a:rPr lang="en-US" altLang="zh-TW" sz="2000" b="1" strike="noStrike" spc="-1" dirty="0">
                <a:solidFill>
                  <a:srgbClr val="3F3F3F"/>
                </a:solidFill>
                <a:latin typeface="Segoe UI"/>
                <a:ea typeface="新細明體"/>
              </a:rPr>
              <a:t>Library Classes/Library Instances Parsing Precedence</a:t>
            </a:r>
            <a:endParaRPr lang="en-US" sz="2000" dirty="0"/>
          </a:p>
        </p:txBody>
      </p:sp>
      <p:sp>
        <p:nvSpPr>
          <p:cNvPr id="3" name="Content Placeholder 2"/>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&lt;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&gt; option specified in INF statement of [Components] section in .</a:t>
            </a:r>
            <a:r>
              <a:rPr lang="en-US" altLang="zh-TW" sz="2800" b="0" strike="noStrike" spc="-1" dirty="0" err="1">
                <a:solidFill>
                  <a:srgbClr val="3F3F3F"/>
                </a:solidFill>
                <a:latin typeface="Segoe UI"/>
                <a:ea typeface="DejaVu Sans"/>
              </a:rPr>
              <a:t>dsc</a:t>
            </a:r>
            <a:r>
              <a:rPr lang="en-US" altLang="zh-TW" sz="2800" b="0" strike="noStrike" spc="-1" dirty="0">
                <a:solidFill>
                  <a:srgbClr val="3F3F3F"/>
                </a:solidFill>
                <a:latin typeface="Segoe UI"/>
                <a:ea typeface="DejaVu Sans"/>
              </a:rPr>
              <a:t> file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 </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endParaRPr lang="en-US" altLang="zh-TW" sz="2800" b="0" strike="noStrike" spc="-1" dirty="0">
              <a:latin typeface="Arial"/>
            </a:endParaRPr>
          </a:p>
          <a:p>
            <a:pPr marL="228600" indent="-227160">
              <a:lnSpc>
                <a:spcPct val="100000"/>
              </a:lnSpc>
              <a:buClr>
                <a:srgbClr val="3F3F3F"/>
              </a:buClr>
              <a:buFont typeface="Arial"/>
              <a:buChar char="•"/>
            </a:pPr>
            <a:endParaRPr lang="en-US" altLang="zh-TW" b="0" strike="noStrike" spc="-1" dirty="0"/>
          </a:p>
          <a:p>
            <a:pPr marL="0" indent="0">
              <a:lnSpc>
                <a:spcPct val="100000"/>
              </a:lnSpc>
              <a:buNone/>
            </a:pPr>
            <a:r>
              <a:rPr lang="en-US" altLang="zh-TW" sz="1400" b="1" strike="noStrike" spc="-1" dirty="0">
                <a:solidFill>
                  <a:srgbClr val="3F3F3F"/>
                </a:solidFill>
                <a:latin typeface="Segoe UI"/>
                <a:ea typeface="DejaVu Sans"/>
              </a:rPr>
              <a:t>[LibraryClasses.X64.UEFI_DRIVER]</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 …</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 </a:t>
            </a:r>
            <a:r>
              <a:rPr lang="en-US" altLang="zh-TW" sz="1400" b="1" strike="noStrike" spc="-1" dirty="0" err="1">
                <a:solidFill>
                  <a:srgbClr val="3F3F3F"/>
                </a:solidFill>
                <a:latin typeface="Segoe UI"/>
                <a:ea typeface="DejaVu Sans"/>
              </a:rPr>
              <a:t>PcdLib|MdePkg</a:t>
            </a:r>
            <a:r>
              <a:rPr lang="en-US" altLang="zh-TW" sz="1400" b="1" strike="noStrike" spc="-1" dirty="0">
                <a:solidFill>
                  <a:srgbClr val="3F3F3F"/>
                </a:solidFill>
                <a:latin typeface="Segoe UI"/>
                <a:ea typeface="DejaVu Sans"/>
              </a:rPr>
              <a:t>/Library/</a:t>
            </a:r>
            <a:r>
              <a:rPr lang="en-US" altLang="zh-TW" sz="1400" b="1" strike="noStrike" spc="-1" dirty="0" err="1">
                <a:solidFill>
                  <a:srgbClr val="3F3F3F"/>
                </a:solidFill>
                <a:latin typeface="Segoe UI"/>
                <a:ea typeface="DejaVu Sans"/>
              </a:rPr>
              <a:t>BasePcdLibNull</a:t>
            </a:r>
            <a:r>
              <a:rPr lang="en-US" altLang="zh-TW" sz="1400" b="1" strike="noStrike" spc="-1" dirty="0">
                <a:solidFill>
                  <a:srgbClr val="3F3F3F"/>
                </a:solidFill>
                <a:latin typeface="Segoe UI"/>
                <a:ea typeface="DejaVu Sans"/>
              </a:rPr>
              <a:t>/BasePcdLibNull.inf</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 …</a:t>
            </a:r>
            <a:endParaRPr lang="en-US" altLang="zh-TW" sz="1400" b="0" strike="noStrike" spc="-1" dirty="0">
              <a:latin typeface="Arial"/>
            </a:endParaRPr>
          </a:p>
        </p:txBody>
      </p:sp>
    </p:spTree>
    <p:extLst>
      <p:ext uri="{BB962C8B-B14F-4D97-AF65-F5344CB8AC3E}">
        <p14:creationId xmlns:p14="http://schemas.microsoft.com/office/powerpoint/2010/main" val="2259402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a:t>
            </a:r>
            <a:br>
              <a:rPr lang="en-US" dirty="0"/>
            </a:br>
            <a:r>
              <a:rPr lang="en-US" altLang="zh-TW" sz="2000" b="1" strike="noStrike" spc="-1" dirty="0">
                <a:solidFill>
                  <a:srgbClr val="3F3F3F"/>
                </a:solidFill>
                <a:latin typeface="Segoe UI"/>
                <a:ea typeface="新細明體"/>
              </a:rPr>
              <a:t>Library Classes/Library Instances Parsing Precedence</a:t>
            </a:r>
            <a:endParaRPr lang="en-US" sz="2000" dirty="0"/>
          </a:p>
        </p:txBody>
      </p:sp>
      <p:sp>
        <p:nvSpPr>
          <p:cNvPr id="3" name="Content Placeholder 2"/>
          <p:cNvSpPr>
            <a:spLocks noGrp="1"/>
          </p:cNvSpPr>
          <p:nvPr>
            <p:ph idx="1"/>
          </p:nvPr>
        </p:nvSpPr>
        <p:spPr/>
        <p:txBody>
          <a:bodyPr>
            <a:normAutofit lnSpcReduction="10000"/>
          </a:bodyPr>
          <a:lstStyle/>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&lt;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&gt; option specified in INF statement of [Components] section in .</a:t>
            </a:r>
            <a:r>
              <a:rPr lang="en-US" altLang="zh-TW" sz="2800" b="0" strike="noStrike" spc="-1" dirty="0" err="1">
                <a:solidFill>
                  <a:srgbClr val="3F3F3F"/>
                </a:solidFill>
                <a:latin typeface="Segoe UI"/>
                <a:ea typeface="DejaVu Sans"/>
              </a:rPr>
              <a:t>dsc</a:t>
            </a:r>
            <a:r>
              <a:rPr lang="en-US" altLang="zh-TW" sz="2800" b="0" strike="noStrike" spc="-1" dirty="0">
                <a:solidFill>
                  <a:srgbClr val="3F3F3F"/>
                </a:solidFill>
                <a:latin typeface="Segoe UI"/>
                <a:ea typeface="DejaVu Sans"/>
              </a:rPr>
              <a:t> file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 </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p>
          <a:p>
            <a:pPr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LibraryClasses.common</a:t>
            </a:r>
            <a:r>
              <a:rPr lang="en-US" altLang="zh-TW" sz="2800" b="0" strike="noStrike" spc="-1" dirty="0">
                <a:solidFill>
                  <a:srgbClr val="3F3F3F"/>
                </a:solidFill>
                <a:latin typeface="Segoe UI"/>
                <a:ea typeface="DejaVu Sans"/>
              </a:rPr>
              <a:t>.$(MODULE_TYPE)]</a:t>
            </a:r>
            <a:endParaRPr lang="en-US" altLang="zh-TW" sz="2800" b="0" strike="noStrike" spc="-1" dirty="0">
              <a:latin typeface="Arial"/>
            </a:endParaRPr>
          </a:p>
          <a:p>
            <a:pPr marL="228600" indent="-227160">
              <a:lnSpc>
                <a:spcPct val="100000"/>
              </a:lnSpc>
              <a:buClr>
                <a:srgbClr val="3F3F3F"/>
              </a:buClr>
              <a:buFont typeface="Arial"/>
              <a:buChar char="•"/>
            </a:pPr>
            <a:endParaRPr lang="en-US" altLang="zh-TW" b="0" strike="noStrike" spc="-1" dirty="0"/>
          </a:p>
          <a:p>
            <a:pPr marL="0" indent="0">
              <a:lnSpc>
                <a:spcPct val="100000"/>
              </a:lnSpc>
              <a:buNone/>
            </a:pPr>
            <a:r>
              <a:rPr lang="en-US" altLang="zh-TW" sz="1400" b="1" strike="noStrike" spc="-1" dirty="0">
                <a:solidFill>
                  <a:srgbClr val="3F3F3F"/>
                </a:solidFill>
                <a:latin typeface="Segoe UI"/>
                <a:ea typeface="DejaVu Sans"/>
              </a:rPr>
              <a:t>[</a:t>
            </a:r>
            <a:r>
              <a:rPr lang="en-US" altLang="zh-TW" sz="1400" b="1" strike="noStrike" spc="-1" dirty="0" err="1">
                <a:solidFill>
                  <a:srgbClr val="3F3F3F"/>
                </a:solidFill>
                <a:latin typeface="Segoe UI"/>
                <a:ea typeface="DejaVu Sans"/>
              </a:rPr>
              <a:t>LibraryClasses.common.UEFI_DRIVER</a:t>
            </a:r>
            <a:r>
              <a:rPr lang="en-US" altLang="zh-TW" sz="1400" b="1" strike="noStrike" spc="-1" dirty="0">
                <a:solidFill>
                  <a:srgbClr val="3F3F3F"/>
                </a:solidFill>
                <a:latin typeface="Segoe UI"/>
                <a:ea typeface="DejaVu Sans"/>
              </a:rPr>
              <a:t>]</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a:t>
            </a:r>
            <a:endParaRPr lang="en-US" altLang="zh-TW" sz="1400" b="0" strike="noStrike" spc="-1" dirty="0">
              <a:latin typeface="Arial"/>
            </a:endParaRPr>
          </a:p>
          <a:p>
            <a:pPr marL="0" indent="0">
              <a:lnSpc>
                <a:spcPct val="100000"/>
              </a:lnSpc>
              <a:buNone/>
            </a:pPr>
            <a:r>
              <a:rPr lang="en-US" altLang="zh-TW" sz="1400" b="1" strike="noStrike" spc="-1" dirty="0" err="1">
                <a:solidFill>
                  <a:srgbClr val="3F3F3F"/>
                </a:solidFill>
                <a:latin typeface="Segoe UI"/>
                <a:ea typeface="DejaVu Sans"/>
              </a:rPr>
              <a:t>PcdLib|MdePkg</a:t>
            </a:r>
            <a:r>
              <a:rPr lang="en-US" altLang="zh-TW" sz="1400" b="1" strike="noStrike" spc="-1" dirty="0">
                <a:solidFill>
                  <a:srgbClr val="3F3F3F"/>
                </a:solidFill>
                <a:latin typeface="Segoe UI"/>
                <a:ea typeface="DejaVu Sans"/>
              </a:rPr>
              <a:t>/Library/</a:t>
            </a:r>
            <a:r>
              <a:rPr lang="en-US" altLang="zh-TW" sz="1400" b="1" strike="noStrike" spc="-1" dirty="0" err="1">
                <a:solidFill>
                  <a:srgbClr val="3F3F3F"/>
                </a:solidFill>
                <a:latin typeface="Segoe UI"/>
                <a:ea typeface="DejaVu Sans"/>
              </a:rPr>
              <a:t>BasePcdLibNull</a:t>
            </a:r>
            <a:r>
              <a:rPr lang="en-US" altLang="zh-TW" sz="1400" b="1" strike="noStrike" spc="-1" dirty="0">
                <a:solidFill>
                  <a:srgbClr val="3F3F3F"/>
                </a:solidFill>
                <a:latin typeface="Segoe UI"/>
                <a:ea typeface="DejaVu Sans"/>
              </a:rPr>
              <a:t>/BasePcdLibNull.inf</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a:t>
            </a:r>
            <a:endParaRPr lang="en-US" altLang="zh-TW" sz="1400" b="0" strike="noStrike" spc="-1" dirty="0">
              <a:latin typeface="Arial"/>
            </a:endParaRPr>
          </a:p>
        </p:txBody>
      </p:sp>
    </p:spTree>
    <p:extLst>
      <p:ext uri="{BB962C8B-B14F-4D97-AF65-F5344CB8AC3E}">
        <p14:creationId xmlns:p14="http://schemas.microsoft.com/office/powerpoint/2010/main" val="2673984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a:t>
            </a:r>
            <a:br>
              <a:rPr lang="en-US" dirty="0"/>
            </a:br>
            <a:r>
              <a:rPr lang="en-US" altLang="zh-TW" sz="2000" b="1" strike="noStrike" spc="-1" dirty="0">
                <a:solidFill>
                  <a:srgbClr val="3F3F3F"/>
                </a:solidFill>
                <a:latin typeface="Segoe UI"/>
                <a:ea typeface="新細明體"/>
              </a:rPr>
              <a:t>Library Classes/Library Instances Parsing Precedence</a:t>
            </a:r>
            <a:endParaRPr lang="en-US" sz="2000" dirty="0"/>
          </a:p>
        </p:txBody>
      </p:sp>
      <p:sp>
        <p:nvSpPr>
          <p:cNvPr id="3" name="Content Placeholder 2"/>
          <p:cNvSpPr>
            <a:spLocks noGrp="1"/>
          </p:cNvSpPr>
          <p:nvPr>
            <p:ph idx="1"/>
          </p:nvPr>
        </p:nvSpPr>
        <p:spPr/>
        <p:txBody>
          <a:bodyPr>
            <a:normAutofit fontScale="92500" lnSpcReduction="20000"/>
          </a:bodyPr>
          <a:lstStyle/>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&lt;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&gt; option specified in INF statement of [Components] section in .</a:t>
            </a:r>
            <a:r>
              <a:rPr lang="en-US" altLang="zh-TW" sz="2800" b="0" strike="noStrike" spc="-1" dirty="0" err="1">
                <a:solidFill>
                  <a:srgbClr val="3F3F3F"/>
                </a:solidFill>
                <a:latin typeface="Segoe UI"/>
                <a:ea typeface="DejaVu Sans"/>
              </a:rPr>
              <a:t>dsc</a:t>
            </a:r>
            <a:r>
              <a:rPr lang="en-US" altLang="zh-TW" sz="2800" b="0" strike="noStrike" spc="-1" dirty="0">
                <a:solidFill>
                  <a:srgbClr val="3F3F3F"/>
                </a:solidFill>
                <a:latin typeface="Segoe UI"/>
                <a:ea typeface="DejaVu Sans"/>
              </a:rPr>
              <a:t> file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 </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LibraryClasses.common</a:t>
            </a:r>
            <a:r>
              <a:rPr lang="en-US" altLang="zh-TW" sz="2800" b="0" strike="noStrike" spc="-1" dirty="0">
                <a:solidFill>
                  <a:srgbClr val="3F3F3F"/>
                </a:solidFill>
                <a:latin typeface="Segoe UI"/>
                <a:ea typeface="DejaVu Sans"/>
              </a:rPr>
              <a:t>.$(MODULE_TYPE)]</a:t>
            </a:r>
          </a:p>
          <a:p>
            <a:pPr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a:t>
            </a:r>
            <a:endParaRPr lang="en-US" altLang="zh-TW" sz="2800" b="0" strike="noStrike" spc="-1" dirty="0">
              <a:latin typeface="Arial"/>
            </a:endParaRPr>
          </a:p>
          <a:p>
            <a:pPr marL="1440" indent="0">
              <a:lnSpc>
                <a:spcPct val="100000"/>
              </a:lnSpc>
              <a:buClr>
                <a:srgbClr val="3F3F3F"/>
              </a:buClr>
              <a:buNone/>
            </a:pPr>
            <a:endParaRPr lang="en-US" altLang="zh-TW" b="0" strike="noStrike" spc="-1" dirty="0"/>
          </a:p>
          <a:p>
            <a:pPr marL="0" indent="0">
              <a:lnSpc>
                <a:spcPct val="100000"/>
              </a:lnSpc>
              <a:buNone/>
            </a:pPr>
            <a:r>
              <a:rPr lang="en-US" altLang="zh-TW" sz="1400" b="1" strike="noStrike" spc="-1" dirty="0">
                <a:solidFill>
                  <a:srgbClr val="3F3F3F"/>
                </a:solidFill>
                <a:latin typeface="Segoe UI"/>
                <a:ea typeface="DejaVu Sans"/>
              </a:rPr>
              <a:t>[LibraryClasses.X64]</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a:t>
            </a:r>
            <a:endParaRPr lang="en-US" altLang="zh-TW" sz="1400" b="0" strike="noStrike" spc="-1" dirty="0">
              <a:latin typeface="Arial"/>
            </a:endParaRPr>
          </a:p>
          <a:p>
            <a:pPr marL="0" indent="0">
              <a:lnSpc>
                <a:spcPct val="100000"/>
              </a:lnSpc>
              <a:buNone/>
            </a:pPr>
            <a:r>
              <a:rPr lang="en-US" altLang="zh-TW" sz="1400" b="1" strike="noStrike" spc="-1" dirty="0" err="1">
                <a:solidFill>
                  <a:srgbClr val="3F3F3F"/>
                </a:solidFill>
                <a:latin typeface="Segoe UI"/>
                <a:ea typeface="DejaVu Sans"/>
              </a:rPr>
              <a:t>PcdLib|MdePkg</a:t>
            </a:r>
            <a:r>
              <a:rPr lang="en-US" altLang="zh-TW" sz="1400" b="1" strike="noStrike" spc="-1" dirty="0">
                <a:solidFill>
                  <a:srgbClr val="3F3F3F"/>
                </a:solidFill>
                <a:latin typeface="Segoe UI"/>
                <a:ea typeface="DejaVu Sans"/>
              </a:rPr>
              <a:t>/Library/</a:t>
            </a:r>
            <a:r>
              <a:rPr lang="en-US" altLang="zh-TW" sz="1400" b="1" strike="noStrike" spc="-1" dirty="0" err="1">
                <a:solidFill>
                  <a:srgbClr val="3F3F3F"/>
                </a:solidFill>
                <a:latin typeface="Segoe UI"/>
                <a:ea typeface="DejaVu Sans"/>
              </a:rPr>
              <a:t>BasePcdLibNull</a:t>
            </a:r>
            <a:r>
              <a:rPr lang="en-US" altLang="zh-TW" sz="1400" b="1" strike="noStrike" spc="-1" dirty="0">
                <a:solidFill>
                  <a:srgbClr val="3F3F3F"/>
                </a:solidFill>
                <a:latin typeface="Segoe UI"/>
                <a:ea typeface="DejaVu Sans"/>
              </a:rPr>
              <a:t>/BasePcdLibNull.inf</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a:t>
            </a:r>
            <a:endParaRPr lang="en-US" altLang="zh-TW" sz="1400" b="0" strike="noStrike" spc="-1" dirty="0">
              <a:latin typeface="Arial"/>
            </a:endParaRPr>
          </a:p>
        </p:txBody>
      </p:sp>
    </p:spTree>
    <p:extLst>
      <p:ext uri="{BB962C8B-B14F-4D97-AF65-F5344CB8AC3E}">
        <p14:creationId xmlns:p14="http://schemas.microsoft.com/office/powerpoint/2010/main" val="3820800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Overview</a:t>
            </a:r>
            <a:br>
              <a:rPr lang="en-US" dirty="0"/>
            </a:br>
            <a:r>
              <a:rPr lang="en-US" altLang="zh-TW" sz="2000" b="1" strike="noStrike" spc="-1" dirty="0">
                <a:solidFill>
                  <a:srgbClr val="3F3F3F"/>
                </a:solidFill>
                <a:latin typeface="Segoe UI"/>
                <a:ea typeface="新細明體"/>
              </a:rPr>
              <a:t>Library Classes/Library Instances Parsing Precedence</a:t>
            </a:r>
            <a:endParaRPr lang="en-US" sz="2000" dirty="0"/>
          </a:p>
        </p:txBody>
      </p:sp>
      <p:sp>
        <p:nvSpPr>
          <p:cNvPr id="3" name="Content Placeholder 2"/>
          <p:cNvSpPr>
            <a:spLocks noGrp="1"/>
          </p:cNvSpPr>
          <p:nvPr>
            <p:ph idx="1"/>
          </p:nvPr>
        </p:nvSpPr>
        <p:spPr/>
        <p:txBody>
          <a:bodyPr>
            <a:normAutofit fontScale="85000" lnSpcReduction="20000"/>
          </a:bodyPr>
          <a:lstStyle/>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&lt;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&gt; option specified in INF statement of [Components] section in .</a:t>
            </a:r>
            <a:r>
              <a:rPr lang="en-US" altLang="zh-TW" sz="2800" b="0" strike="noStrike" spc="-1" dirty="0" err="1">
                <a:solidFill>
                  <a:srgbClr val="3F3F3F"/>
                </a:solidFill>
                <a:latin typeface="Segoe UI"/>
                <a:ea typeface="DejaVu Sans"/>
              </a:rPr>
              <a:t>dsc</a:t>
            </a:r>
            <a:r>
              <a:rPr lang="en-US" altLang="zh-TW" sz="2800" b="0" strike="noStrike" spc="-1" dirty="0">
                <a:solidFill>
                  <a:srgbClr val="3F3F3F"/>
                </a:solidFill>
                <a:latin typeface="Segoe UI"/>
                <a:ea typeface="DejaVu Sans"/>
              </a:rPr>
              <a:t> file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 </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.$(ARCH).$(MODULE_TYPE)]</a:t>
            </a:r>
            <a:endParaRPr lang="en-US" altLang="zh-TW" sz="2800" b="0" strike="noStrike" spc="-1" dirty="0">
              <a:latin typeface="Arial"/>
            </a:endParaRPr>
          </a:p>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LibraryClasses.common</a:t>
            </a:r>
            <a:r>
              <a:rPr lang="en-US" altLang="zh-TW" sz="2800" b="0" strike="noStrike" spc="-1" dirty="0">
                <a:solidFill>
                  <a:srgbClr val="3F3F3F"/>
                </a:solidFill>
                <a:latin typeface="Segoe UI"/>
                <a:ea typeface="DejaVu Sans"/>
              </a:rPr>
              <a:t>.$(MODULE_TYPE)]</a:t>
            </a:r>
          </a:p>
          <a:p>
            <a:pPr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.$(ARCH)]</a:t>
            </a:r>
          </a:p>
          <a:p>
            <a:pPr indent="-227160">
              <a:lnSpc>
                <a:spcPct val="100000"/>
              </a:lnSpc>
              <a:buClr>
                <a:srgbClr val="3F3F3F"/>
              </a:buClr>
              <a:buFont typeface="Arial"/>
              <a:buChar char="•"/>
            </a:pP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LibaryClasses.common</a:t>
            </a:r>
            <a:r>
              <a:rPr lang="en-US" altLang="zh-TW" sz="2800" b="0" strike="noStrike" spc="-1" dirty="0">
                <a:solidFill>
                  <a:srgbClr val="3F3F3F"/>
                </a:solidFill>
                <a:latin typeface="Segoe UI"/>
                <a:ea typeface="DejaVu Sans"/>
              </a:rPr>
              <a:t>] or [</a:t>
            </a:r>
            <a:r>
              <a:rPr lang="en-US" altLang="zh-TW" sz="2800" b="0" strike="noStrike" spc="-1" dirty="0" err="1">
                <a:solidFill>
                  <a:srgbClr val="3F3F3F"/>
                </a:solidFill>
                <a:latin typeface="Segoe UI"/>
                <a:ea typeface="DejaVu Sans"/>
              </a:rPr>
              <a:t>LibraryClasses</a:t>
            </a:r>
            <a:r>
              <a:rPr lang="en-US" altLang="zh-TW" sz="2800" b="0" strike="noStrike" spc="-1" dirty="0">
                <a:solidFill>
                  <a:srgbClr val="3F3F3F"/>
                </a:solidFill>
                <a:latin typeface="Segoe UI"/>
                <a:ea typeface="DejaVu Sans"/>
              </a:rPr>
              <a:t>]</a:t>
            </a:r>
            <a:endParaRPr lang="en-US" altLang="zh-TW" sz="2800" b="0" strike="noStrike" spc="-1" dirty="0">
              <a:latin typeface="Arial"/>
            </a:endParaRPr>
          </a:p>
          <a:p>
            <a:pPr marL="1440" indent="0">
              <a:lnSpc>
                <a:spcPct val="100000"/>
              </a:lnSpc>
              <a:buClr>
                <a:srgbClr val="3F3F3F"/>
              </a:buClr>
              <a:buNone/>
            </a:pPr>
            <a:endParaRPr lang="en-US" altLang="zh-TW" b="0" strike="noStrike" spc="-1" dirty="0"/>
          </a:p>
          <a:p>
            <a:pPr marL="0" indent="0">
              <a:lnSpc>
                <a:spcPct val="100000"/>
              </a:lnSpc>
              <a:buNone/>
            </a:pPr>
            <a:r>
              <a:rPr lang="en-US" altLang="zh-TW" sz="1400" b="1" strike="noStrike" spc="-1" dirty="0">
                <a:solidFill>
                  <a:srgbClr val="3F3F3F"/>
                </a:solidFill>
                <a:latin typeface="Segoe UI"/>
                <a:ea typeface="DejaVu Sans"/>
              </a:rPr>
              <a:t>[</a:t>
            </a:r>
            <a:r>
              <a:rPr lang="en-US" altLang="zh-TW" sz="1400" b="1" strike="noStrike" spc="-1" dirty="0" err="1">
                <a:solidFill>
                  <a:srgbClr val="3F3F3F"/>
                </a:solidFill>
                <a:latin typeface="Segoe UI"/>
                <a:ea typeface="DejaVu Sans"/>
              </a:rPr>
              <a:t>LibraryClasses</a:t>
            </a:r>
            <a:r>
              <a:rPr lang="en-US" altLang="zh-TW" sz="1400" b="1" strike="noStrike" spc="-1" dirty="0">
                <a:solidFill>
                  <a:srgbClr val="3F3F3F"/>
                </a:solidFill>
                <a:latin typeface="Segoe UI"/>
                <a:ea typeface="DejaVu Sans"/>
              </a:rPr>
              <a:t>]</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a:t>
            </a:r>
            <a:endParaRPr lang="en-US" altLang="zh-TW" sz="1400" b="0" strike="noStrike" spc="-1" dirty="0">
              <a:latin typeface="Arial"/>
            </a:endParaRPr>
          </a:p>
          <a:p>
            <a:pPr marL="0" indent="0">
              <a:lnSpc>
                <a:spcPct val="100000"/>
              </a:lnSpc>
              <a:buNone/>
            </a:pPr>
            <a:r>
              <a:rPr lang="en-US" altLang="zh-TW" sz="1400" b="1" strike="noStrike" spc="-1" dirty="0" err="1">
                <a:solidFill>
                  <a:srgbClr val="3F3F3F"/>
                </a:solidFill>
                <a:latin typeface="Segoe UI"/>
                <a:ea typeface="DejaVu Sans"/>
              </a:rPr>
              <a:t>PcdLib|MdePkg</a:t>
            </a:r>
            <a:r>
              <a:rPr lang="en-US" altLang="zh-TW" sz="1400" b="1" strike="noStrike" spc="-1" dirty="0">
                <a:solidFill>
                  <a:srgbClr val="3F3F3F"/>
                </a:solidFill>
                <a:latin typeface="Segoe UI"/>
                <a:ea typeface="DejaVu Sans"/>
              </a:rPr>
              <a:t>/Library/</a:t>
            </a:r>
            <a:r>
              <a:rPr lang="en-US" altLang="zh-TW" sz="1400" b="1" strike="noStrike" spc="-1" dirty="0" err="1">
                <a:solidFill>
                  <a:srgbClr val="3F3F3F"/>
                </a:solidFill>
                <a:latin typeface="Segoe UI"/>
                <a:ea typeface="DejaVu Sans"/>
              </a:rPr>
              <a:t>BasePcdLibNull</a:t>
            </a:r>
            <a:r>
              <a:rPr lang="en-US" altLang="zh-TW" sz="1400" b="1" strike="noStrike" spc="-1" dirty="0">
                <a:solidFill>
                  <a:srgbClr val="3F3F3F"/>
                </a:solidFill>
                <a:latin typeface="Segoe UI"/>
                <a:ea typeface="DejaVu Sans"/>
              </a:rPr>
              <a:t>/BasePcdLibNull.inf</a:t>
            </a:r>
            <a:endParaRPr lang="en-US" altLang="zh-TW" sz="1400" b="0" strike="noStrike" spc="-1" dirty="0">
              <a:latin typeface="Arial"/>
            </a:endParaRPr>
          </a:p>
          <a:p>
            <a:pPr marL="0" indent="0">
              <a:lnSpc>
                <a:spcPct val="100000"/>
              </a:lnSpc>
              <a:buNone/>
            </a:pPr>
            <a:r>
              <a:rPr lang="en-US" altLang="zh-TW" sz="1400" b="1" strike="noStrike" spc="-1" dirty="0">
                <a:solidFill>
                  <a:srgbClr val="3F3F3F"/>
                </a:solidFill>
                <a:latin typeface="Segoe UI"/>
                <a:ea typeface="DejaVu Sans"/>
              </a:rPr>
              <a:t>…</a:t>
            </a:r>
            <a:endParaRPr lang="en-US" altLang="zh-TW" sz="1400" b="0" strike="noStrike" spc="-1" dirty="0">
              <a:latin typeface="Arial"/>
            </a:endParaRPr>
          </a:p>
        </p:txBody>
      </p:sp>
    </p:spTree>
    <p:extLst>
      <p:ext uri="{BB962C8B-B14F-4D97-AF65-F5344CB8AC3E}">
        <p14:creationId xmlns:p14="http://schemas.microsoft.com/office/powerpoint/2010/main" val="2431005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14</a:t>
            </a:fld>
            <a:endParaRPr lang="en-US" dirty="0"/>
          </a:p>
        </p:txBody>
      </p:sp>
      <p:sp>
        <p:nvSpPr>
          <p:cNvPr id="2" name="Title 1"/>
          <p:cNvSpPr>
            <a:spLocks noGrp="1"/>
          </p:cNvSpPr>
          <p:nvPr>
            <p:ph type="title"/>
          </p:nvPr>
        </p:nvSpPr>
        <p:spPr/>
        <p:txBody>
          <a:bodyPr/>
          <a:lstStyle/>
          <a:p>
            <a:r>
              <a:rPr lang="en-US" dirty="0"/>
              <a:t>How to Add Library Class API</a:t>
            </a:r>
          </a:p>
        </p:txBody>
      </p:sp>
    </p:spTree>
    <p:extLst>
      <p:ext uri="{BB962C8B-B14F-4D97-AF65-F5344CB8AC3E}">
        <p14:creationId xmlns:p14="http://schemas.microsoft.com/office/powerpoint/2010/main" val="4267046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Add Library Class API</a:t>
            </a:r>
            <a:endParaRPr lang="en-US" sz="2000" dirty="0"/>
          </a:p>
        </p:txBody>
      </p:sp>
      <p:sp>
        <p:nvSpPr>
          <p:cNvPr id="3" name="Content Placeholder 2"/>
          <p:cNvSpPr>
            <a:spLocks noGrp="1"/>
          </p:cNvSpPr>
          <p:nvPr>
            <p:ph idx="1"/>
          </p:nvPr>
        </p:nvSpPr>
        <p:spPr/>
        <p:txBody>
          <a:bodyPr/>
          <a:lstStyle/>
          <a:p>
            <a:pPr marL="228600" indent="-227160">
              <a:lnSpc>
                <a:spcPct val="100000"/>
              </a:lnSpc>
              <a:buClr>
                <a:srgbClr val="3F3F3F"/>
              </a:buClr>
              <a:buFont typeface="Arial"/>
              <a:buChar char="•"/>
            </a:pPr>
            <a:r>
              <a:rPr lang="en-US" altLang="zh-TW" sz="2800" b="0" strike="noStrike" spc="-1" dirty="0">
                <a:solidFill>
                  <a:srgbClr val="3F3F3F"/>
                </a:solidFill>
                <a:ea typeface="DejaVu Sans"/>
              </a:rPr>
              <a:t>Format for the entries in this section is two fields, with a pipe “|” character as the field separator, as shown below.</a:t>
            </a:r>
            <a:endParaRPr lang="en-US" altLang="zh-TW" sz="2800" b="0" strike="noStrike" spc="-1" dirty="0"/>
          </a:p>
          <a:p>
            <a:pPr marL="685800" lvl="1" indent="-227160">
              <a:lnSpc>
                <a:spcPct val="100000"/>
              </a:lnSpc>
              <a:buClr>
                <a:srgbClr val="EE6F31"/>
              </a:buClr>
              <a:buFont typeface="Arial"/>
              <a:buChar char="•"/>
            </a:pPr>
            <a:r>
              <a:rPr lang="en-US" altLang="zh-TW" sz="2000" b="1" strike="noStrike" spc="-1" dirty="0" err="1">
                <a:solidFill>
                  <a:srgbClr val="EE6F31"/>
                </a:solidFill>
                <a:ea typeface="DejaVu Sans"/>
              </a:rPr>
              <a:t>LibraryClassName</a:t>
            </a:r>
            <a:r>
              <a:rPr lang="en-US" altLang="zh-TW" sz="2000" b="1" strike="noStrike" spc="-1" dirty="0">
                <a:solidFill>
                  <a:srgbClr val="EE6F31"/>
                </a:solidFill>
                <a:ea typeface="DejaVu Sans"/>
              </a:rPr>
              <a:t> | Relative/path/and/</a:t>
            </a:r>
            <a:r>
              <a:rPr lang="en-US" altLang="zh-TW" sz="2000" b="1" strike="noStrike" spc="-1" dirty="0" err="1">
                <a:solidFill>
                  <a:srgbClr val="EE6F31"/>
                </a:solidFill>
                <a:ea typeface="DejaVu Sans"/>
              </a:rPr>
              <a:t>header_filename.h</a:t>
            </a:r>
            <a:endParaRPr lang="en-US" altLang="zh-TW" sz="2000" b="0" strike="noStrike" spc="-1" dirty="0"/>
          </a:p>
          <a:p>
            <a:pPr>
              <a:lnSpc>
                <a:spcPct val="100000"/>
              </a:lnSpc>
            </a:pPr>
            <a:endParaRPr lang="en-US" altLang="zh-TW" sz="2000" b="0" strike="noStrike" spc="-1" dirty="0"/>
          </a:p>
          <a:p>
            <a:pPr>
              <a:lnSpc>
                <a:spcPct val="100000"/>
              </a:lnSpc>
            </a:pP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LibraryClasses</a:t>
            </a:r>
            <a:r>
              <a:rPr lang="en-US" altLang="zh-TW" sz="1600" b="1" strike="noStrike" spc="-1" dirty="0">
                <a:solidFill>
                  <a:srgbClr val="3F3F3F"/>
                </a:solidFill>
                <a:ea typeface="DejaVu Sans"/>
              </a:rPr>
              <a:t>]</a:t>
            </a:r>
            <a:endParaRPr lang="en-US" altLang="zh-TW" sz="1600" b="0" strike="noStrike" spc="-1" dirty="0"/>
          </a:p>
          <a:p>
            <a:pPr>
              <a:lnSpc>
                <a:spcPct val="100000"/>
              </a:lnSpc>
            </a:pPr>
            <a:r>
              <a:rPr lang="en-US" altLang="zh-TW" sz="1600" b="1" strike="noStrike" spc="-1" dirty="0">
                <a:solidFill>
                  <a:srgbClr val="3F3F3F"/>
                </a:solidFill>
                <a:ea typeface="DejaVu Sans"/>
              </a:rPr>
              <a:t>  ## Library class name is same to library header file name</a:t>
            </a:r>
            <a:endParaRPr lang="en-US" altLang="zh-TW" sz="1600" b="0" strike="noStrike" spc="-1" dirty="0"/>
          </a:p>
          <a:p>
            <a:pPr>
              <a:lnSpc>
                <a:spcPct val="100000"/>
              </a:lnSpc>
            </a:pPr>
            <a:r>
              <a:rPr lang="en-US" altLang="zh-TW" sz="1600" b="1" strike="noStrike" spc="-1" dirty="0">
                <a:solidFill>
                  <a:srgbClr val="3F3F3F"/>
                </a:solidFill>
                <a:ea typeface="DejaVu Sans"/>
              </a:rPr>
              <a:t>  </a:t>
            </a:r>
            <a:r>
              <a:rPr lang="en-US" altLang="zh-TW" sz="1600" b="1" strike="noStrike" spc="-1" dirty="0" err="1">
                <a:solidFill>
                  <a:srgbClr val="FF0000"/>
                </a:solidFill>
                <a:ea typeface="DejaVu Sans"/>
              </a:rPr>
              <a:t>OneClassLib</a:t>
            </a:r>
            <a:r>
              <a:rPr lang="en-US" altLang="zh-TW" sz="1600" b="1" strike="noStrike" spc="-1" dirty="0" err="1">
                <a:solidFill>
                  <a:srgbClr val="3F3F3F"/>
                </a:solidFill>
                <a:ea typeface="DejaVu Sans"/>
              </a:rPr>
              <a:t>|Include</a:t>
            </a:r>
            <a:r>
              <a:rPr lang="en-US" altLang="zh-TW" sz="1600" b="1" strike="noStrike" spc="-1" dirty="0">
                <a:solidFill>
                  <a:srgbClr val="3F3F3F"/>
                </a:solidFill>
                <a:ea typeface="DejaVu Sans"/>
              </a:rPr>
              <a:t>/Library/</a:t>
            </a:r>
            <a:r>
              <a:rPr lang="en-US" altLang="zh-TW" sz="1600" b="1" strike="noStrike" spc="-1" dirty="0" err="1">
                <a:solidFill>
                  <a:srgbClr val="FF0000"/>
                </a:solidFill>
                <a:ea typeface="DejaVu Sans"/>
              </a:rPr>
              <a:t>OneClassLib.h</a:t>
            </a:r>
            <a:endParaRPr lang="en-US" altLang="zh-TW" sz="1600" b="0" strike="noStrike" spc="-1" dirty="0"/>
          </a:p>
          <a:p>
            <a:pPr>
              <a:lnSpc>
                <a:spcPct val="100000"/>
              </a:lnSpc>
            </a:pPr>
            <a:endParaRPr lang="en-US" altLang="zh-TW" sz="1600" b="0" strike="noStrike" spc="-1" dirty="0"/>
          </a:p>
          <a:p>
            <a:pPr>
              <a:lnSpc>
                <a:spcPct val="100000"/>
              </a:lnSpc>
            </a:pP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LibraryClasses</a:t>
            </a:r>
            <a:r>
              <a:rPr lang="en-US" altLang="zh-TW" sz="1600" b="1" strike="noStrike" spc="-1" dirty="0">
                <a:solidFill>
                  <a:srgbClr val="3F3F3F"/>
                </a:solidFill>
                <a:ea typeface="DejaVu Sans"/>
              </a:rPr>
              <a:t>]</a:t>
            </a:r>
            <a:endParaRPr lang="en-US" altLang="zh-TW" sz="1600" b="0" strike="noStrike" spc="-1" dirty="0"/>
          </a:p>
          <a:p>
            <a:pPr>
              <a:lnSpc>
                <a:spcPct val="100000"/>
              </a:lnSpc>
            </a:pPr>
            <a:r>
              <a:rPr lang="en-US" altLang="zh-TW" sz="1600" b="1" strike="noStrike" spc="-1" dirty="0">
                <a:solidFill>
                  <a:srgbClr val="3F3F3F"/>
                </a:solidFill>
                <a:ea typeface="DejaVu Sans"/>
              </a:rPr>
              <a:t>  </a:t>
            </a:r>
            <a:r>
              <a:rPr lang="en-US" altLang="zh-TW" sz="1600" b="1" strike="noStrike" spc="-1" dirty="0" err="1">
                <a:solidFill>
                  <a:srgbClr val="3F3F3F"/>
                </a:solidFill>
                <a:ea typeface="DejaVu Sans"/>
              </a:rPr>
              <a:t>PrintLib|Include</a:t>
            </a:r>
            <a:r>
              <a:rPr lang="en-US" altLang="zh-TW" sz="1600" b="1" strike="noStrike" spc="-1" dirty="0">
                <a:solidFill>
                  <a:srgbClr val="3F3F3F"/>
                </a:solidFill>
                <a:ea typeface="DejaVu Sans"/>
              </a:rPr>
              <a:t>/Library/</a:t>
            </a:r>
            <a:r>
              <a:rPr lang="en-US" altLang="zh-TW" sz="1600" b="1" strike="noStrike" spc="-1" dirty="0" err="1">
                <a:solidFill>
                  <a:srgbClr val="3F3F3F"/>
                </a:solidFill>
                <a:ea typeface="DejaVu Sans"/>
              </a:rPr>
              <a:t>PrintLib.h</a:t>
            </a:r>
            <a:endParaRPr lang="en-US" altLang="zh-TW" sz="1600" b="0" strike="noStrike" spc="-1" dirty="0"/>
          </a:p>
        </p:txBody>
      </p:sp>
    </p:spTree>
    <p:extLst>
      <p:ext uri="{BB962C8B-B14F-4D97-AF65-F5344CB8AC3E}">
        <p14:creationId xmlns:p14="http://schemas.microsoft.com/office/powerpoint/2010/main" val="104483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Add Library Class API</a:t>
            </a:r>
            <a:endParaRPr lang="en-US" sz="2000" dirty="0"/>
          </a:p>
        </p:txBody>
      </p:sp>
      <p:sp>
        <p:nvSpPr>
          <p:cNvPr id="3" name="Content Placeholder 2"/>
          <p:cNvSpPr>
            <a:spLocks noGrp="1"/>
          </p:cNvSpPr>
          <p:nvPr>
            <p:ph idx="1"/>
          </p:nvPr>
        </p:nvSpPr>
        <p:spPr/>
        <p:txBody>
          <a:bodyPr>
            <a:normAutofit fontScale="92500" lnSpcReduction="20000"/>
          </a:bodyPr>
          <a:lstStyle/>
          <a:p>
            <a:pPr marL="228600" indent="-227160">
              <a:lnSpc>
                <a:spcPct val="100000"/>
              </a:lnSpc>
              <a:buClr>
                <a:srgbClr val="3F3F3F"/>
              </a:buClr>
              <a:buFont typeface="Arial"/>
              <a:buChar char="•"/>
            </a:pPr>
            <a:r>
              <a:rPr lang="en-US" altLang="zh-TW" sz="2800" b="0" strike="noStrike" spc="-1" dirty="0" err="1">
                <a:solidFill>
                  <a:srgbClr val="3F3F3F"/>
                </a:solidFill>
                <a:latin typeface="Segoe UI"/>
                <a:ea typeface="DejaVu Sans"/>
              </a:rPr>
              <a:t>SamplePkg</a:t>
            </a:r>
            <a:r>
              <a:rPr lang="en-US" altLang="zh-TW" sz="2800" b="0" strike="noStrike" spc="-1" dirty="0">
                <a:solidFill>
                  <a:srgbClr val="3F3F3F"/>
                </a:solidFill>
                <a:latin typeface="Segoe UI"/>
                <a:ea typeface="DejaVu Sans"/>
              </a:rPr>
              <a:t>/</a:t>
            </a:r>
            <a:r>
              <a:rPr lang="en-US" altLang="zh-TW" sz="2800" b="0" strike="noStrike" spc="-1" dirty="0" err="1">
                <a:solidFill>
                  <a:srgbClr val="3F3F3F"/>
                </a:solidFill>
                <a:latin typeface="Segoe UI"/>
                <a:ea typeface="DejaVu Sans"/>
              </a:rPr>
              <a:t>SamplePkg.dec</a:t>
            </a:r>
            <a:endParaRPr lang="en-US" altLang="zh-TW" sz="2800" b="0" strike="noStrike" spc="-1" dirty="0">
              <a:latin typeface="Arial"/>
            </a:endParaRPr>
          </a:p>
          <a:p>
            <a:pPr>
              <a:lnSpc>
                <a:spcPct val="100000"/>
              </a:lnSpc>
            </a:pPr>
            <a:endParaRPr lang="en-US" altLang="zh-TW" sz="2800" b="0" strike="noStrike" spc="-1" dirty="0">
              <a:latin typeface="Arial"/>
            </a:endParaRPr>
          </a:p>
          <a:p>
            <a:pPr>
              <a:lnSpc>
                <a:spcPct val="100000"/>
              </a:lnSpc>
            </a:pPr>
            <a:r>
              <a:rPr lang="en-US" altLang="zh-TW" sz="1600" b="1" strike="noStrike" spc="-1" dirty="0">
                <a:solidFill>
                  <a:srgbClr val="3F3F3F"/>
                </a:solidFill>
                <a:latin typeface="Segoe UI"/>
                <a:ea typeface="DejaVu Sans"/>
              </a:rPr>
              <a:t>[</a:t>
            </a:r>
            <a:r>
              <a:rPr lang="en-US" altLang="zh-TW" sz="1600" b="1" strike="noStrike" spc="-1" dirty="0" err="1">
                <a:solidFill>
                  <a:srgbClr val="3F3F3F"/>
                </a:solidFill>
                <a:latin typeface="Segoe UI"/>
                <a:ea typeface="DejaVu Sans"/>
              </a:rPr>
              <a:t>LibraryClasses</a:t>
            </a:r>
            <a:r>
              <a:rPr lang="en-US" altLang="zh-TW" sz="1600" b="1" strike="noStrike" spc="-1" dirty="0">
                <a:solidFill>
                  <a:srgbClr val="3F3F3F"/>
                </a:solidFill>
                <a:latin typeface="Segoe UI"/>
                <a:ea typeface="DejaVu Sans"/>
              </a:rPr>
              <a:t>]</a:t>
            </a:r>
            <a:endParaRPr lang="en-US" altLang="zh-TW" sz="1600" b="0" strike="noStrike" spc="-1" dirty="0">
              <a:latin typeface="Arial"/>
            </a:endParaRPr>
          </a:p>
          <a:p>
            <a:pPr>
              <a:lnSpc>
                <a:spcPct val="100000"/>
              </a:lnSpc>
            </a:pPr>
            <a:r>
              <a:rPr lang="en-US" altLang="zh-TW" sz="1600" b="1" strike="noStrike" spc="-1" dirty="0" err="1">
                <a:solidFill>
                  <a:srgbClr val="FF0000"/>
                </a:solidFill>
                <a:latin typeface="Segoe UI"/>
                <a:ea typeface="DejaVu Sans"/>
              </a:rPr>
              <a:t>ExampleLib</a:t>
            </a:r>
            <a:r>
              <a:rPr lang="en-US" altLang="zh-TW" sz="1600" b="1" strike="noStrike" spc="-1" dirty="0" err="1">
                <a:solidFill>
                  <a:srgbClr val="3F3F3F"/>
                </a:solidFill>
                <a:latin typeface="Segoe UI"/>
                <a:ea typeface="DejaVu Sans"/>
              </a:rPr>
              <a:t>|Include</a:t>
            </a:r>
            <a:r>
              <a:rPr lang="en-US" altLang="zh-TW" sz="1600" b="1" strike="noStrike" spc="-1" dirty="0">
                <a:solidFill>
                  <a:srgbClr val="3F3F3F"/>
                </a:solidFill>
                <a:latin typeface="Segoe UI"/>
                <a:ea typeface="DejaVu Sans"/>
              </a:rPr>
              <a:t>/Library/</a:t>
            </a:r>
            <a:r>
              <a:rPr lang="en-US" altLang="zh-TW" sz="1600" b="1" strike="noStrike" spc="-1" dirty="0" err="1">
                <a:solidFill>
                  <a:srgbClr val="FF0000"/>
                </a:solidFill>
                <a:latin typeface="Segoe UI"/>
                <a:ea typeface="DejaVu Sans"/>
              </a:rPr>
              <a:t>SampleLib.h</a:t>
            </a:r>
            <a:endParaRPr lang="en-US" altLang="zh-TW" sz="1600" b="0" strike="noStrike" spc="-1" dirty="0">
              <a:latin typeface="Arial"/>
            </a:endParaRPr>
          </a:p>
          <a:p>
            <a:pPr>
              <a:lnSpc>
                <a:spcPct val="100000"/>
              </a:lnSpc>
            </a:pPr>
            <a:endParaRPr lang="en-US" altLang="zh-TW" sz="1600" b="0" strike="noStrike" spc="-1" dirty="0">
              <a:latin typeface="Arial"/>
            </a:endParaRPr>
          </a:p>
          <a:p>
            <a:pPr marL="228600" indent="-227160">
              <a:lnSpc>
                <a:spcPct val="100000"/>
              </a:lnSpc>
              <a:buClr>
                <a:srgbClr val="3F3F3F"/>
              </a:buClr>
              <a:buFont typeface="Arial"/>
              <a:buChar char="•"/>
            </a:pPr>
            <a:r>
              <a:rPr lang="en-US" altLang="zh-TW" sz="2800" b="0" strike="noStrike" spc="-1" dirty="0" err="1">
                <a:solidFill>
                  <a:srgbClr val="3F3F3F"/>
                </a:solidFill>
                <a:latin typeface="Segoe UI"/>
                <a:ea typeface="DejaVu Sans"/>
              </a:rPr>
              <a:t>SamplePkg</a:t>
            </a:r>
            <a:r>
              <a:rPr lang="en-US" altLang="zh-TW" sz="2800" b="0" strike="noStrike" spc="-1" dirty="0">
                <a:solidFill>
                  <a:srgbClr val="3F3F3F"/>
                </a:solidFill>
                <a:latin typeface="Segoe UI"/>
                <a:ea typeface="DejaVu Sans"/>
              </a:rPr>
              <a:t>/Include/Library/</a:t>
            </a:r>
            <a:r>
              <a:rPr lang="en-US" altLang="zh-TW" sz="2800" b="0" strike="noStrike" spc="-1" dirty="0" err="1">
                <a:solidFill>
                  <a:srgbClr val="3F3F3F"/>
                </a:solidFill>
                <a:latin typeface="Segoe UI"/>
                <a:ea typeface="DejaVu Sans"/>
              </a:rPr>
              <a:t>SampleLib.h</a:t>
            </a:r>
            <a:endParaRPr lang="en-US" altLang="zh-TW" sz="2800" b="0" strike="noStrike" spc="-1" dirty="0">
              <a:latin typeface="Arial"/>
            </a:endParaRPr>
          </a:p>
          <a:p>
            <a:pPr marL="685800" lvl="1" indent="-227160">
              <a:lnSpc>
                <a:spcPct val="100000"/>
              </a:lnSpc>
              <a:buClr>
                <a:srgbClr val="3F3F3F"/>
              </a:buClr>
              <a:buFont typeface="Arial"/>
              <a:buChar char="•"/>
            </a:pPr>
            <a:r>
              <a:rPr lang="en-US" altLang="zh-TW" sz="2000" b="0" strike="noStrike" spc="-1" dirty="0">
                <a:solidFill>
                  <a:srgbClr val="3F3F3F"/>
                </a:solidFill>
                <a:latin typeface="Segoe UI"/>
                <a:ea typeface="DejaVu Sans"/>
              </a:rPr>
              <a:t>API Declaration</a:t>
            </a:r>
            <a:endParaRPr lang="en-US" altLang="zh-TW" sz="2000" b="0" strike="noStrike" spc="-1" dirty="0">
              <a:latin typeface="Arial"/>
            </a:endParaRPr>
          </a:p>
          <a:p>
            <a:pPr marL="0" indent="0">
              <a:lnSpc>
                <a:spcPct val="100000"/>
              </a:lnSpc>
              <a:buNone/>
            </a:pPr>
            <a:endParaRPr lang="en-US" altLang="zh-TW" sz="1900" b="0" strike="noStrike" spc="-1" dirty="0">
              <a:latin typeface="Arial"/>
            </a:endParaRPr>
          </a:p>
          <a:p>
            <a:pPr marL="0" indent="0">
              <a:lnSpc>
                <a:spcPct val="100000"/>
              </a:lnSpc>
              <a:buNone/>
            </a:pPr>
            <a:r>
              <a:rPr lang="en-US" altLang="zh-TW" sz="1500" b="1" strike="noStrike" spc="-1" dirty="0">
                <a:solidFill>
                  <a:srgbClr val="3F3F3F"/>
                </a:solidFill>
                <a:latin typeface="Segoe UI"/>
                <a:ea typeface="DejaVu Sans"/>
              </a:rPr>
              <a:t>VOID *</a:t>
            </a:r>
            <a:endParaRPr lang="en-US" altLang="zh-TW" sz="1500" b="0" strike="noStrike" spc="-1" dirty="0">
              <a:latin typeface="Arial"/>
            </a:endParaRPr>
          </a:p>
          <a:p>
            <a:pPr marL="0" indent="0">
              <a:lnSpc>
                <a:spcPct val="100000"/>
              </a:lnSpc>
              <a:buNone/>
            </a:pPr>
            <a:r>
              <a:rPr lang="en-US" altLang="zh-TW" sz="1500" b="1" strike="noStrike" spc="-1" dirty="0">
                <a:solidFill>
                  <a:srgbClr val="3F3F3F"/>
                </a:solidFill>
                <a:latin typeface="Segoe UI"/>
                <a:ea typeface="DejaVu Sans"/>
              </a:rPr>
              <a:t>EFIAPI</a:t>
            </a:r>
            <a:endParaRPr lang="en-US" altLang="zh-TW" sz="1500" b="0" strike="noStrike" spc="-1" dirty="0">
              <a:latin typeface="Arial"/>
            </a:endParaRPr>
          </a:p>
          <a:p>
            <a:pPr marL="0" indent="0">
              <a:lnSpc>
                <a:spcPct val="100000"/>
              </a:lnSpc>
              <a:buNone/>
            </a:pPr>
            <a:r>
              <a:rPr lang="en-US" altLang="zh-TW" sz="1500" b="1" strike="noStrike" spc="-1" dirty="0">
                <a:solidFill>
                  <a:srgbClr val="3F3F3F"/>
                </a:solidFill>
                <a:latin typeface="Segoe UI"/>
                <a:ea typeface="DejaVu Sans"/>
              </a:rPr>
              <a:t>SampleFunc1 (</a:t>
            </a:r>
            <a:endParaRPr lang="en-US" altLang="zh-TW" sz="1500" b="0" strike="noStrike" spc="-1" dirty="0">
              <a:latin typeface="Arial"/>
            </a:endParaRPr>
          </a:p>
          <a:p>
            <a:pPr marL="0" indent="0">
              <a:lnSpc>
                <a:spcPct val="100000"/>
              </a:lnSpc>
              <a:buNone/>
            </a:pPr>
            <a:r>
              <a:rPr lang="en-US" altLang="zh-TW" sz="1500" b="1" strike="noStrike" spc="-1" dirty="0">
                <a:solidFill>
                  <a:srgbClr val="3F3F3F"/>
                </a:solidFill>
                <a:latin typeface="Segoe UI"/>
                <a:ea typeface="DejaVu Sans"/>
              </a:rPr>
              <a:t>  IN          UINTN	Parameter1,</a:t>
            </a:r>
            <a:endParaRPr lang="en-US" altLang="zh-TW" sz="1500" b="0" strike="noStrike" spc="-1" dirty="0">
              <a:latin typeface="Arial"/>
            </a:endParaRPr>
          </a:p>
          <a:p>
            <a:pPr marL="0" indent="0">
              <a:lnSpc>
                <a:spcPct val="100000"/>
              </a:lnSpc>
              <a:buNone/>
            </a:pPr>
            <a:r>
              <a:rPr lang="en-US" altLang="zh-TW" sz="1500" b="1" strike="noStrike" spc="-1" dirty="0">
                <a:solidFill>
                  <a:srgbClr val="3F3F3F"/>
                </a:solidFill>
                <a:latin typeface="Segoe UI"/>
                <a:ea typeface="DejaVu Sans"/>
              </a:rPr>
              <a:t>  IN OUT  UINTN	Parameter2</a:t>
            </a:r>
            <a:endParaRPr lang="en-US" altLang="zh-TW" sz="1500" b="0" strike="noStrike" spc="-1" dirty="0">
              <a:latin typeface="Arial"/>
            </a:endParaRPr>
          </a:p>
          <a:p>
            <a:pPr marL="0" indent="0">
              <a:lnSpc>
                <a:spcPct val="100000"/>
              </a:lnSpc>
              <a:buNone/>
            </a:pPr>
            <a:r>
              <a:rPr lang="en-US" altLang="zh-TW" sz="1500" b="1" strike="noStrike" spc="-1" dirty="0">
                <a:solidFill>
                  <a:srgbClr val="3F3F3F"/>
                </a:solidFill>
                <a:latin typeface="Segoe UI"/>
                <a:ea typeface="DejaVu Sans"/>
              </a:rPr>
              <a:t>);</a:t>
            </a:r>
            <a:endParaRPr lang="en-US" altLang="zh-TW" sz="1500" b="0" strike="noStrike" spc="-1" dirty="0">
              <a:latin typeface="Arial"/>
            </a:endParaRPr>
          </a:p>
        </p:txBody>
      </p:sp>
    </p:spTree>
    <p:extLst>
      <p:ext uri="{BB962C8B-B14F-4D97-AF65-F5344CB8AC3E}">
        <p14:creationId xmlns:p14="http://schemas.microsoft.com/office/powerpoint/2010/main" val="1086467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17</a:t>
            </a:fld>
            <a:endParaRPr lang="en-US" dirty="0"/>
          </a:p>
        </p:txBody>
      </p:sp>
      <p:sp>
        <p:nvSpPr>
          <p:cNvPr id="2" name="Title 1"/>
          <p:cNvSpPr>
            <a:spLocks noGrp="1"/>
          </p:cNvSpPr>
          <p:nvPr>
            <p:ph type="title"/>
          </p:nvPr>
        </p:nvSpPr>
        <p:spPr/>
        <p:txBody>
          <a:bodyPr/>
          <a:lstStyle/>
          <a:p>
            <a:r>
              <a:rPr lang="en-US" dirty="0"/>
              <a:t>How to Implement New Library Instance</a:t>
            </a:r>
          </a:p>
        </p:txBody>
      </p:sp>
    </p:spTree>
    <p:extLst>
      <p:ext uri="{BB962C8B-B14F-4D97-AF65-F5344CB8AC3E}">
        <p14:creationId xmlns:p14="http://schemas.microsoft.com/office/powerpoint/2010/main" val="2114555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lstStyle/>
          <a:p>
            <a:r>
              <a:rPr lang="en-US" altLang="zh-TW" dirty="0"/>
              <a:t>How to Implement New Library Instance</a:t>
            </a:r>
            <a:endParaRPr lang="zh-TW" altLang="en-US"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rmAutofit/>
          </a:bodyPr>
          <a:lstStyle/>
          <a:p>
            <a:pPr marL="0" indent="0">
              <a:lnSpc>
                <a:spcPct val="100000"/>
              </a:lnSpc>
              <a:buNone/>
            </a:pPr>
            <a:r>
              <a:rPr lang="en-US" altLang="zh-TW" sz="2000" b="1" strike="noStrike" spc="-1" dirty="0">
                <a:solidFill>
                  <a:srgbClr val="EE6F31"/>
                </a:solidFill>
                <a:ea typeface="DejaVu Sans"/>
              </a:rPr>
              <a:t>[Defines]</a:t>
            </a:r>
            <a:endParaRPr lang="en-US" altLang="zh-TW" sz="2000" b="0" strike="noStrike" spc="-1" dirty="0"/>
          </a:p>
          <a:p>
            <a:pPr marL="0" indent="0">
              <a:lnSpc>
                <a:spcPct val="100000"/>
              </a:lnSpc>
              <a:buNone/>
            </a:pPr>
            <a:r>
              <a:rPr lang="en-US" altLang="zh-TW" sz="2000" b="1" strike="noStrike" spc="-1" dirty="0">
                <a:solidFill>
                  <a:srgbClr val="EE6F31"/>
                </a:solidFill>
                <a:ea typeface="DejaVu Sans"/>
              </a:rPr>
              <a:t>  INF_VERSION		= 0x00010005</a:t>
            </a:r>
            <a:endParaRPr lang="en-US" altLang="zh-TW" sz="2000" b="0" strike="noStrike" spc="-1" dirty="0"/>
          </a:p>
          <a:p>
            <a:pPr marL="0" indent="0">
              <a:lnSpc>
                <a:spcPct val="100000"/>
              </a:lnSpc>
              <a:buNone/>
            </a:pPr>
            <a:r>
              <a:rPr lang="en-US" altLang="zh-TW" sz="2000" b="1" strike="noStrike" spc="-1" dirty="0">
                <a:solidFill>
                  <a:srgbClr val="EE6F31"/>
                </a:solidFill>
                <a:ea typeface="DejaVu Sans"/>
              </a:rPr>
              <a:t>  BASE_NAME		= </a:t>
            </a:r>
            <a:r>
              <a:rPr lang="en-US" altLang="zh-TW" sz="2000" b="1" strike="noStrike" spc="-1" dirty="0" err="1">
                <a:solidFill>
                  <a:srgbClr val="EE6F31"/>
                </a:solidFill>
                <a:ea typeface="DejaVu Sans"/>
              </a:rPr>
              <a:t>PeiServicesTablePointerLib</a:t>
            </a:r>
            <a:endParaRPr lang="en-US" altLang="zh-TW" sz="2000" b="0" strike="noStrike" spc="-1" dirty="0"/>
          </a:p>
          <a:p>
            <a:pPr marL="0" indent="0">
              <a:lnSpc>
                <a:spcPct val="100000"/>
              </a:lnSpc>
              <a:buNone/>
            </a:pPr>
            <a:r>
              <a:rPr lang="en-US" altLang="zh-TW" sz="2000" b="1" strike="noStrike" spc="-1" dirty="0">
                <a:solidFill>
                  <a:srgbClr val="EE6F31"/>
                </a:solidFill>
                <a:ea typeface="DejaVu Sans"/>
              </a:rPr>
              <a:t>  FILE_GUID		= XXXXXXXX-XXXX-XXXX-XXXX-XXXXXXXXXXXX</a:t>
            </a:r>
            <a:endParaRPr lang="en-US" altLang="zh-TW" sz="2000" b="0" strike="noStrike" spc="-1" dirty="0"/>
          </a:p>
          <a:p>
            <a:pPr marL="0" indent="0">
              <a:lnSpc>
                <a:spcPct val="100000"/>
              </a:lnSpc>
              <a:buNone/>
            </a:pPr>
            <a:r>
              <a:rPr lang="en-US" altLang="zh-TW" sz="2000" b="1" strike="noStrike" spc="-1" dirty="0">
                <a:solidFill>
                  <a:srgbClr val="EE6F31"/>
                </a:solidFill>
                <a:ea typeface="DejaVu Sans"/>
              </a:rPr>
              <a:t>  MODULE_TYPE	= PEIM</a:t>
            </a:r>
            <a:endParaRPr lang="en-US" altLang="zh-TW" sz="2000" b="0" strike="noStrike" spc="-1" dirty="0"/>
          </a:p>
          <a:p>
            <a:pPr marL="0" indent="0">
              <a:lnSpc>
                <a:spcPct val="100000"/>
              </a:lnSpc>
              <a:buNone/>
            </a:pPr>
            <a:r>
              <a:rPr lang="en-US" altLang="zh-TW" sz="2000" b="1" strike="noStrike" spc="-1" dirty="0">
                <a:solidFill>
                  <a:srgbClr val="EE6F31"/>
                </a:solidFill>
                <a:ea typeface="DejaVu Sans"/>
              </a:rPr>
              <a:t>  VERSION_STRING	= 1.0</a:t>
            </a:r>
            <a:endParaRPr lang="en-US" altLang="zh-TW" sz="2000" b="0" strike="noStrike" spc="-1" dirty="0"/>
          </a:p>
          <a:p>
            <a:pPr marL="0" indent="0">
              <a:lnSpc>
                <a:spcPct val="100000"/>
              </a:lnSpc>
              <a:buNone/>
            </a:pPr>
            <a:r>
              <a:rPr lang="en-US" altLang="zh-TW" sz="2000" b="1" strike="noStrike" spc="-1" dirty="0">
                <a:solidFill>
                  <a:srgbClr val="EE6F31"/>
                </a:solidFill>
                <a:ea typeface="DejaVu Sans"/>
              </a:rPr>
              <a:t>  LIBRARY_CLASS	= </a:t>
            </a:r>
            <a:r>
              <a:rPr lang="en-US" altLang="zh-TW" sz="2000" b="1" strike="noStrike" spc="-1" dirty="0" err="1">
                <a:solidFill>
                  <a:srgbClr val="EE6F31"/>
                </a:solidFill>
                <a:ea typeface="DejaVu Sans"/>
              </a:rPr>
              <a:t>PeiServicesTablePointerLib|PEIM</a:t>
            </a:r>
            <a:r>
              <a:rPr lang="en-US" altLang="zh-TW" sz="2000" b="1" strike="noStrike" spc="-1" dirty="0">
                <a:solidFill>
                  <a:srgbClr val="EE6F31"/>
                </a:solidFill>
                <a:ea typeface="DejaVu Sans"/>
              </a:rPr>
              <a:t> PEI_CORE SEC</a:t>
            </a:r>
            <a:endParaRPr lang="en-US" altLang="zh-TW" sz="2000" b="0" strike="noStrike" spc="-1" dirty="0"/>
          </a:p>
          <a:p>
            <a:pPr marL="0" indent="0">
              <a:lnSpc>
                <a:spcPct val="100000"/>
              </a:lnSpc>
              <a:buNone/>
            </a:pPr>
            <a:r>
              <a:rPr lang="en-US" altLang="zh-TW" sz="2000" b="1" strike="noStrike" spc="-1" dirty="0">
                <a:solidFill>
                  <a:srgbClr val="EE6F31"/>
                </a:solidFill>
                <a:ea typeface="DejaVu Sans"/>
              </a:rPr>
              <a:t>  CONSTRUCTOR	= </a:t>
            </a:r>
            <a:r>
              <a:rPr lang="en-US" altLang="zh-TW" sz="2000" b="1" strike="noStrike" spc="-1" dirty="0" err="1">
                <a:solidFill>
                  <a:srgbClr val="EE6F31"/>
                </a:solidFill>
                <a:ea typeface="DejaVu Sans"/>
              </a:rPr>
              <a:t>PeiServicesTablePointerLibConstructor</a:t>
            </a:r>
            <a:endParaRPr lang="en-US" altLang="zh-TW" sz="2000" b="0" strike="noStrike" spc="-1" dirty="0"/>
          </a:p>
          <a:p>
            <a:pPr marL="0" indent="0">
              <a:lnSpc>
                <a:spcPct val="100000"/>
              </a:lnSpc>
              <a:buNone/>
            </a:pPr>
            <a:r>
              <a:rPr lang="en-US" altLang="zh-TW" sz="2000" b="1" strike="noStrike" spc="-1" dirty="0">
                <a:solidFill>
                  <a:srgbClr val="EE6F31"/>
                </a:solidFill>
                <a:ea typeface="DejaVu Sans"/>
              </a:rPr>
              <a:t>  DESTRUCTOR		= </a:t>
            </a:r>
            <a:r>
              <a:rPr lang="en-US" altLang="zh-TW" sz="2000" b="1" strike="noStrike" spc="-1" dirty="0" err="1">
                <a:solidFill>
                  <a:srgbClr val="EE6F31"/>
                </a:solidFill>
                <a:ea typeface="DejaVu Sans"/>
              </a:rPr>
              <a:t>PeiServicesTablePointerLibDestructor</a:t>
            </a:r>
            <a:endParaRPr lang="en-US" altLang="zh-TW" sz="2000" b="0" strike="noStrike" spc="-1" dirty="0"/>
          </a:p>
        </p:txBody>
      </p:sp>
      <p:sp>
        <p:nvSpPr>
          <p:cNvPr id="4" name="矩形: 圓角 3">
            <a:extLst>
              <a:ext uri="{FF2B5EF4-FFF2-40B4-BE49-F238E27FC236}">
                <a16:creationId xmlns:a16="http://schemas.microsoft.com/office/drawing/2014/main" id="{E118D681-32B5-4F2F-8AAF-0D8602CDBDDD}"/>
              </a:ext>
            </a:extLst>
          </p:cNvPr>
          <p:cNvSpPr/>
          <p:nvPr/>
        </p:nvSpPr>
        <p:spPr>
          <a:xfrm>
            <a:off x="1015068" y="4018326"/>
            <a:ext cx="8556771" cy="37074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endParaRPr>
          </a:p>
        </p:txBody>
      </p:sp>
      <p:sp>
        <p:nvSpPr>
          <p:cNvPr id="5" name="矩形: 圓角 4">
            <a:extLst>
              <a:ext uri="{FF2B5EF4-FFF2-40B4-BE49-F238E27FC236}">
                <a16:creationId xmlns:a16="http://schemas.microsoft.com/office/drawing/2014/main" id="{C28DF88F-B0CE-4F64-8733-BE497B956FF8}"/>
              </a:ext>
            </a:extLst>
          </p:cNvPr>
          <p:cNvSpPr/>
          <p:nvPr/>
        </p:nvSpPr>
        <p:spPr>
          <a:xfrm>
            <a:off x="1015068" y="4471332"/>
            <a:ext cx="8556771" cy="72984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20187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lstStyle/>
          <a:p>
            <a:r>
              <a:rPr lang="en-US" altLang="zh-TW" dirty="0"/>
              <a:t>How to Implement New Library Instance</a:t>
            </a:r>
            <a:endParaRPr lang="zh-TW" altLang="en-US"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rmAutofit fontScale="55000" lnSpcReduction="20000"/>
          </a:bodyPr>
          <a:lstStyle/>
          <a:p>
            <a:pPr marL="0" indent="0">
              <a:lnSpc>
                <a:spcPct val="100000"/>
              </a:lnSpc>
              <a:buNone/>
            </a:pPr>
            <a:r>
              <a:rPr lang="en-US" altLang="zh-TW" sz="4400" b="0" strike="noStrike" spc="-1" dirty="0" err="1">
                <a:solidFill>
                  <a:srgbClr val="3F3F3F"/>
                </a:solidFill>
                <a:ea typeface="DejaVu Sans"/>
              </a:rPr>
              <a:t>SamplePkg</a:t>
            </a:r>
            <a:r>
              <a:rPr lang="en-US" altLang="zh-TW" sz="4400" b="0" strike="noStrike" spc="-1" dirty="0">
                <a:solidFill>
                  <a:srgbClr val="3F3F3F"/>
                </a:solidFill>
                <a:ea typeface="DejaVu Sans"/>
              </a:rPr>
              <a:t>/Library/</a:t>
            </a:r>
            <a:r>
              <a:rPr lang="en-US" altLang="zh-TW" sz="4400" b="0" strike="noStrike" spc="-1" dirty="0" err="1">
                <a:solidFill>
                  <a:srgbClr val="3F3F3F"/>
                </a:solidFill>
                <a:ea typeface="DejaVu Sans"/>
              </a:rPr>
              <a:t>BaseExampleLibNull</a:t>
            </a:r>
            <a:r>
              <a:rPr lang="en-US" altLang="zh-TW" sz="4400" b="0" strike="noStrike" spc="-1" dirty="0">
                <a:solidFill>
                  <a:srgbClr val="3F3F3F"/>
                </a:solidFill>
                <a:ea typeface="DejaVu Sans"/>
              </a:rPr>
              <a:t>/</a:t>
            </a:r>
            <a:endParaRPr lang="en-US" altLang="zh-TW" sz="4400" b="0" strike="noStrike" spc="-1" dirty="0"/>
          </a:p>
          <a:p>
            <a:pPr marL="287190" indent="-285750">
              <a:lnSpc>
                <a:spcPct val="100000"/>
              </a:lnSpc>
              <a:buClr>
                <a:srgbClr val="3F3F3F"/>
              </a:buClr>
            </a:pPr>
            <a:r>
              <a:rPr lang="en-US" altLang="zh-TW" sz="4400" b="0" strike="noStrike" spc="-1" dirty="0">
                <a:solidFill>
                  <a:srgbClr val="3F3F3F"/>
                </a:solidFill>
                <a:ea typeface="DejaVu Sans"/>
              </a:rPr>
              <a:t>BaseExampleLibNull.inf</a:t>
            </a:r>
            <a:endParaRPr lang="en-US" altLang="zh-TW" sz="4400" b="0" strike="noStrike" spc="-1" dirty="0"/>
          </a:p>
          <a:p>
            <a:pPr marL="0" indent="0">
              <a:lnSpc>
                <a:spcPct val="100000"/>
              </a:lnSpc>
              <a:buNone/>
            </a:pPr>
            <a:endParaRPr lang="en-US" altLang="zh-TW" sz="4400" b="0" strike="noStrike" spc="-1" dirty="0"/>
          </a:p>
          <a:p>
            <a:pPr marL="0" indent="0">
              <a:lnSpc>
                <a:spcPct val="100000"/>
              </a:lnSpc>
              <a:buNone/>
            </a:pPr>
            <a:r>
              <a:rPr lang="en-US" altLang="zh-TW" sz="2200" b="1" strike="noStrike" spc="-1" dirty="0">
                <a:solidFill>
                  <a:srgbClr val="3F3F3F"/>
                </a:solidFill>
                <a:ea typeface="DejaVu Sans"/>
              </a:rPr>
              <a:t>[Defines]</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INF_VERSION	= 0x00010005</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BASE_NAME		= </a:t>
            </a:r>
            <a:r>
              <a:rPr lang="en-US" altLang="zh-TW" sz="2200" b="1" strike="noStrike" spc="-1" dirty="0" err="1">
                <a:solidFill>
                  <a:srgbClr val="FF0000"/>
                </a:solidFill>
                <a:ea typeface="DejaVu Sans"/>
              </a:rPr>
              <a:t>BaseExampleLibNull</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FILE_GUID		= 85A473BB-3729-4ba0-848B-A762F404EE78</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MODULE_TYPE	= BASE</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VERSION_STRING	= 1.0</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LIBRARY_CLASS	= </a:t>
            </a:r>
            <a:r>
              <a:rPr lang="en-US" altLang="zh-TW" sz="2200" b="1" strike="noStrike" spc="-1" dirty="0" err="1">
                <a:solidFill>
                  <a:srgbClr val="FF0000"/>
                </a:solidFill>
                <a:ea typeface="DejaVu Sans"/>
              </a:rPr>
              <a:t>ExampleLib</a:t>
            </a:r>
            <a:endParaRPr lang="en-US" altLang="zh-TW" sz="2200" b="0" strike="noStrike" spc="-1" dirty="0"/>
          </a:p>
          <a:p>
            <a:pPr marL="0" indent="0">
              <a:lnSpc>
                <a:spcPct val="100000"/>
              </a:lnSpc>
              <a:buNone/>
            </a:pP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[Sources]</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a:t>
            </a:r>
            <a:r>
              <a:rPr lang="en-US" altLang="zh-TW" sz="2200" b="1" strike="noStrike" spc="-1" dirty="0" err="1">
                <a:solidFill>
                  <a:srgbClr val="3F3F3F"/>
                </a:solidFill>
                <a:ea typeface="DejaVu Sans"/>
              </a:rPr>
              <a:t>BaseExampleLibNull.c</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[Packages]</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a:t>
            </a:r>
            <a:r>
              <a:rPr lang="en-US" altLang="zh-TW" sz="2200" b="1" strike="noStrike" spc="-1" dirty="0" err="1">
                <a:solidFill>
                  <a:srgbClr val="3F3F3F"/>
                </a:solidFill>
                <a:ea typeface="DejaVu Sans"/>
              </a:rPr>
              <a:t>MdePkg</a:t>
            </a:r>
            <a:r>
              <a:rPr lang="en-US" altLang="zh-TW" sz="2200" b="1" strike="noStrike" spc="-1" dirty="0">
                <a:solidFill>
                  <a:srgbClr val="3F3F3F"/>
                </a:solidFill>
                <a:ea typeface="DejaVu Sans"/>
              </a:rPr>
              <a:t>/</a:t>
            </a:r>
            <a:r>
              <a:rPr lang="en-US" altLang="zh-TW" sz="2200" b="1" strike="noStrike" spc="-1" dirty="0" err="1">
                <a:solidFill>
                  <a:srgbClr val="3F3F3F"/>
                </a:solidFill>
                <a:ea typeface="DejaVu Sans"/>
              </a:rPr>
              <a:t>MdePkg.dec</a:t>
            </a:r>
            <a:endParaRPr lang="en-US" altLang="zh-TW" sz="2200" b="0" strike="noStrike" spc="-1" dirty="0"/>
          </a:p>
          <a:p>
            <a:pPr marL="0" indent="0">
              <a:lnSpc>
                <a:spcPct val="100000"/>
              </a:lnSpc>
              <a:buNone/>
            </a:pPr>
            <a:r>
              <a:rPr lang="en-US" altLang="zh-TW" sz="2200" b="1" strike="noStrike" spc="-1" dirty="0">
                <a:solidFill>
                  <a:srgbClr val="3F3F3F"/>
                </a:solidFill>
                <a:ea typeface="DejaVu Sans"/>
              </a:rPr>
              <a:t>  </a:t>
            </a:r>
            <a:r>
              <a:rPr lang="en-US" altLang="zh-TW" sz="2200" b="1" strike="noStrike" spc="-1" dirty="0" err="1">
                <a:solidFill>
                  <a:srgbClr val="FF0000"/>
                </a:solidFill>
                <a:ea typeface="DejaVu Sans"/>
              </a:rPr>
              <a:t>SamplePkg</a:t>
            </a:r>
            <a:r>
              <a:rPr lang="en-US" altLang="zh-TW" sz="2200" b="1" strike="noStrike" spc="-1" dirty="0">
                <a:solidFill>
                  <a:srgbClr val="FF0000"/>
                </a:solidFill>
                <a:ea typeface="DejaVu Sans"/>
              </a:rPr>
              <a:t>/</a:t>
            </a:r>
            <a:r>
              <a:rPr lang="en-US" altLang="zh-TW" sz="2200" b="1" strike="noStrike" spc="-1" dirty="0" err="1">
                <a:solidFill>
                  <a:srgbClr val="FF0000"/>
                </a:solidFill>
                <a:ea typeface="DejaVu Sans"/>
              </a:rPr>
              <a:t>SamplePkg.dec</a:t>
            </a:r>
            <a:endParaRPr lang="en-US" altLang="zh-TW" sz="2200" b="0" strike="noStrike" spc="-1" dirty="0"/>
          </a:p>
        </p:txBody>
      </p:sp>
    </p:spTree>
    <p:extLst>
      <p:ext uri="{BB962C8B-B14F-4D97-AF65-F5344CB8AC3E}">
        <p14:creationId xmlns:p14="http://schemas.microsoft.com/office/powerpoint/2010/main" val="4045121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lstStyle/>
          <a:p>
            <a:r>
              <a:rPr lang="en-US" altLang="zh-TW" dirty="0"/>
              <a:t>How to Implement New Library Instance</a:t>
            </a:r>
            <a:endParaRPr lang="zh-TW" altLang="en-US"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rmAutofit/>
          </a:bodyPr>
          <a:lstStyle/>
          <a:p>
            <a:pPr marL="0" indent="0">
              <a:lnSpc>
                <a:spcPct val="100000"/>
              </a:lnSpc>
              <a:buNone/>
            </a:pPr>
            <a:r>
              <a:rPr lang="en-US" altLang="zh-TW" sz="2400" b="0" strike="noStrike" spc="-1" dirty="0" err="1">
                <a:solidFill>
                  <a:srgbClr val="3F3F3F"/>
                </a:solidFill>
                <a:ea typeface="DejaVu Sans"/>
              </a:rPr>
              <a:t>SamplePkg</a:t>
            </a:r>
            <a:r>
              <a:rPr lang="en-US" altLang="zh-TW" sz="2400" b="0" strike="noStrike" spc="-1" dirty="0">
                <a:solidFill>
                  <a:srgbClr val="3F3F3F"/>
                </a:solidFill>
                <a:ea typeface="DejaVu Sans"/>
              </a:rPr>
              <a:t>/Library/</a:t>
            </a:r>
            <a:r>
              <a:rPr lang="en-US" altLang="zh-TW" sz="2400" b="0" strike="noStrike" spc="-1" dirty="0" err="1">
                <a:solidFill>
                  <a:srgbClr val="3F3F3F"/>
                </a:solidFill>
                <a:ea typeface="DejaVu Sans"/>
              </a:rPr>
              <a:t>BaseExampleLibNull</a:t>
            </a:r>
            <a:r>
              <a:rPr lang="en-US" altLang="zh-TW" sz="2400" b="0" strike="noStrike" spc="-1" dirty="0">
                <a:solidFill>
                  <a:srgbClr val="3F3F3F"/>
                </a:solidFill>
                <a:ea typeface="DejaVu Sans"/>
              </a:rPr>
              <a:t>/</a:t>
            </a:r>
            <a:endParaRPr lang="en-US" altLang="zh-TW" sz="2400" b="0" strike="noStrike" spc="-1" dirty="0"/>
          </a:p>
          <a:p>
            <a:pPr marL="287190" indent="-285750">
              <a:lnSpc>
                <a:spcPct val="100000"/>
              </a:lnSpc>
              <a:buClr>
                <a:srgbClr val="3F3F3F"/>
              </a:buClr>
            </a:pPr>
            <a:r>
              <a:rPr lang="en-US" altLang="zh-TW" sz="2400" b="0" strike="noStrike" spc="-1" dirty="0" err="1">
                <a:solidFill>
                  <a:srgbClr val="3F3F3F"/>
                </a:solidFill>
                <a:ea typeface="DejaVu Sans"/>
              </a:rPr>
              <a:t>BaseExampleLibNull.c</a:t>
            </a:r>
            <a:endParaRPr lang="en-US" altLang="zh-TW" sz="2400" b="0" strike="noStrike" spc="-1" dirty="0"/>
          </a:p>
          <a:p>
            <a:pPr marL="0" indent="0">
              <a:lnSpc>
                <a:spcPct val="100000"/>
              </a:lnSpc>
              <a:buNone/>
            </a:pPr>
            <a:endParaRPr lang="en-US" altLang="zh-TW" sz="2600" b="0" strike="noStrike" spc="-1" dirty="0"/>
          </a:p>
          <a:p>
            <a:pPr marL="0" indent="0">
              <a:lnSpc>
                <a:spcPct val="100000"/>
              </a:lnSpc>
              <a:spcBef>
                <a:spcPts val="600"/>
              </a:spcBef>
              <a:buNone/>
            </a:pPr>
            <a:r>
              <a:rPr lang="en-US" altLang="zh-TW" sz="1600" b="1" strike="noStrike" spc="-1" dirty="0">
                <a:solidFill>
                  <a:srgbClr val="3F3F3F"/>
                </a:solidFill>
                <a:ea typeface="DejaVu Sans"/>
              </a:rPr>
              <a:t>#include &lt;</a:t>
            </a:r>
            <a:r>
              <a:rPr lang="en-US" altLang="zh-TW" sz="1600" b="1" strike="noStrike" spc="-1" dirty="0">
                <a:solidFill>
                  <a:srgbClr val="FF0000"/>
                </a:solidFill>
                <a:ea typeface="DejaVu Sans"/>
              </a:rPr>
              <a:t>Library/</a:t>
            </a:r>
            <a:r>
              <a:rPr lang="en-US" altLang="zh-TW" sz="1600" b="1" strike="noStrike" spc="-1" dirty="0" err="1">
                <a:solidFill>
                  <a:srgbClr val="FF0000"/>
                </a:solidFill>
                <a:ea typeface="DejaVu Sans"/>
              </a:rPr>
              <a:t>SampleLib.h</a:t>
            </a:r>
            <a:r>
              <a:rPr lang="en-US" altLang="zh-TW" sz="1600" b="1" strike="noStrike" spc="-1" dirty="0">
                <a:solidFill>
                  <a:srgbClr val="3F3F3F"/>
                </a:solidFill>
                <a:ea typeface="DejaVu Sans"/>
              </a:rPr>
              <a:t>&gt;</a:t>
            </a:r>
            <a:endParaRPr lang="en-US" altLang="zh-TW" sz="1600" b="0" strike="noStrike" spc="-1" dirty="0"/>
          </a:p>
          <a:p>
            <a:pPr marL="0" indent="0">
              <a:lnSpc>
                <a:spcPct val="100000"/>
              </a:lnSpc>
              <a:spcBef>
                <a:spcPts val="600"/>
              </a:spcBef>
              <a:buNone/>
            </a:pP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VOID *</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EFIAPI</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SampleFunc1 (</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  IN	UINTN	Parameter1,</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  IN OUT  UINTN	Parameter2</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 {</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  return EFI_UNSUPPORTED;</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a:t>
            </a:r>
            <a:endParaRPr lang="en-US" altLang="zh-TW" sz="1600" b="0" strike="noStrike" spc="-1" dirty="0"/>
          </a:p>
        </p:txBody>
      </p:sp>
    </p:spTree>
    <p:extLst>
      <p:ext uri="{BB962C8B-B14F-4D97-AF65-F5344CB8AC3E}">
        <p14:creationId xmlns:p14="http://schemas.microsoft.com/office/powerpoint/2010/main" val="1435783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lstStyle/>
          <a:p>
            <a:r>
              <a:rPr lang="en-US" altLang="zh-TW" dirty="0"/>
              <a:t>How to Implement New Library Instance</a:t>
            </a:r>
            <a:endParaRPr lang="zh-TW" altLang="en-US"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a:xfrm>
            <a:off x="838200" y="1432050"/>
            <a:ext cx="10515600" cy="4778469"/>
          </a:xfrm>
        </p:spPr>
        <p:txBody>
          <a:bodyPr>
            <a:normAutofit fontScale="32500" lnSpcReduction="20000"/>
          </a:bodyPr>
          <a:lstStyle/>
          <a:p>
            <a:pPr marL="228600" indent="-227160">
              <a:lnSpc>
                <a:spcPct val="100000"/>
              </a:lnSpc>
              <a:buClr>
                <a:srgbClr val="3F3F3F"/>
              </a:buClr>
              <a:buFont typeface="Arial"/>
              <a:buChar char="•"/>
            </a:pPr>
            <a:r>
              <a:rPr lang="en-US" altLang="zh-TW" sz="7400" b="0" strike="noStrike" spc="-1" dirty="0" err="1">
                <a:solidFill>
                  <a:srgbClr val="3F3F3F"/>
                </a:solidFill>
                <a:latin typeface="Segoe UI"/>
                <a:ea typeface="DejaVu Sans"/>
              </a:rPr>
              <a:t>SamplePkg</a:t>
            </a:r>
            <a:r>
              <a:rPr lang="en-US" altLang="zh-TW" sz="7400" b="0" strike="noStrike" spc="-1" dirty="0">
                <a:solidFill>
                  <a:srgbClr val="3F3F3F"/>
                </a:solidFill>
                <a:latin typeface="Segoe UI"/>
                <a:ea typeface="DejaVu Sans"/>
              </a:rPr>
              <a:t>/Library/</a:t>
            </a:r>
            <a:r>
              <a:rPr lang="en-US" altLang="zh-TW" sz="7400" b="0" strike="noStrike" spc="-1" dirty="0" err="1">
                <a:solidFill>
                  <a:srgbClr val="3F3F3F"/>
                </a:solidFill>
                <a:latin typeface="Segoe UI"/>
                <a:ea typeface="DejaVu Sans"/>
              </a:rPr>
              <a:t>PeiExampleLib</a:t>
            </a:r>
            <a:r>
              <a:rPr lang="en-US" altLang="zh-TW" sz="7400" b="0" strike="noStrike" spc="-1" dirty="0">
                <a:solidFill>
                  <a:srgbClr val="3F3F3F"/>
                </a:solidFill>
                <a:latin typeface="Segoe UI"/>
                <a:ea typeface="DejaVu Sans"/>
              </a:rPr>
              <a:t>/PeiExampleLib.inf</a:t>
            </a:r>
            <a:endParaRPr lang="en-US" altLang="zh-TW" sz="7400" b="0" strike="noStrike" spc="-1" dirty="0">
              <a:latin typeface="Arial"/>
            </a:endParaRPr>
          </a:p>
          <a:p>
            <a:pPr>
              <a:lnSpc>
                <a:spcPct val="100000"/>
              </a:lnSpc>
            </a:pPr>
            <a:endParaRPr lang="en-US" altLang="zh-TW" sz="74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[Defines]</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INF_VERSION	= 0x00010005</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BASE_NAME	= </a:t>
            </a:r>
            <a:r>
              <a:rPr lang="en-US" altLang="zh-TW" sz="4000" b="1" strike="noStrike" spc="-1" dirty="0" err="1">
                <a:solidFill>
                  <a:srgbClr val="FF0000"/>
                </a:solidFill>
                <a:latin typeface="Segoe UI"/>
                <a:ea typeface="DejaVu Sans"/>
              </a:rPr>
              <a:t>PeiExampleLib</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FILE_GUID	= 3D683F65-7D65-476b-AAA2-D1BAD69AFC08</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MODULE_TYPE	= PEIM</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VERSION_STRING	= 1.0</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LIBRARY_CLASS	= </a:t>
            </a:r>
            <a:r>
              <a:rPr lang="en-US" altLang="zh-TW" sz="4000" b="1" strike="noStrike" spc="-1" dirty="0" err="1">
                <a:solidFill>
                  <a:srgbClr val="FF0000"/>
                </a:solidFill>
                <a:latin typeface="Segoe UI"/>
                <a:ea typeface="DejaVu Sans"/>
              </a:rPr>
              <a:t>ExampleLib</a:t>
            </a:r>
            <a:r>
              <a:rPr lang="en-US" altLang="zh-TW" sz="4000" b="1" strike="noStrike" spc="-1" dirty="0" err="1">
                <a:solidFill>
                  <a:srgbClr val="3F3F3F"/>
                </a:solidFill>
                <a:latin typeface="Segoe UI"/>
                <a:ea typeface="DejaVu Sans"/>
              </a:rPr>
              <a:t>|PEIM</a:t>
            </a:r>
            <a:r>
              <a:rPr lang="en-US" altLang="zh-TW" sz="4000" b="1" strike="noStrike" spc="-1" dirty="0">
                <a:solidFill>
                  <a:srgbClr val="3F3F3F"/>
                </a:solidFill>
                <a:latin typeface="Segoe UI"/>
                <a:ea typeface="DejaVu Sans"/>
              </a:rPr>
              <a:t> PEI_CORE SEC</a:t>
            </a:r>
            <a:endParaRPr lang="en-US" altLang="zh-TW" sz="4000" b="0" strike="noStrike" spc="-1" dirty="0">
              <a:latin typeface="Arial"/>
            </a:endParaRPr>
          </a:p>
          <a:p>
            <a:pPr marL="0" indent="0">
              <a:lnSpc>
                <a:spcPct val="100000"/>
              </a:lnSpc>
              <a:buNone/>
            </a:pP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[Sources]</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a:t>
            </a:r>
            <a:r>
              <a:rPr lang="en-US" altLang="zh-TW" sz="4000" b="1" strike="noStrike" spc="-1" dirty="0" err="1">
                <a:solidFill>
                  <a:srgbClr val="3F3F3F"/>
                </a:solidFill>
                <a:latin typeface="Segoe UI"/>
                <a:ea typeface="DejaVu Sans"/>
              </a:rPr>
              <a:t>PeiExampleLib.c</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[Packages]</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a:t>
            </a:r>
            <a:r>
              <a:rPr lang="en-US" altLang="zh-TW" sz="4000" b="1" strike="noStrike" spc="-1" dirty="0" err="1">
                <a:solidFill>
                  <a:srgbClr val="3F3F3F"/>
                </a:solidFill>
                <a:latin typeface="Segoe UI"/>
                <a:ea typeface="DejaVu Sans"/>
              </a:rPr>
              <a:t>MdePkg</a:t>
            </a:r>
            <a:r>
              <a:rPr lang="en-US" altLang="zh-TW" sz="4000" b="1" strike="noStrike" spc="-1" dirty="0">
                <a:solidFill>
                  <a:srgbClr val="3F3F3F"/>
                </a:solidFill>
                <a:latin typeface="Segoe UI"/>
                <a:ea typeface="DejaVu Sans"/>
              </a:rPr>
              <a:t>/</a:t>
            </a:r>
            <a:r>
              <a:rPr lang="en-US" altLang="zh-TW" sz="4000" b="1" strike="noStrike" spc="-1" dirty="0" err="1">
                <a:solidFill>
                  <a:srgbClr val="3F3F3F"/>
                </a:solidFill>
                <a:latin typeface="Segoe UI"/>
                <a:ea typeface="DejaVu Sans"/>
              </a:rPr>
              <a:t>MdePkg.dec</a:t>
            </a:r>
            <a:endParaRPr lang="en-US" altLang="zh-TW" sz="4000" b="0" strike="noStrike" spc="-1" dirty="0">
              <a:latin typeface="Arial"/>
            </a:endParaRPr>
          </a:p>
          <a:p>
            <a:pPr marL="0" indent="0">
              <a:lnSpc>
                <a:spcPct val="100000"/>
              </a:lnSpc>
              <a:buNone/>
            </a:pPr>
            <a:r>
              <a:rPr lang="en-US" altLang="zh-TW" sz="4000" b="1" strike="noStrike" spc="-1" dirty="0">
                <a:solidFill>
                  <a:srgbClr val="3F3F3F"/>
                </a:solidFill>
                <a:latin typeface="Segoe UI"/>
                <a:ea typeface="DejaVu Sans"/>
              </a:rPr>
              <a:t>  </a:t>
            </a:r>
            <a:r>
              <a:rPr lang="en-US" altLang="zh-TW" sz="4000" b="1" strike="noStrike" spc="-1" dirty="0" err="1">
                <a:solidFill>
                  <a:srgbClr val="FF0000"/>
                </a:solidFill>
                <a:latin typeface="Segoe UI"/>
                <a:ea typeface="DejaVu Sans"/>
              </a:rPr>
              <a:t>SamplePkg</a:t>
            </a:r>
            <a:r>
              <a:rPr lang="en-US" altLang="zh-TW" sz="4000" b="1" strike="noStrike" spc="-1" dirty="0">
                <a:solidFill>
                  <a:srgbClr val="FF0000"/>
                </a:solidFill>
                <a:latin typeface="Segoe UI"/>
                <a:ea typeface="DejaVu Sans"/>
              </a:rPr>
              <a:t>/</a:t>
            </a:r>
            <a:r>
              <a:rPr lang="en-US" altLang="zh-TW" sz="4000" b="1" strike="noStrike" spc="-1" dirty="0" err="1">
                <a:solidFill>
                  <a:srgbClr val="FF0000"/>
                </a:solidFill>
                <a:latin typeface="Segoe UI"/>
                <a:ea typeface="DejaVu Sans"/>
              </a:rPr>
              <a:t>SamplePkg.dec</a:t>
            </a:r>
            <a:endParaRPr lang="en-US" altLang="zh-TW" sz="4000" b="0" strike="noStrike" spc="-1" dirty="0">
              <a:latin typeface="Arial"/>
            </a:endParaRPr>
          </a:p>
        </p:txBody>
      </p:sp>
    </p:spTree>
    <p:extLst>
      <p:ext uri="{BB962C8B-B14F-4D97-AF65-F5344CB8AC3E}">
        <p14:creationId xmlns:p14="http://schemas.microsoft.com/office/powerpoint/2010/main" val="2538196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lstStyle/>
          <a:p>
            <a:r>
              <a:rPr lang="en-US" altLang="zh-TW" dirty="0"/>
              <a:t>How to Implement New Library Instance</a:t>
            </a:r>
            <a:endParaRPr lang="zh-TW" altLang="en-US"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rmAutofit fontScale="32500" lnSpcReduction="20000"/>
          </a:bodyPr>
          <a:lstStyle/>
          <a:p>
            <a:pPr marL="228600" indent="-227160">
              <a:lnSpc>
                <a:spcPct val="100000"/>
              </a:lnSpc>
              <a:buClr>
                <a:srgbClr val="3F3F3F"/>
              </a:buClr>
              <a:buFont typeface="Arial"/>
              <a:buChar char="•"/>
            </a:pPr>
            <a:r>
              <a:rPr lang="en-US" altLang="zh-TW" sz="7400" b="0" strike="noStrike" spc="-1" dirty="0" err="1">
                <a:solidFill>
                  <a:srgbClr val="3F3F3F"/>
                </a:solidFill>
                <a:ea typeface="DejaVu Sans"/>
              </a:rPr>
              <a:t>SamplePkg</a:t>
            </a:r>
            <a:r>
              <a:rPr lang="en-US" altLang="zh-TW" sz="7400" b="0" strike="noStrike" spc="-1" dirty="0">
                <a:solidFill>
                  <a:srgbClr val="3F3F3F"/>
                </a:solidFill>
                <a:ea typeface="DejaVu Sans"/>
              </a:rPr>
              <a:t>/Library/</a:t>
            </a:r>
            <a:r>
              <a:rPr lang="en-US" altLang="zh-TW" sz="7400" b="0" strike="noStrike" spc="-1" dirty="0" err="1">
                <a:solidFill>
                  <a:srgbClr val="3F3F3F"/>
                </a:solidFill>
                <a:ea typeface="DejaVu Sans"/>
              </a:rPr>
              <a:t>PeiExampleLib</a:t>
            </a:r>
            <a:r>
              <a:rPr lang="en-US" altLang="zh-TW" sz="7400" b="0" strike="noStrike" spc="-1" dirty="0">
                <a:solidFill>
                  <a:srgbClr val="3F3F3F"/>
                </a:solidFill>
                <a:ea typeface="DejaVu Sans"/>
              </a:rPr>
              <a:t>/</a:t>
            </a:r>
            <a:r>
              <a:rPr lang="en-US" altLang="zh-TW" sz="7400" b="0" strike="noStrike" spc="-1" dirty="0" err="1">
                <a:solidFill>
                  <a:srgbClr val="3F3F3F"/>
                </a:solidFill>
                <a:ea typeface="DejaVu Sans"/>
              </a:rPr>
              <a:t>PeiExampleLib.c</a:t>
            </a:r>
            <a:endParaRPr lang="en-US" altLang="zh-TW" sz="7400" b="0" strike="noStrike" spc="-1" dirty="0"/>
          </a:p>
          <a:p>
            <a:pPr>
              <a:lnSpc>
                <a:spcPct val="100000"/>
              </a:lnSpc>
            </a:pPr>
            <a:endParaRPr lang="en-US" altLang="zh-TW" sz="7400" b="0" strike="noStrike" spc="-1" dirty="0"/>
          </a:p>
          <a:p>
            <a:pPr marL="0" indent="0">
              <a:lnSpc>
                <a:spcPct val="100000"/>
              </a:lnSpc>
              <a:spcBef>
                <a:spcPts val="600"/>
              </a:spcBef>
              <a:buNone/>
            </a:pPr>
            <a:r>
              <a:rPr lang="en-US" altLang="zh-TW" sz="4000" b="1" strike="noStrike" spc="-1" dirty="0">
                <a:solidFill>
                  <a:srgbClr val="3F3F3F"/>
                </a:solidFill>
                <a:ea typeface="DejaVu Sans"/>
              </a:rPr>
              <a:t>#include &lt;</a:t>
            </a:r>
            <a:r>
              <a:rPr lang="en-US" altLang="zh-TW" sz="4000" b="1" strike="noStrike" spc="-1" dirty="0">
                <a:solidFill>
                  <a:srgbClr val="FF0000"/>
                </a:solidFill>
                <a:ea typeface="DejaVu Sans"/>
              </a:rPr>
              <a:t>Library/</a:t>
            </a:r>
            <a:r>
              <a:rPr lang="en-US" altLang="zh-TW" sz="4000" b="1" strike="noStrike" spc="-1" dirty="0" err="1">
                <a:solidFill>
                  <a:srgbClr val="FF0000"/>
                </a:solidFill>
                <a:ea typeface="DejaVu Sans"/>
              </a:rPr>
              <a:t>SampleLib.h</a:t>
            </a:r>
            <a:r>
              <a:rPr lang="en-US" altLang="zh-TW" sz="4000" b="1" strike="noStrike" spc="-1" dirty="0">
                <a:solidFill>
                  <a:srgbClr val="3F3F3F"/>
                </a:solidFill>
                <a:ea typeface="DejaVu Sans"/>
              </a:rPr>
              <a:t>&gt;</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VOID *</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EFIAPI</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SampleFunc1 (</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IN	         UINTN	Parameter1,</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IN OUT  UINTN	Parameter2</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Status = </a:t>
            </a:r>
            <a:r>
              <a:rPr lang="en-US" altLang="zh-TW" sz="4000" b="1" strike="noStrike" spc="-1" dirty="0" err="1">
                <a:solidFill>
                  <a:srgbClr val="3F3F3F"/>
                </a:solidFill>
                <a:ea typeface="DejaVu Sans"/>
              </a:rPr>
              <a:t>PeiServicesLocatePpi</a:t>
            </a:r>
            <a:r>
              <a:rPr lang="en-US" altLang="zh-TW" sz="4000" b="1" strike="noStrike" spc="-1" dirty="0">
                <a:solidFill>
                  <a:srgbClr val="0070C0"/>
                </a:solidFill>
                <a:ea typeface="DejaVu Sans"/>
              </a:rPr>
              <a:t> </a:t>
            </a:r>
            <a:r>
              <a:rPr lang="en-US" altLang="zh-TW" sz="4000" b="1" strike="noStrike" spc="-1" dirty="0">
                <a:solidFill>
                  <a:srgbClr val="3F3F3F"/>
                </a:solidFill>
                <a:ea typeface="DejaVu Sans"/>
              </a:rPr>
              <a:t>(</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&amp;</a:t>
            </a:r>
            <a:r>
              <a:rPr lang="en-US" altLang="zh-TW" sz="4000" b="1" strike="noStrike" spc="-1" dirty="0" err="1">
                <a:solidFill>
                  <a:srgbClr val="3F3F3F"/>
                </a:solidFill>
                <a:ea typeface="DejaVu Sans"/>
              </a:rPr>
              <a:t>gEfiInterfacePpiGuid</a:t>
            </a:r>
            <a:r>
              <a:rPr lang="en-US" altLang="zh-TW" sz="4000" b="1" strike="noStrike" spc="-1" dirty="0">
                <a:solidFill>
                  <a:srgbClr val="3F3F3F"/>
                </a:solidFill>
                <a:ea typeface="DejaVu Sans"/>
              </a:rPr>
              <a:t>,</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0,</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NULL,</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(VOID **)&amp;</a:t>
            </a:r>
            <a:r>
              <a:rPr lang="en-US" altLang="zh-TW" sz="4000" b="1" strike="noStrike" spc="-1" dirty="0" err="1">
                <a:solidFill>
                  <a:srgbClr val="3F3F3F"/>
                </a:solidFill>
                <a:ea typeface="DejaVu Sans"/>
              </a:rPr>
              <a:t>InterfacePpi</a:t>
            </a:r>
            <a:r>
              <a:rPr lang="en-US" altLang="zh-TW" sz="4000" b="1" strike="noStrike" spc="-1" dirty="0">
                <a:solidFill>
                  <a:srgbClr val="3F3F3F"/>
                </a:solidFill>
                <a:ea typeface="DejaVu Sans"/>
              </a:rPr>
              <a:t>);</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ASSERT_EFI_ERROR (Status);</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  …</a:t>
            </a:r>
            <a:endParaRPr lang="en-US" altLang="zh-TW" sz="4000" b="0" strike="noStrike" spc="-1" dirty="0"/>
          </a:p>
          <a:p>
            <a:pPr marL="0" indent="0">
              <a:lnSpc>
                <a:spcPct val="100000"/>
              </a:lnSpc>
              <a:spcBef>
                <a:spcPts val="600"/>
              </a:spcBef>
              <a:buNone/>
            </a:pPr>
            <a:r>
              <a:rPr lang="en-US" altLang="zh-TW" sz="4000" b="1" strike="noStrike" spc="-1" dirty="0">
                <a:solidFill>
                  <a:srgbClr val="3F3F3F"/>
                </a:solidFill>
                <a:ea typeface="DejaVu Sans"/>
              </a:rPr>
              <a:t>}</a:t>
            </a:r>
            <a:endParaRPr lang="en-US" altLang="zh-TW" sz="4000" b="0" strike="noStrike" spc="-1" dirty="0"/>
          </a:p>
        </p:txBody>
      </p:sp>
    </p:spTree>
    <p:extLst>
      <p:ext uri="{BB962C8B-B14F-4D97-AF65-F5344CB8AC3E}">
        <p14:creationId xmlns:p14="http://schemas.microsoft.com/office/powerpoint/2010/main" val="2965335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lstStyle/>
          <a:p>
            <a:r>
              <a:rPr lang="en-US" altLang="zh-TW" dirty="0"/>
              <a:t>How to Implement New Library Instance</a:t>
            </a:r>
            <a:endParaRPr lang="zh-TW" altLang="en-US"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Autofit/>
          </a:bodyPr>
          <a:lstStyle/>
          <a:p>
            <a:pPr marL="0" indent="0">
              <a:lnSpc>
                <a:spcPct val="100000"/>
              </a:lnSpc>
              <a:buNone/>
            </a:pPr>
            <a:r>
              <a:rPr lang="en-US" altLang="zh-TW" sz="2400" b="0" strike="noStrike" spc="-1" dirty="0" err="1">
                <a:solidFill>
                  <a:srgbClr val="3F3F3F"/>
                </a:solidFill>
                <a:ea typeface="DejaVu Sans"/>
              </a:rPr>
              <a:t>AnotherSamplePkg</a:t>
            </a:r>
            <a:r>
              <a:rPr lang="en-US" altLang="zh-TW" sz="2400" b="0" strike="noStrike" spc="-1" dirty="0">
                <a:solidFill>
                  <a:srgbClr val="3F3F3F"/>
                </a:solidFill>
                <a:ea typeface="DejaVu Sans"/>
              </a:rPr>
              <a:t>/Library/</a:t>
            </a:r>
            <a:r>
              <a:rPr lang="en-US" altLang="zh-TW" sz="2400" b="0" strike="noStrike" spc="-1" dirty="0" err="1">
                <a:solidFill>
                  <a:srgbClr val="3F3F3F"/>
                </a:solidFill>
                <a:ea typeface="DejaVu Sans"/>
              </a:rPr>
              <a:t>DxeExampleLib</a:t>
            </a:r>
            <a:r>
              <a:rPr lang="en-US" altLang="zh-TW" sz="2400" b="0" strike="noStrike" spc="-1" dirty="0">
                <a:solidFill>
                  <a:srgbClr val="3F3F3F"/>
                </a:solidFill>
                <a:ea typeface="DejaVu Sans"/>
              </a:rPr>
              <a:t>/</a:t>
            </a:r>
            <a:endParaRPr lang="en-US" altLang="zh-TW" sz="2400" b="0" strike="noStrike" spc="-1" dirty="0"/>
          </a:p>
          <a:p>
            <a:pPr marL="287190" indent="-285750">
              <a:lnSpc>
                <a:spcPct val="100000"/>
              </a:lnSpc>
              <a:buClr>
                <a:srgbClr val="3F3F3F"/>
              </a:buClr>
            </a:pPr>
            <a:r>
              <a:rPr lang="en-US" altLang="zh-TW" sz="2400" b="0" strike="noStrike" spc="-1" dirty="0">
                <a:solidFill>
                  <a:srgbClr val="3F3F3F"/>
                </a:solidFill>
                <a:ea typeface="DejaVu Sans"/>
              </a:rPr>
              <a:t>DxeExampleLib.inf</a:t>
            </a:r>
            <a:endParaRPr lang="en-US" altLang="zh-TW" sz="2400" b="0" strike="noStrike" spc="-1" dirty="0"/>
          </a:p>
          <a:p>
            <a:pPr marL="0" indent="0">
              <a:lnSpc>
                <a:spcPct val="100000"/>
              </a:lnSpc>
              <a:spcBef>
                <a:spcPts val="300"/>
              </a:spcBef>
              <a:buNone/>
            </a:pPr>
            <a:r>
              <a:rPr lang="en-US" altLang="zh-TW" sz="1600" b="1" strike="noStrike" spc="-1" dirty="0">
                <a:solidFill>
                  <a:srgbClr val="3F3F3F"/>
                </a:solidFill>
                <a:ea typeface="DejaVu Sans"/>
              </a:rPr>
              <a:t>[Defines]</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INF_VERSION	= 0x00010005</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BASE_NAME	= </a:t>
            </a:r>
            <a:r>
              <a:rPr lang="en-US" altLang="zh-TW" sz="1600" b="1" strike="noStrike" spc="-1" dirty="0" err="1">
                <a:solidFill>
                  <a:srgbClr val="FF0000"/>
                </a:solidFill>
                <a:ea typeface="DejaVu Sans"/>
              </a:rPr>
              <a:t>DxeExampleLib</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FILE_GUID	= 6DF40EE4-82D6-4a92-A3D9-5A75EA38D00B</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MODULE_TYPE	= DXE_DRIVER</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VERSION_STRING	= 1.0</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LIBRARY_CLASS	= </a:t>
            </a:r>
            <a:r>
              <a:rPr lang="en-US" altLang="zh-TW" sz="1600" b="1" strike="noStrike" spc="-1" dirty="0" err="1">
                <a:solidFill>
                  <a:srgbClr val="FF0000"/>
                </a:solidFill>
                <a:ea typeface="DejaVu Sans"/>
              </a:rPr>
              <a:t>ExampleLib</a:t>
            </a:r>
            <a:r>
              <a:rPr lang="en-US" altLang="zh-TW" sz="1600" b="1" strike="noStrike" spc="-1" dirty="0">
                <a:solidFill>
                  <a:srgbClr val="3F3F3F"/>
                </a:solidFill>
                <a:ea typeface="DejaVu Sans"/>
              </a:rPr>
              <a:t>| DXE_CORE DXE_DRIVER DXE_RUNTIME_DRIVER DXE_SAL_DRIVER DXE_SMM_DRIVER SMM_CORE UEFI_APPLICATION UEFI_DRIVER </a:t>
            </a:r>
            <a:endParaRPr lang="en-US" altLang="zh-TW" sz="1600" b="0" strike="noStrike" spc="-1" dirty="0"/>
          </a:p>
          <a:p>
            <a:pPr marL="0" indent="0">
              <a:lnSpc>
                <a:spcPct val="100000"/>
              </a:lnSpc>
              <a:spcBef>
                <a:spcPts val="300"/>
              </a:spcBef>
              <a:buNone/>
            </a:pP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[Sources]</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a:t>
            </a:r>
            <a:r>
              <a:rPr lang="en-US" altLang="zh-TW" sz="1600" b="1" strike="noStrike" spc="-1" dirty="0" err="1">
                <a:solidFill>
                  <a:srgbClr val="3F3F3F"/>
                </a:solidFill>
                <a:ea typeface="DejaVu Sans"/>
              </a:rPr>
              <a:t>DxeExampleLib.c</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[Packages]</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a:t>
            </a:r>
            <a:r>
              <a:rPr lang="en-US" altLang="zh-TW" sz="1600" b="1" strike="noStrike" spc="-1" dirty="0" err="1">
                <a:solidFill>
                  <a:srgbClr val="3F3F3F"/>
                </a:solidFill>
                <a:ea typeface="DejaVu Sans"/>
              </a:rPr>
              <a:t>MdePkg</a:t>
            </a: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MdePkg.dec</a:t>
            </a:r>
            <a:endParaRPr lang="en-US" altLang="zh-TW" sz="1600" b="0" strike="noStrike" spc="-1" dirty="0"/>
          </a:p>
          <a:p>
            <a:pPr marL="0" indent="0">
              <a:lnSpc>
                <a:spcPct val="100000"/>
              </a:lnSpc>
              <a:spcBef>
                <a:spcPts val="300"/>
              </a:spcBef>
              <a:buNone/>
            </a:pPr>
            <a:r>
              <a:rPr lang="en-US" altLang="zh-TW" sz="1600" b="1" strike="noStrike" spc="-1" dirty="0">
                <a:solidFill>
                  <a:srgbClr val="3F3F3F"/>
                </a:solidFill>
                <a:ea typeface="DejaVu Sans"/>
              </a:rPr>
              <a:t>  </a:t>
            </a:r>
            <a:r>
              <a:rPr lang="en-US" altLang="zh-TW" sz="1600" b="1" strike="noStrike" spc="-1" dirty="0" err="1">
                <a:solidFill>
                  <a:srgbClr val="FF0000"/>
                </a:solidFill>
                <a:ea typeface="DejaVu Sans"/>
              </a:rPr>
              <a:t>SamplePkg</a:t>
            </a:r>
            <a:r>
              <a:rPr lang="en-US" altLang="zh-TW" sz="1600" b="1" strike="noStrike" spc="-1" dirty="0">
                <a:solidFill>
                  <a:srgbClr val="FF0000"/>
                </a:solidFill>
                <a:ea typeface="DejaVu Sans"/>
              </a:rPr>
              <a:t>/</a:t>
            </a:r>
            <a:r>
              <a:rPr lang="en-US" altLang="zh-TW" sz="1600" b="1" strike="noStrike" spc="-1" dirty="0" err="1">
                <a:solidFill>
                  <a:srgbClr val="FF0000"/>
                </a:solidFill>
                <a:ea typeface="DejaVu Sans"/>
              </a:rPr>
              <a:t>SamplePkg.dec</a:t>
            </a:r>
            <a:endParaRPr lang="en-US" altLang="zh-TW" sz="1600" b="0" strike="noStrike" spc="-1" dirty="0"/>
          </a:p>
        </p:txBody>
      </p:sp>
    </p:spTree>
    <p:extLst>
      <p:ext uri="{BB962C8B-B14F-4D97-AF65-F5344CB8AC3E}">
        <p14:creationId xmlns:p14="http://schemas.microsoft.com/office/powerpoint/2010/main" val="3739154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lstStyle/>
          <a:p>
            <a:r>
              <a:rPr lang="en-US" altLang="zh-TW" dirty="0"/>
              <a:t>How to Implement New Library Instance</a:t>
            </a:r>
            <a:endParaRPr lang="zh-TW" altLang="en-US"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Autofit/>
          </a:bodyPr>
          <a:lstStyle/>
          <a:p>
            <a:pPr marL="0" indent="0">
              <a:lnSpc>
                <a:spcPct val="100000"/>
              </a:lnSpc>
              <a:buNone/>
            </a:pPr>
            <a:r>
              <a:rPr lang="en-US" altLang="zh-TW" sz="2400" b="0" strike="noStrike" spc="-1" dirty="0" err="1">
                <a:solidFill>
                  <a:srgbClr val="3F3F3F"/>
                </a:solidFill>
                <a:ea typeface="DejaVu Sans"/>
              </a:rPr>
              <a:t>AnotherSamplePkg</a:t>
            </a:r>
            <a:r>
              <a:rPr lang="en-US" altLang="zh-TW" sz="2400" b="0" strike="noStrike" spc="-1" dirty="0">
                <a:solidFill>
                  <a:srgbClr val="3F3F3F"/>
                </a:solidFill>
                <a:ea typeface="DejaVu Sans"/>
              </a:rPr>
              <a:t>/Library/</a:t>
            </a:r>
            <a:r>
              <a:rPr lang="en-US" altLang="zh-TW" sz="2400" b="0" strike="noStrike" spc="-1" dirty="0" err="1">
                <a:solidFill>
                  <a:srgbClr val="3F3F3F"/>
                </a:solidFill>
                <a:ea typeface="DejaVu Sans"/>
              </a:rPr>
              <a:t>DxeExampleLib</a:t>
            </a:r>
            <a:r>
              <a:rPr lang="en-US" altLang="zh-TW" sz="2400" b="0" strike="noStrike" spc="-1" dirty="0">
                <a:solidFill>
                  <a:srgbClr val="3F3F3F"/>
                </a:solidFill>
                <a:ea typeface="DejaVu Sans"/>
              </a:rPr>
              <a:t>/</a:t>
            </a:r>
            <a:endParaRPr lang="en-US" altLang="zh-TW" sz="2400" b="0" strike="noStrike" spc="-1" dirty="0"/>
          </a:p>
          <a:p>
            <a:pPr marL="287190" indent="-285750">
              <a:lnSpc>
                <a:spcPct val="100000"/>
              </a:lnSpc>
              <a:buClr>
                <a:srgbClr val="3F3F3F"/>
              </a:buClr>
            </a:pPr>
            <a:r>
              <a:rPr lang="en-US" altLang="zh-TW" sz="2400" b="0" strike="noStrike" spc="-1" dirty="0">
                <a:solidFill>
                  <a:srgbClr val="3F3F3F"/>
                </a:solidFill>
                <a:ea typeface="DejaVu Sans"/>
              </a:rPr>
              <a:t>DxeExampleLib.inf</a:t>
            </a:r>
            <a:endParaRPr lang="en-US" altLang="zh-TW" sz="2400" b="0" strike="noStrike" spc="-1" dirty="0"/>
          </a:p>
          <a:p>
            <a:pPr marL="0" indent="0">
              <a:lnSpc>
                <a:spcPct val="100000"/>
              </a:lnSpc>
              <a:buNone/>
            </a:pPr>
            <a:endParaRPr lang="en-US" altLang="zh-TW" sz="2400" b="0" strike="noStrike" spc="-1" dirty="0"/>
          </a:p>
          <a:p>
            <a:pPr marL="0" indent="0">
              <a:lnSpc>
                <a:spcPct val="100000"/>
              </a:lnSpc>
              <a:spcBef>
                <a:spcPts val="0"/>
              </a:spcBef>
              <a:buNone/>
            </a:pPr>
            <a:r>
              <a:rPr lang="en-US" altLang="zh-TW" sz="1400" b="1" strike="noStrike" spc="-1" dirty="0">
                <a:solidFill>
                  <a:srgbClr val="3F3F3F"/>
                </a:solidFill>
                <a:ea typeface="DejaVu Sans"/>
              </a:rPr>
              <a:t>#include &lt;</a:t>
            </a:r>
            <a:r>
              <a:rPr lang="en-US" altLang="zh-TW" sz="1400" b="1" strike="noStrike" spc="-1" dirty="0">
                <a:solidFill>
                  <a:srgbClr val="FF0000"/>
                </a:solidFill>
                <a:ea typeface="DejaVu Sans"/>
              </a:rPr>
              <a:t>Library/</a:t>
            </a:r>
            <a:r>
              <a:rPr lang="en-US" altLang="zh-TW" sz="1400" b="1" strike="noStrike" spc="-1" dirty="0" err="1">
                <a:solidFill>
                  <a:srgbClr val="FF0000"/>
                </a:solidFill>
                <a:ea typeface="DejaVu Sans"/>
              </a:rPr>
              <a:t>SampleLib.h</a:t>
            </a:r>
            <a:r>
              <a:rPr lang="en-US" altLang="zh-TW" sz="1400" b="1" strike="noStrike" spc="-1" dirty="0">
                <a:solidFill>
                  <a:srgbClr val="3F3F3F"/>
                </a:solidFill>
                <a:ea typeface="DejaVu Sans"/>
              </a:rPr>
              <a:t>&gt;</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VOID *</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EFIAPI</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SampleFunc1 (</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IN	UINTN	Parameter1,</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IN OUT  UINTN	Parameter2</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Status = </a:t>
            </a:r>
            <a:r>
              <a:rPr lang="en-US" altLang="zh-TW" sz="1400" b="1" strike="noStrike" spc="-1" dirty="0" err="1">
                <a:solidFill>
                  <a:srgbClr val="3F3F3F"/>
                </a:solidFill>
                <a:ea typeface="DejaVu Sans"/>
              </a:rPr>
              <a:t>gBS</a:t>
            </a:r>
            <a:r>
              <a:rPr lang="en-US" altLang="zh-TW" sz="1400" b="1" strike="noStrike" spc="-1" dirty="0">
                <a:solidFill>
                  <a:srgbClr val="3F3F3F"/>
                </a:solidFill>
                <a:ea typeface="DejaVu Sans"/>
              </a:rPr>
              <a:t>-&gt;</a:t>
            </a:r>
            <a:r>
              <a:rPr lang="en-US" altLang="zh-TW" sz="1400" b="1" strike="noStrike" spc="-1" dirty="0" err="1">
                <a:solidFill>
                  <a:srgbClr val="3F3F3F"/>
                </a:solidFill>
                <a:ea typeface="DejaVu Sans"/>
              </a:rPr>
              <a:t>LocateProtocol</a:t>
            </a:r>
            <a:r>
              <a:rPr lang="en-US" altLang="zh-TW" sz="1400" b="1" strike="noStrike" spc="-1" dirty="0">
                <a:solidFill>
                  <a:srgbClr val="0070C0"/>
                </a:solidFill>
                <a:ea typeface="DejaVu Sans"/>
              </a:rPr>
              <a:t> </a:t>
            </a:r>
            <a:r>
              <a:rPr lang="en-US" altLang="zh-TW" sz="1400" b="1" strike="noStrike" spc="-1" dirty="0">
                <a:solidFill>
                  <a:srgbClr val="3F3F3F"/>
                </a:solidFill>
                <a:ea typeface="DejaVu Sans"/>
              </a:rPr>
              <a:t>(</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&amp;</a:t>
            </a:r>
            <a:r>
              <a:rPr lang="en-US" altLang="zh-TW" sz="1400" b="1" strike="noStrike" spc="-1" dirty="0" err="1">
                <a:solidFill>
                  <a:srgbClr val="3F3F3F"/>
                </a:solidFill>
                <a:ea typeface="DejaVu Sans"/>
              </a:rPr>
              <a:t>gEfiInterfaceProtocolGuid</a:t>
            </a:r>
            <a:r>
              <a:rPr lang="en-US" altLang="zh-TW" sz="1400" b="1" strike="noStrike" spc="-1" dirty="0">
                <a:solidFill>
                  <a:srgbClr val="3F3F3F"/>
                </a:solidFill>
                <a:ea typeface="DejaVu Sans"/>
              </a:rPr>
              <a:t>,</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NULL,</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(VOID **) &amp;</a:t>
            </a:r>
            <a:r>
              <a:rPr lang="en-US" altLang="zh-TW" sz="1400" b="1" strike="noStrike" spc="-1" dirty="0" err="1">
                <a:solidFill>
                  <a:srgbClr val="3F3F3F"/>
                </a:solidFill>
                <a:ea typeface="DejaVu Sans"/>
              </a:rPr>
              <a:t>InterfaceProtocol</a:t>
            </a:r>
            <a:r>
              <a:rPr lang="en-US" altLang="zh-TW" sz="1400" b="1" strike="noStrike" spc="-1" dirty="0">
                <a:solidFill>
                  <a:srgbClr val="3F3F3F"/>
                </a:solidFill>
                <a:ea typeface="DejaVu Sans"/>
              </a:rPr>
              <a:t>);</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ASSERT_EFI_ERROR (Status);</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  …</a:t>
            </a:r>
            <a:endParaRPr lang="en-US" altLang="zh-TW" sz="1400" b="0" strike="noStrike" spc="-1" dirty="0"/>
          </a:p>
          <a:p>
            <a:pPr marL="0" indent="0">
              <a:lnSpc>
                <a:spcPct val="100000"/>
              </a:lnSpc>
              <a:spcBef>
                <a:spcPts val="0"/>
              </a:spcBef>
              <a:buNone/>
            </a:pPr>
            <a:r>
              <a:rPr lang="en-US" altLang="zh-TW" sz="1400" b="1" strike="noStrike" spc="-1" dirty="0">
                <a:solidFill>
                  <a:srgbClr val="3F3F3F"/>
                </a:solidFill>
                <a:ea typeface="DejaVu Sans"/>
              </a:rPr>
              <a:t>}</a:t>
            </a:r>
            <a:endParaRPr lang="en-US" altLang="zh-TW" sz="1400" b="0" strike="noStrike" spc="-1" dirty="0"/>
          </a:p>
        </p:txBody>
      </p:sp>
    </p:spTree>
    <p:extLst>
      <p:ext uri="{BB962C8B-B14F-4D97-AF65-F5344CB8AC3E}">
        <p14:creationId xmlns:p14="http://schemas.microsoft.com/office/powerpoint/2010/main" val="4074377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0926C9E4-96D8-40A3-AD5D-BAB4B68AA251}"/>
              </a:ext>
            </a:extLst>
          </p:cNvPr>
          <p:cNvSpPr>
            <a:spLocks noGrp="1"/>
          </p:cNvSpPr>
          <p:nvPr>
            <p:ph type="sldNum" sz="quarter" idx="12"/>
          </p:nvPr>
        </p:nvSpPr>
        <p:spPr/>
        <p:txBody>
          <a:bodyPr/>
          <a:lstStyle/>
          <a:p>
            <a:fld id="{711F1488-76AD-4E7F-AEC8-BF811B7D74A5}" type="slidenum">
              <a:rPr lang="en-US" smtClean="0"/>
              <a:pPr/>
              <a:t>25</a:t>
            </a:fld>
            <a:endParaRPr lang="en-US"/>
          </a:p>
        </p:txBody>
      </p:sp>
      <p:sp>
        <p:nvSpPr>
          <p:cNvPr id="3" name="標題 2">
            <a:extLst>
              <a:ext uri="{FF2B5EF4-FFF2-40B4-BE49-F238E27FC236}">
                <a16:creationId xmlns:a16="http://schemas.microsoft.com/office/drawing/2014/main" id="{0FEBF8D9-D9CD-4B77-86C3-CD2B4C3A75B4}"/>
              </a:ext>
            </a:extLst>
          </p:cNvPr>
          <p:cNvSpPr>
            <a:spLocks noGrp="1"/>
          </p:cNvSpPr>
          <p:nvPr>
            <p:ph type="title"/>
          </p:nvPr>
        </p:nvSpPr>
        <p:spPr/>
        <p:txBody>
          <a:bodyPr/>
          <a:lstStyle/>
          <a:p>
            <a:r>
              <a:rPr lang="en-US" altLang="zh-TW" dirty="0"/>
              <a:t>How to Use Library</a:t>
            </a:r>
            <a:endParaRPr lang="zh-TW" altLang="en-US" dirty="0"/>
          </a:p>
        </p:txBody>
      </p:sp>
    </p:spTree>
    <p:extLst>
      <p:ext uri="{BB962C8B-B14F-4D97-AF65-F5344CB8AC3E}">
        <p14:creationId xmlns:p14="http://schemas.microsoft.com/office/powerpoint/2010/main" val="640514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E2FDC-B657-463E-8B8F-35155601116C}"/>
              </a:ext>
            </a:extLst>
          </p:cNvPr>
          <p:cNvSpPr>
            <a:spLocks noGrp="1"/>
          </p:cNvSpPr>
          <p:nvPr>
            <p:ph type="title"/>
          </p:nvPr>
        </p:nvSpPr>
        <p:spPr/>
        <p:txBody>
          <a:bodyPr/>
          <a:lstStyle/>
          <a:p>
            <a:r>
              <a:rPr lang="en-US" altLang="zh-TW" dirty="0"/>
              <a:t>How to Use Library</a:t>
            </a:r>
            <a:endParaRPr lang="zh-TW" altLang="en-US" dirty="0"/>
          </a:p>
        </p:txBody>
      </p:sp>
      <p:sp>
        <p:nvSpPr>
          <p:cNvPr id="3" name="內容版面配置區 2">
            <a:extLst>
              <a:ext uri="{FF2B5EF4-FFF2-40B4-BE49-F238E27FC236}">
                <a16:creationId xmlns:a16="http://schemas.microsoft.com/office/drawing/2014/main" id="{284A8E8B-B4A6-45EF-B2E0-C0ADED998D6E}"/>
              </a:ext>
            </a:extLst>
          </p:cNvPr>
          <p:cNvSpPr>
            <a:spLocks noGrp="1"/>
          </p:cNvSpPr>
          <p:nvPr>
            <p:ph idx="1"/>
          </p:nvPr>
        </p:nvSpPr>
        <p:spPr/>
        <p:txBody>
          <a:bodyPr>
            <a:normAutofit fontScale="47500" lnSpcReduction="20000"/>
          </a:bodyPr>
          <a:lstStyle/>
          <a:p>
            <a:pPr marL="228600" indent="-227160">
              <a:lnSpc>
                <a:spcPct val="100000"/>
              </a:lnSpc>
              <a:buClr>
                <a:srgbClr val="3F3F3F"/>
              </a:buClr>
              <a:buFont typeface="Arial"/>
              <a:buChar char="•"/>
            </a:pPr>
            <a:r>
              <a:rPr lang="en-US" altLang="zh-TW" sz="4400" b="0" strike="noStrike" spc="-1" dirty="0" err="1">
                <a:solidFill>
                  <a:srgbClr val="3F3F3F"/>
                </a:solidFill>
                <a:ea typeface="DejaVu Sans"/>
              </a:rPr>
              <a:t>SamplePkg</a:t>
            </a:r>
            <a:r>
              <a:rPr lang="en-US" altLang="zh-TW" sz="4400" b="0" strike="noStrike" spc="-1" dirty="0">
                <a:solidFill>
                  <a:srgbClr val="3F3F3F"/>
                </a:solidFill>
                <a:ea typeface="DejaVu Sans"/>
              </a:rPr>
              <a:t>/</a:t>
            </a:r>
            <a:r>
              <a:rPr lang="en-US" altLang="zh-TW" sz="4400" b="0" strike="noStrike" spc="-1" dirty="0" err="1">
                <a:solidFill>
                  <a:srgbClr val="3F3F3F"/>
                </a:solidFill>
                <a:ea typeface="DejaVu Sans"/>
              </a:rPr>
              <a:t>TestModulePei</a:t>
            </a:r>
            <a:r>
              <a:rPr lang="en-US" altLang="zh-TW" sz="4400" b="0" strike="noStrike" spc="-1" dirty="0">
                <a:solidFill>
                  <a:srgbClr val="3F3F3F"/>
                </a:solidFill>
                <a:ea typeface="DejaVu Sans"/>
              </a:rPr>
              <a:t>/TestModulePei.inf</a:t>
            </a:r>
            <a:endParaRPr lang="en-US" altLang="zh-TW" sz="4400" b="0" strike="noStrike" spc="-1" dirty="0"/>
          </a:p>
          <a:p>
            <a:pPr marL="0" indent="0">
              <a:lnSpc>
                <a:spcPct val="100000"/>
              </a:lnSpc>
              <a:buNone/>
            </a:pPr>
            <a:r>
              <a:rPr lang="en-US" altLang="zh-TW" sz="2900" b="1" strike="noStrike" spc="-1" dirty="0">
                <a:solidFill>
                  <a:srgbClr val="3F3F3F"/>
                </a:solidFill>
                <a:ea typeface="DejaVu Sans"/>
              </a:rPr>
              <a:t>[Sources]</a:t>
            </a:r>
            <a:endParaRPr lang="en-US" altLang="zh-TW" sz="2900" b="0" strike="noStrike" spc="-1" dirty="0"/>
          </a:p>
          <a:p>
            <a:pPr marL="0" indent="0">
              <a:lnSpc>
                <a:spcPct val="100000"/>
              </a:lnSpc>
              <a:buNone/>
            </a:pPr>
            <a:r>
              <a:rPr lang="en-US" altLang="zh-TW" sz="2900" b="1" strike="noStrike" spc="-1" dirty="0">
                <a:solidFill>
                  <a:srgbClr val="3F3F3F"/>
                </a:solidFill>
                <a:ea typeface="DejaVu Sans"/>
              </a:rPr>
              <a:t>  </a:t>
            </a:r>
            <a:r>
              <a:rPr lang="en-US" altLang="zh-TW" sz="2900" b="1" strike="noStrike" spc="-1" dirty="0" err="1">
                <a:solidFill>
                  <a:srgbClr val="3F3F3F"/>
                </a:solidFill>
                <a:ea typeface="DejaVu Sans"/>
              </a:rPr>
              <a:t>TestModulePei.c</a:t>
            </a:r>
            <a:endParaRPr lang="en-US" altLang="zh-TW" sz="2900" b="0" strike="noStrike" spc="-1" dirty="0"/>
          </a:p>
          <a:p>
            <a:pPr marL="0" indent="0">
              <a:lnSpc>
                <a:spcPct val="100000"/>
              </a:lnSpc>
              <a:buNone/>
            </a:pPr>
            <a:r>
              <a:rPr lang="en-US" altLang="zh-TW" sz="2900" b="1" strike="noStrike" spc="-1" dirty="0">
                <a:solidFill>
                  <a:srgbClr val="3F3F3F"/>
                </a:solidFill>
                <a:ea typeface="DejaVu Sans"/>
              </a:rPr>
              <a:t>[Packages]</a:t>
            </a:r>
            <a:endParaRPr lang="en-US" altLang="zh-TW" sz="2900" b="0" strike="noStrike" spc="-1" dirty="0"/>
          </a:p>
          <a:p>
            <a:pPr marL="0" indent="0">
              <a:lnSpc>
                <a:spcPct val="100000"/>
              </a:lnSpc>
              <a:buNone/>
            </a:pPr>
            <a:r>
              <a:rPr lang="en-US" altLang="zh-TW" sz="2900" b="1" strike="noStrike" spc="-1" dirty="0">
                <a:solidFill>
                  <a:srgbClr val="3F3F3F"/>
                </a:solidFill>
                <a:ea typeface="DejaVu Sans"/>
              </a:rPr>
              <a:t>  </a:t>
            </a:r>
            <a:r>
              <a:rPr lang="en-US" altLang="zh-TW" sz="2900" b="1" strike="noStrike" spc="-1" dirty="0" err="1">
                <a:solidFill>
                  <a:srgbClr val="3F3F3F"/>
                </a:solidFill>
                <a:ea typeface="DejaVu Sans"/>
              </a:rPr>
              <a:t>MdePkg</a:t>
            </a:r>
            <a:r>
              <a:rPr lang="en-US" altLang="zh-TW" sz="2900" b="1" strike="noStrike" spc="-1" dirty="0">
                <a:solidFill>
                  <a:srgbClr val="3F3F3F"/>
                </a:solidFill>
                <a:ea typeface="DejaVu Sans"/>
              </a:rPr>
              <a:t>/</a:t>
            </a:r>
            <a:r>
              <a:rPr lang="en-US" altLang="zh-TW" sz="2900" b="1" strike="noStrike" spc="-1" dirty="0" err="1">
                <a:solidFill>
                  <a:srgbClr val="3F3F3F"/>
                </a:solidFill>
                <a:ea typeface="DejaVu Sans"/>
              </a:rPr>
              <a:t>MdePkg.dec</a:t>
            </a:r>
            <a:endParaRPr lang="en-US" altLang="zh-TW" sz="2900" b="0" strike="noStrike" spc="-1" dirty="0"/>
          </a:p>
          <a:p>
            <a:pPr marL="0" indent="0">
              <a:lnSpc>
                <a:spcPct val="100000"/>
              </a:lnSpc>
              <a:buNone/>
            </a:pPr>
            <a:r>
              <a:rPr lang="en-US" altLang="zh-TW" sz="2900" b="1" strike="noStrike" spc="-1" dirty="0">
                <a:solidFill>
                  <a:srgbClr val="3F3F3F"/>
                </a:solidFill>
                <a:ea typeface="DejaVu Sans"/>
              </a:rPr>
              <a:t>  </a:t>
            </a:r>
            <a:r>
              <a:rPr lang="en-US" altLang="zh-TW" sz="2900" b="1" strike="noStrike" spc="-1" dirty="0" err="1">
                <a:solidFill>
                  <a:srgbClr val="FF0000"/>
                </a:solidFill>
                <a:ea typeface="DejaVu Sans"/>
              </a:rPr>
              <a:t>SamplePkg</a:t>
            </a:r>
            <a:r>
              <a:rPr lang="en-US" altLang="zh-TW" sz="2900" b="1" strike="noStrike" spc="-1" dirty="0">
                <a:solidFill>
                  <a:srgbClr val="FF0000"/>
                </a:solidFill>
                <a:ea typeface="DejaVu Sans"/>
              </a:rPr>
              <a:t>/</a:t>
            </a:r>
            <a:r>
              <a:rPr lang="en-US" altLang="zh-TW" sz="2900" b="1" strike="noStrike" spc="-1" dirty="0" err="1">
                <a:solidFill>
                  <a:srgbClr val="FF0000"/>
                </a:solidFill>
                <a:ea typeface="DejaVu Sans"/>
              </a:rPr>
              <a:t>SamplePkg.dec</a:t>
            </a:r>
            <a:r>
              <a:rPr lang="en-US" altLang="zh-TW" sz="2900" b="1" strike="noStrike" spc="-1" dirty="0">
                <a:solidFill>
                  <a:srgbClr val="3F3F3F"/>
                </a:solidFill>
                <a:ea typeface="DejaVu Sans"/>
              </a:rPr>
              <a:t> </a:t>
            </a:r>
            <a:endParaRPr lang="en-US" altLang="zh-TW" sz="2900" b="0" strike="noStrike" spc="-1" dirty="0"/>
          </a:p>
          <a:p>
            <a:pPr marL="0" indent="0">
              <a:lnSpc>
                <a:spcPct val="100000"/>
              </a:lnSpc>
              <a:buNone/>
            </a:pPr>
            <a:r>
              <a:rPr lang="en-US" altLang="zh-TW" sz="2900" b="1" strike="noStrike" spc="-1" dirty="0">
                <a:solidFill>
                  <a:srgbClr val="3F3F3F"/>
                </a:solidFill>
                <a:ea typeface="DejaVu Sans"/>
              </a:rPr>
              <a:t>[</a:t>
            </a:r>
            <a:r>
              <a:rPr lang="en-US" altLang="zh-TW" sz="2900" b="1" strike="noStrike" spc="-1" dirty="0" err="1">
                <a:solidFill>
                  <a:srgbClr val="3F3F3F"/>
                </a:solidFill>
                <a:ea typeface="DejaVu Sans"/>
              </a:rPr>
              <a:t>LibraryClasses</a:t>
            </a:r>
            <a:r>
              <a:rPr lang="en-US" altLang="zh-TW" sz="2900" b="1" strike="noStrike" spc="-1" dirty="0">
                <a:solidFill>
                  <a:srgbClr val="3F3F3F"/>
                </a:solidFill>
                <a:ea typeface="DejaVu Sans"/>
              </a:rPr>
              <a:t>]</a:t>
            </a:r>
            <a:endParaRPr lang="en-US" altLang="zh-TW" sz="2900" b="0" strike="noStrike" spc="-1" dirty="0"/>
          </a:p>
          <a:p>
            <a:pPr marL="0" indent="0">
              <a:lnSpc>
                <a:spcPct val="100000"/>
              </a:lnSpc>
              <a:buNone/>
            </a:pPr>
            <a:r>
              <a:rPr lang="en-US" altLang="zh-TW" sz="2900" b="1" strike="noStrike" spc="-1" dirty="0">
                <a:solidFill>
                  <a:srgbClr val="FF0000"/>
                </a:solidFill>
                <a:ea typeface="DejaVu Sans"/>
              </a:rPr>
              <a:t>  </a:t>
            </a:r>
            <a:r>
              <a:rPr lang="en-US" altLang="zh-TW" sz="2900" b="1" strike="noStrike" spc="-1" dirty="0" err="1">
                <a:solidFill>
                  <a:srgbClr val="FF0000"/>
                </a:solidFill>
                <a:ea typeface="DejaVu Sans"/>
              </a:rPr>
              <a:t>ExampleLib</a:t>
            </a:r>
            <a:endParaRPr lang="en-US" altLang="zh-TW" sz="2900" b="0" strike="noStrike" spc="-1" dirty="0"/>
          </a:p>
          <a:p>
            <a:pPr marL="0" indent="0">
              <a:lnSpc>
                <a:spcPct val="100000"/>
              </a:lnSpc>
              <a:buNone/>
            </a:pPr>
            <a:r>
              <a:rPr lang="en-US" altLang="zh-TW" sz="2900" b="1" strike="noStrike" spc="-1" dirty="0">
                <a:solidFill>
                  <a:srgbClr val="3F3F3F"/>
                </a:solidFill>
                <a:ea typeface="DejaVu Sans"/>
              </a:rPr>
              <a:t>  </a:t>
            </a:r>
            <a:r>
              <a:rPr lang="en-US" altLang="zh-TW" sz="2900" b="1" strike="noStrike" spc="-1" dirty="0" err="1">
                <a:solidFill>
                  <a:srgbClr val="FF0000"/>
                </a:solidFill>
                <a:ea typeface="DejaVu Sans"/>
              </a:rPr>
              <a:t>PeimEntryPoint</a:t>
            </a:r>
            <a:endParaRPr lang="en-US" altLang="zh-TW" sz="2900" b="0" strike="noStrike" spc="-1" dirty="0"/>
          </a:p>
          <a:p>
            <a:pPr>
              <a:lnSpc>
                <a:spcPct val="100000"/>
              </a:lnSpc>
            </a:pPr>
            <a:endParaRPr lang="en-US" altLang="zh-TW" sz="2800" b="0" strike="noStrike" spc="-1" dirty="0"/>
          </a:p>
          <a:p>
            <a:pPr marL="228600" indent="-227160">
              <a:lnSpc>
                <a:spcPct val="100000"/>
              </a:lnSpc>
              <a:buClr>
                <a:srgbClr val="3F3F3F"/>
              </a:buClr>
              <a:buFont typeface="Arial"/>
              <a:buChar char="•"/>
            </a:pPr>
            <a:r>
              <a:rPr lang="en-US" altLang="zh-TW" sz="4400" b="0" strike="noStrike" spc="-1" dirty="0" err="1">
                <a:solidFill>
                  <a:srgbClr val="3F3F3F"/>
                </a:solidFill>
                <a:ea typeface="DejaVu Sans"/>
              </a:rPr>
              <a:t>SamplePkg</a:t>
            </a:r>
            <a:r>
              <a:rPr lang="en-US" altLang="zh-TW" sz="4400" b="0" strike="noStrike" spc="-1" dirty="0">
                <a:solidFill>
                  <a:srgbClr val="3F3F3F"/>
                </a:solidFill>
                <a:ea typeface="DejaVu Sans"/>
              </a:rPr>
              <a:t>/</a:t>
            </a:r>
            <a:r>
              <a:rPr lang="en-US" altLang="zh-TW" sz="4400" b="0" strike="noStrike" spc="-1" dirty="0" err="1">
                <a:solidFill>
                  <a:srgbClr val="3F3F3F"/>
                </a:solidFill>
                <a:ea typeface="DejaVu Sans"/>
              </a:rPr>
              <a:t>TestModulePei</a:t>
            </a:r>
            <a:r>
              <a:rPr lang="en-US" altLang="zh-TW" sz="4400" b="0" strike="noStrike" spc="-1" dirty="0">
                <a:solidFill>
                  <a:srgbClr val="3F3F3F"/>
                </a:solidFill>
                <a:ea typeface="DejaVu Sans"/>
              </a:rPr>
              <a:t>/</a:t>
            </a:r>
            <a:r>
              <a:rPr lang="en-US" altLang="zh-TW" sz="4400" b="0" strike="noStrike" spc="-1" dirty="0" err="1">
                <a:solidFill>
                  <a:srgbClr val="3F3F3F"/>
                </a:solidFill>
                <a:ea typeface="DejaVu Sans"/>
              </a:rPr>
              <a:t>TestModulePei.c</a:t>
            </a:r>
            <a:endParaRPr lang="en-US" altLang="zh-TW" sz="4400" b="0" strike="noStrike" spc="-1" dirty="0"/>
          </a:p>
          <a:p>
            <a:pPr marL="0" indent="0">
              <a:lnSpc>
                <a:spcPct val="100000"/>
              </a:lnSpc>
              <a:buNone/>
            </a:pPr>
            <a:r>
              <a:rPr lang="en-US" altLang="zh-TW" sz="2900" b="1" strike="noStrike" spc="-1" dirty="0">
                <a:solidFill>
                  <a:srgbClr val="3F3F3F"/>
                </a:solidFill>
                <a:ea typeface="DejaVu Sans"/>
              </a:rPr>
              <a:t>#include &lt;</a:t>
            </a:r>
            <a:r>
              <a:rPr lang="en-US" altLang="zh-TW" sz="2900" b="1" strike="noStrike" spc="-1" dirty="0">
                <a:solidFill>
                  <a:srgbClr val="FF0000"/>
                </a:solidFill>
                <a:ea typeface="DejaVu Sans"/>
              </a:rPr>
              <a:t>Library/</a:t>
            </a:r>
            <a:r>
              <a:rPr lang="en-US" altLang="zh-TW" sz="2900" b="1" strike="noStrike" spc="-1" dirty="0" err="1">
                <a:solidFill>
                  <a:srgbClr val="FF0000"/>
                </a:solidFill>
                <a:ea typeface="DejaVu Sans"/>
              </a:rPr>
              <a:t>PeimEntryPoint.h</a:t>
            </a:r>
            <a:r>
              <a:rPr lang="en-US" altLang="zh-TW" sz="2900" b="1" strike="noStrike" spc="-1" dirty="0">
                <a:solidFill>
                  <a:srgbClr val="3F3F3F"/>
                </a:solidFill>
                <a:ea typeface="DejaVu Sans"/>
              </a:rPr>
              <a:t>&gt;</a:t>
            </a:r>
            <a:endParaRPr lang="en-US" altLang="zh-TW" sz="2900" b="0" strike="noStrike" spc="-1" dirty="0"/>
          </a:p>
          <a:p>
            <a:pPr marL="0" indent="0">
              <a:lnSpc>
                <a:spcPct val="100000"/>
              </a:lnSpc>
              <a:buNone/>
            </a:pPr>
            <a:r>
              <a:rPr lang="en-US" altLang="zh-TW" sz="2900" b="1" strike="noStrike" spc="-1" dirty="0">
                <a:solidFill>
                  <a:srgbClr val="3F3F3F"/>
                </a:solidFill>
                <a:ea typeface="DejaVu Sans"/>
              </a:rPr>
              <a:t>#include &lt;</a:t>
            </a:r>
            <a:r>
              <a:rPr lang="en-US" altLang="zh-TW" sz="2900" b="1" strike="noStrike" spc="-1" dirty="0">
                <a:solidFill>
                  <a:srgbClr val="FF0000"/>
                </a:solidFill>
                <a:ea typeface="DejaVu Sans"/>
              </a:rPr>
              <a:t>Library/</a:t>
            </a:r>
            <a:r>
              <a:rPr lang="en-US" altLang="zh-TW" sz="2900" b="1" strike="noStrike" spc="-1" dirty="0" err="1">
                <a:solidFill>
                  <a:srgbClr val="FF0000"/>
                </a:solidFill>
                <a:ea typeface="DejaVu Sans"/>
              </a:rPr>
              <a:t>SampleLib.h</a:t>
            </a:r>
            <a:r>
              <a:rPr lang="en-US" altLang="zh-TW" sz="2900" b="1" strike="noStrike" spc="-1" dirty="0">
                <a:solidFill>
                  <a:srgbClr val="3F3F3F"/>
                </a:solidFill>
                <a:ea typeface="DejaVu Sans"/>
              </a:rPr>
              <a:t>&gt;</a:t>
            </a:r>
            <a:endParaRPr lang="en-US" altLang="zh-TW" sz="2900" b="0" strike="noStrike" spc="-1" dirty="0"/>
          </a:p>
          <a:p>
            <a:pPr marL="0" indent="0">
              <a:lnSpc>
                <a:spcPct val="100000"/>
              </a:lnSpc>
              <a:buNone/>
            </a:pPr>
            <a:r>
              <a:rPr lang="en-US" altLang="zh-TW" sz="2900" b="1" strike="noStrike" spc="-1" dirty="0">
                <a:solidFill>
                  <a:srgbClr val="3F3F3F"/>
                </a:solidFill>
                <a:ea typeface="DejaVu Sans"/>
              </a:rPr>
              <a:t>…</a:t>
            </a:r>
            <a:endParaRPr lang="en-US" altLang="zh-TW" sz="2900" b="0" strike="noStrike" spc="-1" dirty="0"/>
          </a:p>
          <a:p>
            <a:pPr marL="0" indent="0">
              <a:lnSpc>
                <a:spcPct val="100000"/>
              </a:lnSpc>
              <a:buNone/>
            </a:pPr>
            <a:r>
              <a:rPr lang="en-US" altLang="zh-TW" sz="2900" b="1" strike="noStrike" spc="-1" dirty="0">
                <a:solidFill>
                  <a:srgbClr val="0070C0"/>
                </a:solidFill>
                <a:ea typeface="DejaVu Sans"/>
              </a:rPr>
              <a:t>SampleFunc1</a:t>
            </a:r>
            <a:r>
              <a:rPr lang="en-US" altLang="zh-TW" sz="2900" b="1" strike="noStrike" spc="-1" dirty="0">
                <a:solidFill>
                  <a:srgbClr val="3F3F3F"/>
                </a:solidFill>
                <a:ea typeface="DejaVu Sans"/>
              </a:rPr>
              <a:t> (Parameter1, Parameter2);</a:t>
            </a:r>
            <a:endParaRPr lang="en-US" altLang="zh-TW" sz="2900" b="0" strike="noStrike" spc="-1" dirty="0"/>
          </a:p>
        </p:txBody>
      </p:sp>
    </p:spTree>
    <p:extLst>
      <p:ext uri="{BB962C8B-B14F-4D97-AF65-F5344CB8AC3E}">
        <p14:creationId xmlns:p14="http://schemas.microsoft.com/office/powerpoint/2010/main" val="4228199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E2FDC-B657-463E-8B8F-35155601116C}"/>
              </a:ext>
            </a:extLst>
          </p:cNvPr>
          <p:cNvSpPr>
            <a:spLocks noGrp="1"/>
          </p:cNvSpPr>
          <p:nvPr>
            <p:ph type="title"/>
          </p:nvPr>
        </p:nvSpPr>
        <p:spPr/>
        <p:txBody>
          <a:bodyPr/>
          <a:lstStyle/>
          <a:p>
            <a:r>
              <a:rPr lang="en-US" altLang="zh-TW" dirty="0"/>
              <a:t>How to Use Library</a:t>
            </a:r>
            <a:endParaRPr lang="zh-TW" altLang="en-US" dirty="0"/>
          </a:p>
        </p:txBody>
      </p:sp>
      <p:sp>
        <p:nvSpPr>
          <p:cNvPr id="3" name="內容版面配置區 2">
            <a:extLst>
              <a:ext uri="{FF2B5EF4-FFF2-40B4-BE49-F238E27FC236}">
                <a16:creationId xmlns:a16="http://schemas.microsoft.com/office/drawing/2014/main" id="{284A8E8B-B4A6-45EF-B2E0-C0ADED998D6E}"/>
              </a:ext>
            </a:extLst>
          </p:cNvPr>
          <p:cNvSpPr>
            <a:spLocks noGrp="1"/>
          </p:cNvSpPr>
          <p:nvPr>
            <p:ph idx="1"/>
          </p:nvPr>
        </p:nvSpPr>
        <p:spPr/>
        <p:txBody>
          <a:bodyPr>
            <a:normAutofit fontScale="32500" lnSpcReduction="20000"/>
          </a:bodyPr>
          <a:lstStyle/>
          <a:p>
            <a:pPr marL="228600" indent="-227160">
              <a:lnSpc>
                <a:spcPct val="100000"/>
              </a:lnSpc>
              <a:buClr>
                <a:srgbClr val="3F3F3F"/>
              </a:buClr>
              <a:buFont typeface="Arial"/>
              <a:buChar char="•"/>
            </a:pPr>
            <a:r>
              <a:rPr lang="en-US" altLang="zh-TW" sz="6600" b="0" strike="noStrike" spc="-1" dirty="0" err="1">
                <a:solidFill>
                  <a:srgbClr val="3F3F3F"/>
                </a:solidFill>
                <a:ea typeface="DejaVu Sans"/>
              </a:rPr>
              <a:t>SamplePkg</a:t>
            </a:r>
            <a:r>
              <a:rPr lang="en-US" altLang="zh-TW" sz="6600" b="0" strike="noStrike" spc="-1" dirty="0">
                <a:solidFill>
                  <a:srgbClr val="3F3F3F"/>
                </a:solidFill>
                <a:ea typeface="DejaVu Sans"/>
              </a:rPr>
              <a:t>/</a:t>
            </a:r>
            <a:r>
              <a:rPr lang="en-US" altLang="zh-TW" sz="6600" b="0" strike="noStrike" spc="-1" dirty="0" err="1">
                <a:solidFill>
                  <a:srgbClr val="3F3F3F"/>
                </a:solidFill>
                <a:ea typeface="DejaVu Sans"/>
              </a:rPr>
              <a:t>TestModuleDxe</a:t>
            </a:r>
            <a:r>
              <a:rPr lang="en-US" altLang="zh-TW" sz="6600" b="0" strike="noStrike" spc="-1" dirty="0">
                <a:solidFill>
                  <a:srgbClr val="3F3F3F"/>
                </a:solidFill>
                <a:ea typeface="DejaVu Sans"/>
              </a:rPr>
              <a:t>/TestModuleDxe.inf</a:t>
            </a:r>
            <a:endParaRPr lang="en-US" altLang="zh-TW" sz="6600" b="0" strike="noStrike" spc="-1" dirty="0"/>
          </a:p>
          <a:p>
            <a:pPr marL="0" indent="0">
              <a:lnSpc>
                <a:spcPct val="100000"/>
              </a:lnSpc>
              <a:buNone/>
            </a:pPr>
            <a:r>
              <a:rPr lang="en-US" altLang="zh-TW" sz="4400" b="1" strike="noStrike" spc="-1" dirty="0">
                <a:solidFill>
                  <a:srgbClr val="3F3F3F"/>
                </a:solidFill>
                <a:ea typeface="DejaVu Sans"/>
              </a:rPr>
              <a:t>[Sources]</a:t>
            </a:r>
            <a:endParaRPr lang="en-US" altLang="zh-TW" sz="4400" b="0" strike="noStrike" spc="-1" dirty="0"/>
          </a:p>
          <a:p>
            <a:pPr marL="0" indent="0">
              <a:lnSpc>
                <a:spcPct val="100000"/>
              </a:lnSpc>
              <a:buNone/>
            </a:pPr>
            <a:r>
              <a:rPr lang="en-US" altLang="zh-TW" sz="4400" b="1" strike="noStrike" spc="-1" dirty="0">
                <a:solidFill>
                  <a:srgbClr val="3F3F3F"/>
                </a:solidFill>
                <a:ea typeface="DejaVu Sans"/>
              </a:rPr>
              <a:t>  </a:t>
            </a:r>
            <a:r>
              <a:rPr lang="en-US" altLang="zh-TW" sz="4400" b="1" strike="noStrike" spc="-1" dirty="0" err="1">
                <a:solidFill>
                  <a:srgbClr val="3F3F3F"/>
                </a:solidFill>
                <a:ea typeface="DejaVu Sans"/>
              </a:rPr>
              <a:t>TestModuleDxe.c</a:t>
            </a:r>
            <a:endParaRPr lang="en-US" altLang="zh-TW" sz="4400" b="0" strike="noStrike" spc="-1" dirty="0"/>
          </a:p>
          <a:p>
            <a:pPr marL="0" indent="0">
              <a:lnSpc>
                <a:spcPct val="100000"/>
              </a:lnSpc>
              <a:buNone/>
            </a:pPr>
            <a:r>
              <a:rPr lang="en-US" altLang="zh-TW" sz="4400" b="1" strike="noStrike" spc="-1" dirty="0">
                <a:solidFill>
                  <a:srgbClr val="3F3F3F"/>
                </a:solidFill>
                <a:ea typeface="DejaVu Sans"/>
              </a:rPr>
              <a:t>[Packages]</a:t>
            </a:r>
            <a:endParaRPr lang="en-US" altLang="zh-TW" sz="4400" b="0" strike="noStrike" spc="-1" dirty="0"/>
          </a:p>
          <a:p>
            <a:pPr marL="0" indent="0">
              <a:lnSpc>
                <a:spcPct val="100000"/>
              </a:lnSpc>
              <a:buNone/>
            </a:pPr>
            <a:r>
              <a:rPr lang="en-US" altLang="zh-TW" sz="4400" b="1" strike="noStrike" spc="-1" dirty="0">
                <a:solidFill>
                  <a:srgbClr val="3F3F3F"/>
                </a:solidFill>
                <a:ea typeface="DejaVu Sans"/>
              </a:rPr>
              <a:t>  </a:t>
            </a:r>
            <a:r>
              <a:rPr lang="en-US" altLang="zh-TW" sz="4400" b="1" strike="noStrike" spc="-1" dirty="0" err="1">
                <a:solidFill>
                  <a:srgbClr val="3F3F3F"/>
                </a:solidFill>
                <a:ea typeface="DejaVu Sans"/>
              </a:rPr>
              <a:t>MdePkg</a:t>
            </a:r>
            <a:r>
              <a:rPr lang="en-US" altLang="zh-TW" sz="4400" b="1" strike="noStrike" spc="-1" dirty="0">
                <a:solidFill>
                  <a:srgbClr val="3F3F3F"/>
                </a:solidFill>
                <a:ea typeface="DejaVu Sans"/>
              </a:rPr>
              <a:t>/</a:t>
            </a:r>
            <a:r>
              <a:rPr lang="en-US" altLang="zh-TW" sz="4400" b="1" strike="noStrike" spc="-1" dirty="0" err="1">
                <a:solidFill>
                  <a:srgbClr val="3F3F3F"/>
                </a:solidFill>
                <a:ea typeface="DejaVu Sans"/>
              </a:rPr>
              <a:t>MdePkg.dec</a:t>
            </a:r>
            <a:endParaRPr lang="en-US" altLang="zh-TW" sz="4400" b="0" strike="noStrike" spc="-1" dirty="0"/>
          </a:p>
          <a:p>
            <a:pPr marL="0" indent="0">
              <a:lnSpc>
                <a:spcPct val="100000"/>
              </a:lnSpc>
              <a:buNone/>
            </a:pPr>
            <a:r>
              <a:rPr lang="en-US" altLang="zh-TW" sz="4400" b="1" strike="noStrike" spc="-1" dirty="0">
                <a:solidFill>
                  <a:srgbClr val="3F3F3F"/>
                </a:solidFill>
                <a:ea typeface="DejaVu Sans"/>
              </a:rPr>
              <a:t>  </a:t>
            </a:r>
            <a:r>
              <a:rPr lang="en-US" altLang="zh-TW" sz="4400" b="1" strike="noStrike" spc="-1" dirty="0" err="1">
                <a:solidFill>
                  <a:srgbClr val="FF0000"/>
                </a:solidFill>
                <a:ea typeface="DejaVu Sans"/>
              </a:rPr>
              <a:t>SamplePkg</a:t>
            </a:r>
            <a:r>
              <a:rPr lang="en-US" altLang="zh-TW" sz="4400" b="1" strike="noStrike" spc="-1" dirty="0">
                <a:solidFill>
                  <a:srgbClr val="FF0000"/>
                </a:solidFill>
                <a:ea typeface="DejaVu Sans"/>
              </a:rPr>
              <a:t>/</a:t>
            </a:r>
            <a:r>
              <a:rPr lang="en-US" altLang="zh-TW" sz="4400" b="1" strike="noStrike" spc="-1" dirty="0" err="1">
                <a:solidFill>
                  <a:srgbClr val="FF0000"/>
                </a:solidFill>
                <a:ea typeface="DejaVu Sans"/>
              </a:rPr>
              <a:t>SamplePkg.dec</a:t>
            </a:r>
            <a:r>
              <a:rPr lang="en-US" altLang="zh-TW" sz="4400" b="1" strike="noStrike" spc="-1" dirty="0">
                <a:solidFill>
                  <a:srgbClr val="3F3F3F"/>
                </a:solidFill>
                <a:ea typeface="DejaVu Sans"/>
              </a:rPr>
              <a:t> </a:t>
            </a:r>
            <a:endParaRPr lang="en-US" altLang="zh-TW" sz="4400" b="0" strike="noStrike" spc="-1" dirty="0"/>
          </a:p>
          <a:p>
            <a:pPr marL="0" indent="0">
              <a:lnSpc>
                <a:spcPct val="100000"/>
              </a:lnSpc>
              <a:buNone/>
            </a:pPr>
            <a:r>
              <a:rPr lang="en-US" altLang="zh-TW" sz="4400" b="1" strike="noStrike" spc="-1" dirty="0">
                <a:solidFill>
                  <a:srgbClr val="3F3F3F"/>
                </a:solidFill>
                <a:ea typeface="DejaVu Sans"/>
              </a:rPr>
              <a:t>[</a:t>
            </a:r>
            <a:r>
              <a:rPr lang="en-US" altLang="zh-TW" sz="4400" b="1" strike="noStrike" spc="-1" dirty="0" err="1">
                <a:solidFill>
                  <a:srgbClr val="3F3F3F"/>
                </a:solidFill>
                <a:ea typeface="DejaVu Sans"/>
              </a:rPr>
              <a:t>LibraryClasses</a:t>
            </a:r>
            <a:r>
              <a:rPr lang="en-US" altLang="zh-TW" sz="4400" b="1" strike="noStrike" spc="-1" dirty="0">
                <a:solidFill>
                  <a:srgbClr val="3F3F3F"/>
                </a:solidFill>
                <a:ea typeface="DejaVu Sans"/>
              </a:rPr>
              <a:t>]</a:t>
            </a:r>
            <a:endParaRPr lang="en-US" altLang="zh-TW" sz="4400" b="0" strike="noStrike" spc="-1" dirty="0"/>
          </a:p>
          <a:p>
            <a:pPr marL="0" indent="0">
              <a:lnSpc>
                <a:spcPct val="100000"/>
              </a:lnSpc>
              <a:buNone/>
            </a:pPr>
            <a:r>
              <a:rPr lang="en-US" altLang="zh-TW" sz="4400" b="1" strike="noStrike" spc="-1" dirty="0">
                <a:solidFill>
                  <a:srgbClr val="FF0000"/>
                </a:solidFill>
                <a:ea typeface="DejaVu Sans"/>
              </a:rPr>
              <a:t>  </a:t>
            </a:r>
            <a:r>
              <a:rPr lang="en-US" altLang="zh-TW" sz="4400" b="1" strike="noStrike" spc="-1" dirty="0" err="1">
                <a:solidFill>
                  <a:srgbClr val="FF0000"/>
                </a:solidFill>
                <a:ea typeface="DejaVu Sans"/>
              </a:rPr>
              <a:t>ExampleLib</a:t>
            </a:r>
            <a:endParaRPr lang="en-US" altLang="zh-TW" sz="4400" b="0" strike="noStrike" spc="-1" dirty="0"/>
          </a:p>
          <a:p>
            <a:pPr marL="0" indent="0">
              <a:lnSpc>
                <a:spcPct val="100000"/>
              </a:lnSpc>
              <a:buNone/>
            </a:pPr>
            <a:r>
              <a:rPr lang="en-US" altLang="zh-TW" sz="4400" b="1" strike="noStrike" spc="-1" dirty="0">
                <a:solidFill>
                  <a:srgbClr val="FF0000"/>
                </a:solidFill>
                <a:ea typeface="DejaVu Sans"/>
              </a:rPr>
              <a:t>  </a:t>
            </a:r>
            <a:r>
              <a:rPr lang="en-US" altLang="zh-TW" sz="4400" b="1" strike="noStrike" spc="-1" dirty="0" err="1">
                <a:solidFill>
                  <a:srgbClr val="FF0000"/>
                </a:solidFill>
                <a:ea typeface="DejaVu Sans"/>
              </a:rPr>
              <a:t>UefiDriverEntryPoint</a:t>
            </a:r>
            <a:endParaRPr lang="en-US" altLang="zh-TW" sz="4400" b="0" strike="noStrike" spc="-1" dirty="0"/>
          </a:p>
          <a:p>
            <a:pPr>
              <a:lnSpc>
                <a:spcPct val="100000"/>
              </a:lnSpc>
            </a:pPr>
            <a:endParaRPr lang="en-US" altLang="zh-TW" sz="4400" b="0" strike="noStrike" spc="-1" dirty="0"/>
          </a:p>
          <a:p>
            <a:pPr marL="228600" indent="-227160">
              <a:lnSpc>
                <a:spcPct val="100000"/>
              </a:lnSpc>
              <a:buClr>
                <a:srgbClr val="3F3F3F"/>
              </a:buClr>
              <a:buFont typeface="Arial"/>
              <a:buChar char="•"/>
            </a:pPr>
            <a:r>
              <a:rPr lang="en-US" altLang="zh-TW" sz="6600" b="0" strike="noStrike" spc="-1" dirty="0" err="1">
                <a:solidFill>
                  <a:srgbClr val="3F3F3F"/>
                </a:solidFill>
                <a:ea typeface="DejaVu Sans"/>
              </a:rPr>
              <a:t>SamplePkg</a:t>
            </a:r>
            <a:r>
              <a:rPr lang="en-US" altLang="zh-TW" sz="6600" b="0" strike="noStrike" spc="-1" dirty="0">
                <a:solidFill>
                  <a:srgbClr val="3F3F3F"/>
                </a:solidFill>
                <a:ea typeface="DejaVu Sans"/>
              </a:rPr>
              <a:t>/</a:t>
            </a:r>
            <a:r>
              <a:rPr lang="en-US" altLang="zh-TW" sz="6600" b="0" strike="noStrike" spc="-1" dirty="0" err="1">
                <a:solidFill>
                  <a:srgbClr val="3F3F3F"/>
                </a:solidFill>
                <a:ea typeface="DejaVu Sans"/>
              </a:rPr>
              <a:t>TestModuleDxe</a:t>
            </a:r>
            <a:r>
              <a:rPr lang="en-US" altLang="zh-TW" sz="6600" b="0" strike="noStrike" spc="-1" dirty="0">
                <a:solidFill>
                  <a:srgbClr val="3F3F3F"/>
                </a:solidFill>
                <a:ea typeface="DejaVu Sans"/>
              </a:rPr>
              <a:t>/</a:t>
            </a:r>
            <a:r>
              <a:rPr lang="en-US" altLang="zh-TW" sz="6600" b="0" strike="noStrike" spc="-1" dirty="0" err="1">
                <a:solidFill>
                  <a:srgbClr val="3F3F3F"/>
                </a:solidFill>
                <a:ea typeface="DejaVu Sans"/>
              </a:rPr>
              <a:t>TestModuleDxe.c</a:t>
            </a:r>
            <a:endParaRPr lang="en-US" altLang="zh-TW" sz="6600" b="0" strike="noStrike" spc="-1" dirty="0"/>
          </a:p>
          <a:p>
            <a:pPr marL="0" indent="0">
              <a:lnSpc>
                <a:spcPct val="100000"/>
              </a:lnSpc>
              <a:buNone/>
            </a:pPr>
            <a:r>
              <a:rPr lang="en-US" altLang="zh-TW" sz="4400" b="1" strike="noStrike" spc="-1" dirty="0">
                <a:solidFill>
                  <a:srgbClr val="3F3F3F"/>
                </a:solidFill>
                <a:ea typeface="DejaVu Sans"/>
              </a:rPr>
              <a:t>#include &lt;</a:t>
            </a:r>
            <a:r>
              <a:rPr lang="en-US" altLang="zh-TW" sz="4400" b="1" strike="noStrike" spc="-1" dirty="0">
                <a:solidFill>
                  <a:srgbClr val="FF0000"/>
                </a:solidFill>
                <a:ea typeface="DejaVu Sans"/>
              </a:rPr>
              <a:t>Library/</a:t>
            </a:r>
            <a:r>
              <a:rPr lang="en-US" altLang="zh-TW" sz="4400" b="1" strike="noStrike" spc="-1" dirty="0" err="1">
                <a:solidFill>
                  <a:srgbClr val="FF0000"/>
                </a:solidFill>
                <a:ea typeface="DejaVu Sans"/>
              </a:rPr>
              <a:t>UefiDriverEntryPoint.h</a:t>
            </a:r>
            <a:r>
              <a:rPr lang="en-US" altLang="zh-TW" sz="4400" b="1" strike="noStrike" spc="-1" dirty="0">
                <a:solidFill>
                  <a:srgbClr val="3F3F3F"/>
                </a:solidFill>
                <a:ea typeface="DejaVu Sans"/>
              </a:rPr>
              <a:t>&gt;</a:t>
            </a:r>
            <a:endParaRPr lang="en-US" altLang="zh-TW" sz="4400" b="0" strike="noStrike" spc="-1" dirty="0"/>
          </a:p>
          <a:p>
            <a:pPr marL="0" indent="0">
              <a:lnSpc>
                <a:spcPct val="100000"/>
              </a:lnSpc>
              <a:buNone/>
            </a:pPr>
            <a:r>
              <a:rPr lang="en-US" altLang="zh-TW" sz="4400" b="1" strike="noStrike" spc="-1" dirty="0">
                <a:solidFill>
                  <a:srgbClr val="3F3F3F"/>
                </a:solidFill>
                <a:ea typeface="DejaVu Sans"/>
              </a:rPr>
              <a:t>#include &lt;</a:t>
            </a:r>
            <a:r>
              <a:rPr lang="en-US" altLang="zh-TW" sz="4400" b="1" strike="noStrike" spc="-1" dirty="0">
                <a:solidFill>
                  <a:srgbClr val="FF0000"/>
                </a:solidFill>
                <a:ea typeface="DejaVu Sans"/>
              </a:rPr>
              <a:t>Library/</a:t>
            </a:r>
            <a:r>
              <a:rPr lang="en-US" altLang="zh-TW" sz="4400" b="1" strike="noStrike" spc="-1" dirty="0" err="1">
                <a:solidFill>
                  <a:srgbClr val="FF0000"/>
                </a:solidFill>
                <a:ea typeface="DejaVu Sans"/>
              </a:rPr>
              <a:t>SampleLib.h</a:t>
            </a:r>
            <a:r>
              <a:rPr lang="en-US" altLang="zh-TW" sz="4400" b="1" strike="noStrike" spc="-1" dirty="0">
                <a:solidFill>
                  <a:srgbClr val="3F3F3F"/>
                </a:solidFill>
                <a:ea typeface="DejaVu Sans"/>
              </a:rPr>
              <a:t>&gt;</a:t>
            </a:r>
            <a:endParaRPr lang="en-US" altLang="zh-TW" sz="4400" b="0" strike="noStrike" spc="-1" dirty="0"/>
          </a:p>
          <a:p>
            <a:pPr marL="0" indent="0">
              <a:lnSpc>
                <a:spcPct val="100000"/>
              </a:lnSpc>
              <a:buNone/>
            </a:pPr>
            <a:r>
              <a:rPr lang="en-US" altLang="zh-TW" sz="4400" b="1" strike="noStrike" spc="-1" dirty="0">
                <a:solidFill>
                  <a:srgbClr val="3F3F3F"/>
                </a:solidFill>
                <a:ea typeface="DejaVu Sans"/>
              </a:rPr>
              <a:t>…</a:t>
            </a:r>
            <a:endParaRPr lang="en-US" altLang="zh-TW" sz="4400" b="0" strike="noStrike" spc="-1" dirty="0"/>
          </a:p>
          <a:p>
            <a:pPr marL="0" indent="0">
              <a:lnSpc>
                <a:spcPct val="100000"/>
              </a:lnSpc>
              <a:buNone/>
            </a:pPr>
            <a:r>
              <a:rPr lang="en-US" altLang="zh-TW" sz="4400" b="1" strike="noStrike" spc="-1" dirty="0">
                <a:solidFill>
                  <a:srgbClr val="0070C0"/>
                </a:solidFill>
                <a:ea typeface="DejaVu Sans"/>
              </a:rPr>
              <a:t>SampleFunc1</a:t>
            </a:r>
            <a:r>
              <a:rPr lang="en-US" altLang="zh-TW" sz="4400" b="1" strike="noStrike" spc="-1" dirty="0">
                <a:solidFill>
                  <a:srgbClr val="3F3F3F"/>
                </a:solidFill>
                <a:ea typeface="DejaVu Sans"/>
              </a:rPr>
              <a:t> (Parameter1, Parameter2);</a:t>
            </a:r>
            <a:endParaRPr lang="en-US" altLang="zh-TW" sz="4400" b="0" strike="noStrike" spc="-1" dirty="0"/>
          </a:p>
        </p:txBody>
      </p:sp>
    </p:spTree>
    <p:extLst>
      <p:ext uri="{BB962C8B-B14F-4D97-AF65-F5344CB8AC3E}">
        <p14:creationId xmlns:p14="http://schemas.microsoft.com/office/powerpoint/2010/main" val="4221301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1971755-F213-40B7-886C-5882389CF1DC}"/>
              </a:ext>
            </a:extLst>
          </p:cNvPr>
          <p:cNvSpPr>
            <a:spLocks noGrp="1"/>
          </p:cNvSpPr>
          <p:nvPr>
            <p:ph type="sldNum" sz="quarter" idx="12"/>
          </p:nvPr>
        </p:nvSpPr>
        <p:spPr/>
        <p:txBody>
          <a:bodyPr/>
          <a:lstStyle/>
          <a:p>
            <a:fld id="{711F1488-76AD-4E7F-AEC8-BF811B7D74A5}" type="slidenum">
              <a:rPr lang="en-US" smtClean="0"/>
              <a:pPr/>
              <a:t>28</a:t>
            </a:fld>
            <a:endParaRPr lang="en-US"/>
          </a:p>
        </p:txBody>
      </p:sp>
      <p:sp>
        <p:nvSpPr>
          <p:cNvPr id="3" name="標題 2">
            <a:extLst>
              <a:ext uri="{FF2B5EF4-FFF2-40B4-BE49-F238E27FC236}">
                <a16:creationId xmlns:a16="http://schemas.microsoft.com/office/drawing/2014/main" id="{CADDDBEC-CFE1-43B4-B7ED-262B3A2F47FD}"/>
              </a:ext>
            </a:extLst>
          </p:cNvPr>
          <p:cNvSpPr>
            <a:spLocks noGrp="1"/>
          </p:cNvSpPr>
          <p:nvPr>
            <p:ph type="title"/>
          </p:nvPr>
        </p:nvSpPr>
        <p:spPr/>
        <p:txBody>
          <a:bodyPr/>
          <a:lstStyle/>
          <a:p>
            <a:r>
              <a:rPr lang="en-US" altLang="zh-TW" dirty="0"/>
              <a:t>How to Change Library Class/Instance Mapping</a:t>
            </a:r>
            <a:endParaRPr lang="zh-TW" altLang="en-US" dirty="0"/>
          </a:p>
        </p:txBody>
      </p:sp>
    </p:spTree>
    <p:extLst>
      <p:ext uri="{BB962C8B-B14F-4D97-AF65-F5344CB8AC3E}">
        <p14:creationId xmlns:p14="http://schemas.microsoft.com/office/powerpoint/2010/main" val="3969420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AAEEB8-593E-46CB-97C3-7F7870649609}"/>
              </a:ext>
            </a:extLst>
          </p:cNvPr>
          <p:cNvSpPr>
            <a:spLocks noGrp="1"/>
          </p:cNvSpPr>
          <p:nvPr>
            <p:ph type="title"/>
          </p:nvPr>
        </p:nvSpPr>
        <p:spPr/>
        <p:txBody>
          <a:bodyPr>
            <a:noAutofit/>
          </a:bodyPr>
          <a:lstStyle/>
          <a:p>
            <a:r>
              <a:rPr lang="en-US" altLang="zh-TW" dirty="0"/>
              <a:t>How to Change Library Class/Instance Mapping</a:t>
            </a:r>
            <a:endParaRPr lang="zh-TW" altLang="en-US" dirty="0"/>
          </a:p>
        </p:txBody>
      </p:sp>
      <p:sp>
        <p:nvSpPr>
          <p:cNvPr id="3" name="內容版面配置區 2">
            <a:extLst>
              <a:ext uri="{FF2B5EF4-FFF2-40B4-BE49-F238E27FC236}">
                <a16:creationId xmlns:a16="http://schemas.microsoft.com/office/drawing/2014/main" id="{4B760604-79CB-4183-8D27-2437816FC745}"/>
              </a:ext>
            </a:extLst>
          </p:cNvPr>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b="0" strike="noStrike" spc="-1" dirty="0">
                <a:solidFill>
                  <a:srgbClr val="3F3F3F"/>
                </a:solidFill>
                <a:ea typeface="DejaVu Sans"/>
              </a:rPr>
              <a:t>$(PROJECT_PKG)/</a:t>
            </a:r>
            <a:r>
              <a:rPr lang="en-US" altLang="zh-TW" b="0" strike="noStrike" spc="-1" dirty="0" err="1">
                <a:solidFill>
                  <a:srgbClr val="3F3F3F"/>
                </a:solidFill>
                <a:ea typeface="DejaVu Sans"/>
              </a:rPr>
              <a:t>Project.dsc</a:t>
            </a:r>
            <a:endParaRPr lang="en-US" altLang="zh-TW" b="0" strike="noStrike" spc="-1" dirty="0"/>
          </a:p>
          <a:p>
            <a:pPr>
              <a:lnSpc>
                <a:spcPct val="100000"/>
              </a:lnSpc>
            </a:pPr>
            <a:endParaRPr lang="en-US" altLang="zh-TW" b="0" strike="noStrike" spc="-1" dirty="0"/>
          </a:p>
          <a:p>
            <a:pPr marL="0" indent="0">
              <a:lnSpc>
                <a:spcPct val="100000"/>
              </a:lnSpc>
              <a:spcBef>
                <a:spcPts val="600"/>
              </a:spcBef>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LibraryClasses</a:t>
            </a:r>
            <a:r>
              <a:rPr lang="en-US" altLang="zh-TW" sz="1800" b="1" strike="noStrike" spc="-1" dirty="0">
                <a:solidFill>
                  <a:srgbClr val="3F3F3F"/>
                </a:solidFill>
                <a:ea typeface="DejaVu Sans"/>
              </a:rPr>
              <a:t>]</a:t>
            </a:r>
            <a:endParaRPr lang="en-US" altLang="zh-TW" sz="1800" b="0" strike="noStrike" spc="-1" dirty="0"/>
          </a:p>
          <a:p>
            <a:pPr marL="0" indent="0">
              <a:lnSpc>
                <a:spcPct val="100000"/>
              </a:lnSpc>
              <a:spcBef>
                <a:spcPts val="600"/>
              </a:spcBef>
              <a:buNone/>
            </a:pPr>
            <a:r>
              <a:rPr lang="en-US" altLang="zh-TW" sz="1800" b="1" strike="noStrike" spc="-1" dirty="0" err="1">
                <a:solidFill>
                  <a:srgbClr val="FF0000"/>
                </a:solidFill>
                <a:ea typeface="DejaVu Sans"/>
              </a:rPr>
              <a:t>ExampleLib</a:t>
            </a:r>
            <a:r>
              <a:rPr lang="en-US" altLang="zh-TW" sz="1800" b="1" strike="noStrike" spc="-1" dirty="0" err="1">
                <a:solidFill>
                  <a:srgbClr val="3F3F3F"/>
                </a:solidFill>
                <a:ea typeface="DejaVu Sans"/>
              </a:rPr>
              <a:t>|SamplePkg</a:t>
            </a:r>
            <a:r>
              <a:rPr lang="en-US" altLang="zh-TW" sz="1800" b="1" strike="noStrike" spc="-1" dirty="0">
                <a:solidFill>
                  <a:srgbClr val="3F3F3F"/>
                </a:solidFill>
                <a:ea typeface="DejaVu Sans"/>
              </a:rPr>
              <a:t>/Library/</a:t>
            </a:r>
            <a:r>
              <a:rPr lang="en-US" altLang="zh-TW" sz="1800" b="1" strike="noStrike" spc="-1" dirty="0" err="1">
                <a:solidFill>
                  <a:srgbClr val="3F3F3F"/>
                </a:solidFill>
                <a:ea typeface="DejaVu Sans"/>
              </a:rPr>
              <a:t>BaseExampleLibNull</a:t>
            </a:r>
            <a:r>
              <a:rPr lang="en-US" altLang="zh-TW" sz="1800" b="1" strike="noStrike" spc="-1" dirty="0">
                <a:solidFill>
                  <a:srgbClr val="3F3F3F"/>
                </a:solidFill>
                <a:ea typeface="DejaVu Sans"/>
              </a:rPr>
              <a:t>/BaseExampleLibNull.inf</a:t>
            </a:r>
            <a:endParaRPr lang="en-US" altLang="zh-TW" sz="1800" b="0" strike="noStrike" spc="-1" dirty="0"/>
          </a:p>
          <a:p>
            <a:pPr marL="0" indent="0">
              <a:lnSpc>
                <a:spcPct val="100000"/>
              </a:lnSpc>
              <a:spcBef>
                <a:spcPts val="600"/>
              </a:spcBef>
              <a:buNone/>
            </a:pPr>
            <a:endParaRPr lang="en-US" altLang="zh-TW" sz="1800" b="0" strike="noStrike" spc="-1" dirty="0"/>
          </a:p>
          <a:p>
            <a:pPr marL="0" indent="0">
              <a:lnSpc>
                <a:spcPct val="100000"/>
              </a:lnSpc>
              <a:spcBef>
                <a:spcPts val="600"/>
              </a:spcBef>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LibraryClasses.common.PEIM</a:t>
            </a:r>
            <a:r>
              <a:rPr lang="en-US" altLang="zh-TW" sz="1800" b="1" strike="noStrike" spc="-1" dirty="0">
                <a:solidFill>
                  <a:srgbClr val="3F3F3F"/>
                </a:solidFill>
                <a:ea typeface="DejaVu Sans"/>
              </a:rPr>
              <a:t>]</a:t>
            </a:r>
            <a:endParaRPr lang="en-US" altLang="zh-TW" sz="1800" b="0" strike="noStrike" spc="-1" dirty="0"/>
          </a:p>
          <a:p>
            <a:pPr marL="0" indent="0">
              <a:lnSpc>
                <a:spcPct val="100000"/>
              </a:lnSpc>
              <a:spcBef>
                <a:spcPts val="600"/>
              </a:spcBef>
              <a:buNone/>
            </a:pPr>
            <a:r>
              <a:rPr lang="en-US" altLang="zh-TW" sz="1800" b="1" strike="noStrike" spc="-1" dirty="0" err="1">
                <a:solidFill>
                  <a:srgbClr val="FF0000"/>
                </a:solidFill>
                <a:ea typeface="DejaVu Sans"/>
              </a:rPr>
              <a:t>ExampleLib</a:t>
            </a:r>
            <a:r>
              <a:rPr lang="en-US" altLang="zh-TW" sz="1800" b="1" strike="noStrike" spc="-1" dirty="0" err="1">
                <a:solidFill>
                  <a:srgbClr val="3F3F3F"/>
                </a:solidFill>
                <a:ea typeface="DejaVu Sans"/>
              </a:rPr>
              <a:t>|SamplePkg</a:t>
            </a:r>
            <a:r>
              <a:rPr lang="en-US" altLang="zh-TW" sz="1800" b="1" strike="noStrike" spc="-1" dirty="0">
                <a:solidFill>
                  <a:srgbClr val="3F3F3F"/>
                </a:solidFill>
                <a:ea typeface="DejaVu Sans"/>
              </a:rPr>
              <a:t>/Library/</a:t>
            </a:r>
            <a:r>
              <a:rPr lang="en-US" altLang="zh-TW" sz="1800" b="1" strike="noStrike" spc="-1" dirty="0" err="1">
                <a:solidFill>
                  <a:srgbClr val="3F3F3F"/>
                </a:solidFill>
                <a:ea typeface="DejaVu Sans"/>
              </a:rPr>
              <a:t>PeiExampleLib</a:t>
            </a:r>
            <a:r>
              <a:rPr lang="en-US" altLang="zh-TW" sz="1800" b="1" strike="noStrike" spc="-1" dirty="0">
                <a:solidFill>
                  <a:srgbClr val="3F3F3F"/>
                </a:solidFill>
                <a:ea typeface="DejaVu Sans"/>
              </a:rPr>
              <a:t>/PeiExampleLib.inf</a:t>
            </a:r>
            <a:endParaRPr lang="en-US" altLang="zh-TW" sz="1800" b="0" strike="noStrike" spc="-1" dirty="0"/>
          </a:p>
          <a:p>
            <a:pPr marL="0" indent="0">
              <a:lnSpc>
                <a:spcPct val="100000"/>
              </a:lnSpc>
              <a:spcBef>
                <a:spcPts val="600"/>
              </a:spcBef>
              <a:buNone/>
            </a:pPr>
            <a:endParaRPr lang="en-US" altLang="zh-TW" sz="1800" b="0" strike="noStrike" spc="-1" dirty="0"/>
          </a:p>
          <a:p>
            <a:pPr marL="0" indent="0">
              <a:lnSpc>
                <a:spcPct val="100000"/>
              </a:lnSpc>
              <a:spcBef>
                <a:spcPts val="600"/>
              </a:spcBef>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LibraryClasses.common.DXE_DRIVER</a:t>
            </a:r>
            <a:r>
              <a:rPr lang="en-US" altLang="zh-TW" sz="1800" b="1" strike="noStrike" spc="-1" dirty="0">
                <a:solidFill>
                  <a:srgbClr val="3F3F3F"/>
                </a:solidFill>
                <a:ea typeface="DejaVu Sans"/>
              </a:rPr>
              <a:t>]</a:t>
            </a:r>
            <a:endParaRPr lang="en-US" altLang="zh-TW" sz="1800" b="0" strike="noStrike" spc="-1" dirty="0"/>
          </a:p>
          <a:p>
            <a:pPr marL="0" indent="0">
              <a:lnSpc>
                <a:spcPct val="100000"/>
              </a:lnSpc>
              <a:spcBef>
                <a:spcPts val="600"/>
              </a:spcBef>
              <a:buNone/>
            </a:pPr>
            <a:r>
              <a:rPr lang="en-US" altLang="zh-TW" sz="1800" b="1" strike="noStrike" spc="-1" dirty="0" err="1">
                <a:solidFill>
                  <a:srgbClr val="FF0000"/>
                </a:solidFill>
                <a:ea typeface="DejaVu Sans"/>
              </a:rPr>
              <a:t>ExampleLib</a:t>
            </a:r>
            <a:r>
              <a:rPr lang="en-US" altLang="zh-TW" sz="1800" b="1" strike="noStrike" spc="-1" dirty="0" err="1">
                <a:solidFill>
                  <a:srgbClr val="3F3F3F"/>
                </a:solidFill>
                <a:ea typeface="DejaVu Sans"/>
              </a:rPr>
              <a:t>|AnotherSamplePkg</a:t>
            </a:r>
            <a:r>
              <a:rPr lang="en-US" altLang="zh-TW" sz="1800" b="1" strike="noStrike" spc="-1" dirty="0">
                <a:solidFill>
                  <a:srgbClr val="3F3F3F"/>
                </a:solidFill>
                <a:ea typeface="DejaVu Sans"/>
              </a:rPr>
              <a:t>/Library/</a:t>
            </a:r>
            <a:r>
              <a:rPr lang="en-US" altLang="zh-TW" sz="1800" b="1" strike="noStrike" spc="-1" dirty="0" err="1">
                <a:solidFill>
                  <a:srgbClr val="3F3F3F"/>
                </a:solidFill>
                <a:ea typeface="DejaVu Sans"/>
              </a:rPr>
              <a:t>DxeExampleLib</a:t>
            </a:r>
            <a:r>
              <a:rPr lang="en-US" altLang="zh-TW" sz="1800" b="1" strike="noStrike" spc="-1" dirty="0">
                <a:solidFill>
                  <a:srgbClr val="3F3F3F"/>
                </a:solidFill>
                <a:ea typeface="DejaVu Sans"/>
              </a:rPr>
              <a:t>/DxeExampleLib.inf</a:t>
            </a:r>
            <a:endParaRPr lang="en-US" altLang="zh-TW" sz="1800" b="0" strike="noStrike" spc="-1" dirty="0"/>
          </a:p>
        </p:txBody>
      </p:sp>
    </p:spTree>
    <p:extLst>
      <p:ext uri="{BB962C8B-B14F-4D97-AF65-F5344CB8AC3E}">
        <p14:creationId xmlns:p14="http://schemas.microsoft.com/office/powerpoint/2010/main" val="13461978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69F66C3D-4FA9-4ED4-8B2A-AD3C83E3670A}"/>
              </a:ext>
            </a:extLst>
          </p:cNvPr>
          <p:cNvSpPr>
            <a:spLocks noGrp="1"/>
          </p:cNvSpPr>
          <p:nvPr>
            <p:ph type="sldNum" sz="quarter" idx="12"/>
          </p:nvPr>
        </p:nvSpPr>
        <p:spPr/>
        <p:txBody>
          <a:bodyPr/>
          <a:lstStyle/>
          <a:p>
            <a:fld id="{711F1488-76AD-4E7F-AEC8-BF811B7D74A5}" type="slidenum">
              <a:rPr lang="en-US" smtClean="0"/>
              <a:pPr/>
              <a:t>30</a:t>
            </a:fld>
            <a:endParaRPr lang="en-US"/>
          </a:p>
        </p:txBody>
      </p:sp>
      <p:sp>
        <p:nvSpPr>
          <p:cNvPr id="3" name="標題 2">
            <a:extLst>
              <a:ext uri="{FF2B5EF4-FFF2-40B4-BE49-F238E27FC236}">
                <a16:creationId xmlns:a16="http://schemas.microsoft.com/office/drawing/2014/main" id="{63F648A1-95A5-4A17-9EAB-DA79D982CD45}"/>
              </a:ext>
            </a:extLst>
          </p:cNvPr>
          <p:cNvSpPr>
            <a:spLocks noGrp="1"/>
          </p:cNvSpPr>
          <p:nvPr>
            <p:ph type="title"/>
          </p:nvPr>
        </p:nvSpPr>
        <p:spPr/>
        <p:txBody>
          <a:bodyPr/>
          <a:lstStyle/>
          <a:p>
            <a:r>
              <a:rPr lang="en-US" altLang="zh-TW" dirty="0"/>
              <a:t>Others</a:t>
            </a:r>
            <a:endParaRPr lang="zh-TW" altLang="en-US" dirty="0"/>
          </a:p>
        </p:txBody>
      </p:sp>
    </p:spTree>
    <p:extLst>
      <p:ext uri="{BB962C8B-B14F-4D97-AF65-F5344CB8AC3E}">
        <p14:creationId xmlns:p14="http://schemas.microsoft.com/office/powerpoint/2010/main" val="2162361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F980C4-61F3-4F44-B8C4-37F76E5E82D1}"/>
              </a:ext>
            </a:extLst>
          </p:cNvPr>
          <p:cNvSpPr>
            <a:spLocks noGrp="1"/>
          </p:cNvSpPr>
          <p:nvPr>
            <p:ph type="title"/>
          </p:nvPr>
        </p:nvSpPr>
        <p:spPr/>
        <p:txBody>
          <a:bodyPr>
            <a:normAutofit/>
          </a:bodyPr>
          <a:lstStyle/>
          <a:p>
            <a:r>
              <a:rPr lang="en-US" altLang="zh-TW" dirty="0"/>
              <a:t>Others</a:t>
            </a:r>
            <a:br>
              <a:rPr lang="en-US" altLang="zh-TW" dirty="0"/>
            </a:br>
            <a:r>
              <a:rPr lang="en-US" altLang="zh-TW" sz="2200" b="1" strike="noStrike" spc="-1" dirty="0">
                <a:solidFill>
                  <a:srgbClr val="3F3F3F"/>
                </a:solidFill>
                <a:ea typeface="DejaVu Sans"/>
              </a:rPr>
              <a:t>Constructor &amp; Destructor</a:t>
            </a:r>
            <a:endParaRPr lang="zh-TW" altLang="en-US" sz="2200" dirty="0"/>
          </a:p>
        </p:txBody>
      </p:sp>
      <p:sp>
        <p:nvSpPr>
          <p:cNvPr id="3" name="內容版面配置區 2">
            <a:extLst>
              <a:ext uri="{FF2B5EF4-FFF2-40B4-BE49-F238E27FC236}">
                <a16:creationId xmlns:a16="http://schemas.microsoft.com/office/drawing/2014/main" id="{E504586C-5D1C-4017-8713-58866A1CF089}"/>
              </a:ext>
            </a:extLst>
          </p:cNvPr>
          <p:cNvSpPr>
            <a:spLocks noGrp="1"/>
          </p:cNvSpPr>
          <p:nvPr>
            <p:ph idx="1"/>
          </p:nvPr>
        </p:nvSpPr>
        <p:spPr/>
        <p:txBody>
          <a:bodyPr>
            <a:normAutofit/>
          </a:bodyPr>
          <a:lstStyle/>
          <a:p>
            <a:pPr marL="0" indent="0">
              <a:lnSpc>
                <a:spcPct val="100000"/>
              </a:lnSpc>
              <a:buNone/>
            </a:pPr>
            <a:r>
              <a:rPr lang="en-US" altLang="zh-TW" sz="1800" b="1" strike="noStrike" spc="-1" dirty="0">
                <a:solidFill>
                  <a:srgbClr val="EE6F31"/>
                </a:solidFill>
                <a:latin typeface="Segoe UI"/>
                <a:ea typeface="DejaVu Sans"/>
              </a:rPr>
              <a:t>[Defines]</a:t>
            </a:r>
            <a:endParaRPr lang="en-US" altLang="zh-TW" sz="1800" b="0" strike="noStrike" spc="-1" dirty="0">
              <a:latin typeface="Arial"/>
            </a:endParaRPr>
          </a:p>
          <a:p>
            <a:pPr marL="0" indent="0">
              <a:lnSpc>
                <a:spcPct val="100000"/>
              </a:lnSpc>
              <a:buNone/>
            </a:pPr>
            <a:r>
              <a:rPr lang="en-US" altLang="zh-TW" sz="1800" b="1" strike="noStrike" spc="-1" dirty="0">
                <a:solidFill>
                  <a:srgbClr val="EE6F31"/>
                </a:solidFill>
                <a:latin typeface="Segoe UI"/>
                <a:ea typeface="DejaVu Sans"/>
              </a:rPr>
              <a:t>  INF_VERSION		= 0x00010005</a:t>
            </a:r>
            <a:endParaRPr lang="en-US" altLang="zh-TW" sz="1800" b="0" strike="noStrike" spc="-1" dirty="0">
              <a:latin typeface="Arial"/>
            </a:endParaRPr>
          </a:p>
          <a:p>
            <a:pPr marL="0" indent="0">
              <a:lnSpc>
                <a:spcPct val="100000"/>
              </a:lnSpc>
              <a:buNone/>
            </a:pPr>
            <a:r>
              <a:rPr lang="en-US" altLang="zh-TW" sz="1800" b="1" strike="noStrike" spc="-1" dirty="0">
                <a:solidFill>
                  <a:srgbClr val="EE6F31"/>
                </a:solidFill>
                <a:latin typeface="Segoe UI"/>
                <a:ea typeface="DejaVu Sans"/>
              </a:rPr>
              <a:t>  BASE_NAME		= </a:t>
            </a:r>
            <a:r>
              <a:rPr lang="en-US" altLang="zh-TW" sz="1800" b="1" strike="noStrike" spc="-1" dirty="0" err="1">
                <a:solidFill>
                  <a:srgbClr val="EE6F31"/>
                </a:solidFill>
                <a:latin typeface="Segoe UI"/>
                <a:ea typeface="DejaVu Sans"/>
              </a:rPr>
              <a:t>PeiServicesTablePointerLib</a:t>
            </a:r>
            <a:endParaRPr lang="en-US" altLang="zh-TW" sz="1800" b="0" strike="noStrike" spc="-1" dirty="0">
              <a:latin typeface="Arial"/>
            </a:endParaRPr>
          </a:p>
          <a:p>
            <a:pPr marL="0" indent="0">
              <a:lnSpc>
                <a:spcPct val="100000"/>
              </a:lnSpc>
              <a:buNone/>
            </a:pPr>
            <a:r>
              <a:rPr lang="en-US" altLang="zh-TW" sz="1800" b="1" strike="noStrike" spc="-1" dirty="0">
                <a:solidFill>
                  <a:srgbClr val="EE6F31"/>
                </a:solidFill>
                <a:latin typeface="Segoe UI"/>
                <a:ea typeface="DejaVu Sans"/>
              </a:rPr>
              <a:t>  FILE_GUID		= XXXXXXXX-XXXX-XXXX-XXXX-XXXXXXXXXXXX</a:t>
            </a:r>
            <a:endParaRPr lang="en-US" altLang="zh-TW" sz="1800" b="0" strike="noStrike" spc="-1" dirty="0">
              <a:latin typeface="Arial"/>
            </a:endParaRPr>
          </a:p>
          <a:p>
            <a:pPr marL="0" indent="0">
              <a:lnSpc>
                <a:spcPct val="100000"/>
              </a:lnSpc>
              <a:buNone/>
            </a:pPr>
            <a:r>
              <a:rPr lang="en-US" altLang="zh-TW" sz="1800" b="1" strike="noStrike" spc="-1" dirty="0">
                <a:solidFill>
                  <a:srgbClr val="EE6F31"/>
                </a:solidFill>
                <a:latin typeface="Segoe UI"/>
                <a:ea typeface="DejaVu Sans"/>
              </a:rPr>
              <a:t>  MODULE_TYPE	               = PEIM</a:t>
            </a:r>
            <a:endParaRPr lang="en-US" altLang="zh-TW" sz="1800" b="0" strike="noStrike" spc="-1" dirty="0">
              <a:latin typeface="Arial"/>
            </a:endParaRPr>
          </a:p>
          <a:p>
            <a:pPr marL="0" indent="0">
              <a:lnSpc>
                <a:spcPct val="100000"/>
              </a:lnSpc>
              <a:buNone/>
            </a:pPr>
            <a:r>
              <a:rPr lang="en-US" altLang="zh-TW" sz="1800" b="1" strike="noStrike" spc="-1" dirty="0">
                <a:solidFill>
                  <a:srgbClr val="EE6F31"/>
                </a:solidFill>
                <a:latin typeface="Segoe UI"/>
                <a:ea typeface="DejaVu Sans"/>
              </a:rPr>
              <a:t>  VERSION_STRING	= 1.0</a:t>
            </a:r>
            <a:endParaRPr lang="en-US" altLang="zh-TW" sz="1800" b="0" strike="noStrike" spc="-1" dirty="0">
              <a:latin typeface="Arial"/>
            </a:endParaRPr>
          </a:p>
          <a:p>
            <a:pPr marL="0" indent="0">
              <a:lnSpc>
                <a:spcPct val="100000"/>
              </a:lnSpc>
              <a:buNone/>
            </a:pPr>
            <a:r>
              <a:rPr lang="en-US" altLang="zh-TW" sz="1800" b="1" strike="noStrike" spc="-1" dirty="0">
                <a:solidFill>
                  <a:srgbClr val="EE6F31"/>
                </a:solidFill>
                <a:latin typeface="Segoe UI"/>
                <a:ea typeface="DejaVu Sans"/>
              </a:rPr>
              <a:t>  LIBRARY_CLASS	= </a:t>
            </a:r>
            <a:r>
              <a:rPr lang="en-US" altLang="zh-TW" sz="1800" b="1" strike="noStrike" spc="-1" dirty="0" err="1">
                <a:solidFill>
                  <a:srgbClr val="EE6F31"/>
                </a:solidFill>
                <a:latin typeface="Segoe UI"/>
                <a:ea typeface="DejaVu Sans"/>
              </a:rPr>
              <a:t>PeiServicesTablePointerLib|PEIM</a:t>
            </a:r>
            <a:r>
              <a:rPr lang="en-US" altLang="zh-TW" sz="1800" b="1" strike="noStrike" spc="-1" dirty="0">
                <a:solidFill>
                  <a:srgbClr val="EE6F31"/>
                </a:solidFill>
                <a:latin typeface="Segoe UI"/>
                <a:ea typeface="DejaVu Sans"/>
              </a:rPr>
              <a:t> PEI_CORE SEC</a:t>
            </a:r>
            <a:endParaRPr lang="en-US" altLang="zh-TW" sz="1800" b="0" strike="noStrike" spc="-1" dirty="0">
              <a:latin typeface="Arial"/>
            </a:endParaRPr>
          </a:p>
          <a:p>
            <a:pPr marL="0" indent="0">
              <a:lnSpc>
                <a:spcPct val="100000"/>
              </a:lnSpc>
              <a:buNone/>
            </a:pPr>
            <a:r>
              <a:rPr lang="en-US" altLang="zh-TW" sz="1800" b="1" strike="noStrike" spc="-1" dirty="0">
                <a:solidFill>
                  <a:srgbClr val="EE6F31"/>
                </a:solidFill>
                <a:latin typeface="Segoe UI"/>
                <a:ea typeface="DejaVu Sans"/>
              </a:rPr>
              <a:t>  CONSTRUCTOR	               = </a:t>
            </a:r>
            <a:r>
              <a:rPr lang="en-US" altLang="zh-TW" sz="1800" b="1" strike="noStrike" spc="-1" dirty="0" err="1">
                <a:solidFill>
                  <a:srgbClr val="EE6F31"/>
                </a:solidFill>
                <a:latin typeface="Segoe UI"/>
                <a:ea typeface="DejaVu Sans"/>
              </a:rPr>
              <a:t>PeiServicesTablePointerLibConstructor</a:t>
            </a:r>
            <a:endParaRPr lang="en-US" altLang="zh-TW" sz="1800" b="0" strike="noStrike" spc="-1" dirty="0">
              <a:latin typeface="Arial"/>
            </a:endParaRPr>
          </a:p>
          <a:p>
            <a:pPr marL="0" indent="0">
              <a:lnSpc>
                <a:spcPct val="100000"/>
              </a:lnSpc>
              <a:buNone/>
            </a:pPr>
            <a:r>
              <a:rPr lang="en-US" altLang="zh-TW" sz="1800" b="1" strike="noStrike" spc="-1" dirty="0">
                <a:solidFill>
                  <a:srgbClr val="EE6F31"/>
                </a:solidFill>
                <a:latin typeface="Segoe UI"/>
                <a:ea typeface="DejaVu Sans"/>
              </a:rPr>
              <a:t>  DESTRUCTOR		= </a:t>
            </a:r>
            <a:r>
              <a:rPr lang="en-US" altLang="zh-TW" sz="1800" b="1" strike="noStrike" spc="-1" dirty="0" err="1">
                <a:solidFill>
                  <a:srgbClr val="EE6F31"/>
                </a:solidFill>
                <a:latin typeface="Segoe UI"/>
                <a:ea typeface="DejaVu Sans"/>
              </a:rPr>
              <a:t>PeiServicesTablePointerLibDestructor</a:t>
            </a:r>
            <a:endParaRPr lang="en-US" altLang="zh-TW" sz="1800" b="0" strike="noStrike" spc="-1" dirty="0">
              <a:latin typeface="Arial"/>
            </a:endParaRPr>
          </a:p>
        </p:txBody>
      </p:sp>
      <p:sp>
        <p:nvSpPr>
          <p:cNvPr id="4" name="矩形: 圓角 3">
            <a:extLst>
              <a:ext uri="{FF2B5EF4-FFF2-40B4-BE49-F238E27FC236}">
                <a16:creationId xmlns:a16="http://schemas.microsoft.com/office/drawing/2014/main" id="{DB7DF865-7FBA-4393-9489-B633E7E6F89D}"/>
              </a:ext>
            </a:extLst>
          </p:cNvPr>
          <p:cNvSpPr/>
          <p:nvPr/>
        </p:nvSpPr>
        <p:spPr>
          <a:xfrm>
            <a:off x="947956" y="4253218"/>
            <a:ext cx="7197754" cy="28522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4">
            <a:extLst>
              <a:ext uri="{FF2B5EF4-FFF2-40B4-BE49-F238E27FC236}">
                <a16:creationId xmlns:a16="http://schemas.microsoft.com/office/drawing/2014/main" id="{D2319B2E-39D4-4DD5-B793-DDC7B2429658}"/>
              </a:ext>
            </a:extLst>
          </p:cNvPr>
          <p:cNvSpPr/>
          <p:nvPr/>
        </p:nvSpPr>
        <p:spPr>
          <a:xfrm>
            <a:off x="947956" y="4645875"/>
            <a:ext cx="7197754" cy="28522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20539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B04142-B1B8-495B-8EF8-52C057B84D2C}"/>
              </a:ext>
            </a:extLst>
          </p:cNvPr>
          <p:cNvSpPr>
            <a:spLocks noGrp="1"/>
          </p:cNvSpPr>
          <p:nvPr>
            <p:ph type="title"/>
          </p:nvPr>
        </p:nvSpPr>
        <p:spPr/>
        <p:txBody>
          <a:bodyPr>
            <a:normAutofit fontScale="90000"/>
          </a:bodyPr>
          <a:lstStyle/>
          <a:p>
            <a:pPr>
              <a:lnSpc>
                <a:spcPct val="100000"/>
              </a:lnSpc>
            </a:pPr>
            <a:r>
              <a:rPr lang="en-US" altLang="zh-TW" sz="4400" b="1" strike="noStrike" spc="-1" dirty="0">
                <a:solidFill>
                  <a:srgbClr val="3F3F3F"/>
                </a:solidFill>
                <a:ea typeface="DejaVu Sans"/>
              </a:rPr>
              <a:t>Others</a:t>
            </a:r>
            <a:br>
              <a:rPr lang="en-US" altLang="zh-TW" sz="6600" b="0" strike="noStrike" spc="-1" dirty="0"/>
            </a:br>
            <a:r>
              <a:rPr lang="en-US" altLang="zh-TW" sz="2200" b="1" strike="noStrike" spc="-1" dirty="0">
                <a:solidFill>
                  <a:srgbClr val="3F3F3F"/>
                </a:solidFill>
                <a:ea typeface="DejaVu Sans"/>
              </a:rPr>
              <a:t>UEFI Image Execution</a:t>
            </a:r>
            <a:endParaRPr lang="zh-TW" altLang="en-US" sz="2200" dirty="0"/>
          </a:p>
        </p:txBody>
      </p:sp>
      <p:grpSp>
        <p:nvGrpSpPr>
          <p:cNvPr id="4" name="群組 3">
            <a:extLst>
              <a:ext uri="{FF2B5EF4-FFF2-40B4-BE49-F238E27FC236}">
                <a16:creationId xmlns:a16="http://schemas.microsoft.com/office/drawing/2014/main" id="{54045446-942A-4AF3-86AB-FAADD0F538E4}"/>
              </a:ext>
            </a:extLst>
          </p:cNvPr>
          <p:cNvGrpSpPr/>
          <p:nvPr/>
        </p:nvGrpSpPr>
        <p:grpSpPr>
          <a:xfrm>
            <a:off x="1257232" y="1121268"/>
            <a:ext cx="8352000" cy="5226480"/>
            <a:chOff x="611280" y="1020600"/>
            <a:chExt cx="8352000" cy="5226480"/>
          </a:xfrm>
        </p:grpSpPr>
        <p:sp>
          <p:nvSpPr>
            <p:cNvPr id="5" name="CustomShape 2">
              <a:extLst>
                <a:ext uri="{FF2B5EF4-FFF2-40B4-BE49-F238E27FC236}">
                  <a16:creationId xmlns:a16="http://schemas.microsoft.com/office/drawing/2014/main" id="{42769CD0-A546-4816-B513-CBB395798FFB}"/>
                </a:ext>
              </a:extLst>
            </p:cNvPr>
            <p:cNvSpPr/>
            <p:nvPr/>
          </p:nvSpPr>
          <p:spPr>
            <a:xfrm>
              <a:off x="611280" y="1380960"/>
              <a:ext cx="3095640" cy="2733840"/>
            </a:xfrm>
            <a:prstGeom prst="rect">
              <a:avLst/>
            </a:prstGeom>
            <a:solidFill>
              <a:srgbClr val="4F81BD"/>
            </a:solidFill>
            <a:ln w="9360">
              <a:solidFill>
                <a:srgbClr val="000000"/>
              </a:solidFill>
              <a:miter/>
            </a:ln>
          </p:spPr>
          <p:style>
            <a:lnRef idx="0">
              <a:scrgbClr r="0" g="0" b="0"/>
            </a:lnRef>
            <a:fillRef idx="0">
              <a:scrgbClr r="0" g="0" b="0"/>
            </a:fillRef>
            <a:effectRef idx="0">
              <a:scrgbClr r="0" g="0" b="0"/>
            </a:effectRef>
            <a:fontRef idx="minor"/>
          </p:style>
        </p:sp>
        <p:sp>
          <p:nvSpPr>
            <p:cNvPr id="6" name="CustomShape 3">
              <a:extLst>
                <a:ext uri="{FF2B5EF4-FFF2-40B4-BE49-F238E27FC236}">
                  <a16:creationId xmlns:a16="http://schemas.microsoft.com/office/drawing/2014/main" id="{F6E32034-3404-407E-A12D-55A1BC709376}"/>
                </a:ext>
              </a:extLst>
            </p:cNvPr>
            <p:cNvSpPr/>
            <p:nvPr/>
          </p:nvSpPr>
          <p:spPr>
            <a:xfrm>
              <a:off x="826920" y="1812960"/>
              <a:ext cx="2735280" cy="2013120"/>
            </a:xfrm>
            <a:prstGeom prst="rect">
              <a:avLst/>
            </a:prstGeom>
            <a:solidFill>
              <a:srgbClr val="FFFF00"/>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200" b="0" strike="noStrike" spc="-1">
                  <a:solidFill>
                    <a:srgbClr val="000000"/>
                  </a:solidFill>
                  <a:latin typeface="Segoe UI"/>
                  <a:ea typeface="DejaVu Sans"/>
                </a:rPr>
                <a:t>_ModuleEntryPoint()</a:t>
              </a:r>
              <a:endParaRPr lang="en-US" sz="1200" b="0" strike="noStrike" spc="-1">
                <a:latin typeface="Arial"/>
              </a:endParaRPr>
            </a:p>
          </p:txBody>
        </p:sp>
        <p:sp>
          <p:nvSpPr>
            <p:cNvPr id="7" name="CustomShape 4">
              <a:extLst>
                <a:ext uri="{FF2B5EF4-FFF2-40B4-BE49-F238E27FC236}">
                  <a16:creationId xmlns:a16="http://schemas.microsoft.com/office/drawing/2014/main" id="{25C30811-2E4D-4ECF-94B1-BABDE62CC785}"/>
                </a:ext>
              </a:extLst>
            </p:cNvPr>
            <p:cNvSpPr/>
            <p:nvPr/>
          </p:nvSpPr>
          <p:spPr>
            <a:xfrm>
              <a:off x="971640" y="2244600"/>
              <a:ext cx="230220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ProcessLibraryConstructorList()</a:t>
              </a:r>
              <a:endParaRPr lang="en-US" sz="1200" b="0" strike="noStrike" spc="-1">
                <a:latin typeface="Arial"/>
              </a:endParaRPr>
            </a:p>
          </p:txBody>
        </p:sp>
        <p:sp>
          <p:nvSpPr>
            <p:cNvPr id="8" name="CustomShape 5">
              <a:extLst>
                <a:ext uri="{FF2B5EF4-FFF2-40B4-BE49-F238E27FC236}">
                  <a16:creationId xmlns:a16="http://schemas.microsoft.com/office/drawing/2014/main" id="{6D90BFB0-D8CF-4967-BB51-2A264B354EBD}"/>
                </a:ext>
              </a:extLst>
            </p:cNvPr>
            <p:cNvSpPr/>
            <p:nvPr/>
          </p:nvSpPr>
          <p:spPr>
            <a:xfrm>
              <a:off x="971640" y="2747880"/>
              <a:ext cx="230220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ProcessModuleEntryPointList()</a:t>
              </a:r>
              <a:endParaRPr lang="en-US" sz="1200" b="0" strike="noStrike" spc="-1">
                <a:latin typeface="Arial"/>
              </a:endParaRPr>
            </a:p>
          </p:txBody>
        </p:sp>
        <p:sp>
          <p:nvSpPr>
            <p:cNvPr id="9" name="CustomShape 6">
              <a:extLst>
                <a:ext uri="{FF2B5EF4-FFF2-40B4-BE49-F238E27FC236}">
                  <a16:creationId xmlns:a16="http://schemas.microsoft.com/office/drawing/2014/main" id="{A941DCC9-1B15-40CE-A86E-C2118B5E2E58}"/>
                </a:ext>
              </a:extLst>
            </p:cNvPr>
            <p:cNvSpPr/>
            <p:nvPr/>
          </p:nvSpPr>
          <p:spPr>
            <a:xfrm>
              <a:off x="971640" y="3324240"/>
              <a:ext cx="230220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ProcessLibraryDestructorList()</a:t>
              </a:r>
              <a:endParaRPr lang="en-US" sz="1200" b="0" strike="noStrike" spc="-1">
                <a:latin typeface="Arial"/>
              </a:endParaRPr>
            </a:p>
          </p:txBody>
        </p:sp>
        <p:sp>
          <p:nvSpPr>
            <p:cNvPr id="10" name="CustomShape 7">
              <a:extLst>
                <a:ext uri="{FF2B5EF4-FFF2-40B4-BE49-F238E27FC236}">
                  <a16:creationId xmlns:a16="http://schemas.microsoft.com/office/drawing/2014/main" id="{00000238-27F1-4481-888D-4D83E3415B57}"/>
                </a:ext>
              </a:extLst>
            </p:cNvPr>
            <p:cNvSpPr/>
            <p:nvPr/>
          </p:nvSpPr>
          <p:spPr>
            <a:xfrm>
              <a:off x="639720" y="1020600"/>
              <a:ext cx="1373400" cy="36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0" strike="noStrike" spc="-1" dirty="0" err="1">
                  <a:solidFill>
                    <a:srgbClr val="0070C0"/>
                  </a:solidFill>
                  <a:latin typeface="Segoe UI"/>
                  <a:ea typeface="DejaVu Sans"/>
                </a:rPr>
                <a:t>EntryPoint.c</a:t>
              </a:r>
              <a:endParaRPr lang="en-US" sz="1800" b="0" strike="noStrike" spc="-1" dirty="0">
                <a:latin typeface="Arial"/>
              </a:endParaRPr>
            </a:p>
          </p:txBody>
        </p:sp>
        <p:sp>
          <p:nvSpPr>
            <p:cNvPr id="11" name="CustomShape 8">
              <a:extLst>
                <a:ext uri="{FF2B5EF4-FFF2-40B4-BE49-F238E27FC236}">
                  <a16:creationId xmlns:a16="http://schemas.microsoft.com/office/drawing/2014/main" id="{7B4EE87F-5734-4EB2-883F-F49F2318FA15}"/>
                </a:ext>
              </a:extLst>
            </p:cNvPr>
            <p:cNvSpPr/>
            <p:nvPr/>
          </p:nvSpPr>
          <p:spPr>
            <a:xfrm>
              <a:off x="684360" y="4405320"/>
              <a:ext cx="2733840" cy="1841760"/>
            </a:xfrm>
            <a:prstGeom prst="rect">
              <a:avLst/>
            </a:prstGeom>
            <a:solidFill>
              <a:srgbClr val="4F81BD"/>
            </a:solidFill>
            <a:ln w="9360">
              <a:solidFill>
                <a:srgbClr val="000000"/>
              </a:solidFill>
              <a:miter/>
            </a:ln>
          </p:spPr>
          <p:style>
            <a:lnRef idx="0">
              <a:scrgbClr r="0" g="0" b="0"/>
            </a:lnRef>
            <a:fillRef idx="0">
              <a:scrgbClr r="0" g="0" b="0"/>
            </a:fillRef>
            <a:effectRef idx="0">
              <a:scrgbClr r="0" g="0" b="0"/>
            </a:effectRef>
            <a:fontRef idx="minor"/>
          </p:style>
        </p:sp>
        <p:sp>
          <p:nvSpPr>
            <p:cNvPr id="12" name="CustomShape 9">
              <a:extLst>
                <a:ext uri="{FF2B5EF4-FFF2-40B4-BE49-F238E27FC236}">
                  <a16:creationId xmlns:a16="http://schemas.microsoft.com/office/drawing/2014/main" id="{9B42BE2E-A71C-4EEC-B9C3-BF25D2F8EE90}"/>
                </a:ext>
              </a:extLst>
            </p:cNvPr>
            <p:cNvSpPr/>
            <p:nvPr/>
          </p:nvSpPr>
          <p:spPr>
            <a:xfrm>
              <a:off x="635040" y="4118040"/>
              <a:ext cx="1228680" cy="36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0" strike="noStrike" spc="-1">
                  <a:solidFill>
                    <a:srgbClr val="0070C0"/>
                  </a:solidFill>
                  <a:latin typeface="Segoe UI"/>
                  <a:ea typeface="DejaVu Sans"/>
                </a:rPr>
                <a:t>AutoGen.c</a:t>
              </a:r>
              <a:endParaRPr lang="en-US" sz="1800" b="0" strike="noStrike" spc="-1">
                <a:latin typeface="Arial"/>
              </a:endParaRPr>
            </a:p>
          </p:txBody>
        </p:sp>
        <p:sp>
          <p:nvSpPr>
            <p:cNvPr id="13" name="CustomShape 10">
              <a:extLst>
                <a:ext uri="{FF2B5EF4-FFF2-40B4-BE49-F238E27FC236}">
                  <a16:creationId xmlns:a16="http://schemas.microsoft.com/office/drawing/2014/main" id="{5786360D-4586-48BD-93C4-A5A975D76683}"/>
                </a:ext>
              </a:extLst>
            </p:cNvPr>
            <p:cNvSpPr/>
            <p:nvPr/>
          </p:nvSpPr>
          <p:spPr>
            <a:xfrm>
              <a:off x="900000" y="4549680"/>
              <a:ext cx="230220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ProcessLibraryConstructorList()</a:t>
              </a:r>
              <a:endParaRPr lang="en-US" sz="1200" b="0" strike="noStrike" spc="-1">
                <a:latin typeface="Arial"/>
              </a:endParaRPr>
            </a:p>
          </p:txBody>
        </p:sp>
        <p:sp>
          <p:nvSpPr>
            <p:cNvPr id="14" name="CustomShape 11">
              <a:extLst>
                <a:ext uri="{FF2B5EF4-FFF2-40B4-BE49-F238E27FC236}">
                  <a16:creationId xmlns:a16="http://schemas.microsoft.com/office/drawing/2014/main" id="{E1D06F24-1C4F-4FB4-B042-6C2CE919F546}"/>
                </a:ext>
              </a:extLst>
            </p:cNvPr>
            <p:cNvSpPr/>
            <p:nvPr/>
          </p:nvSpPr>
          <p:spPr>
            <a:xfrm>
              <a:off x="826920" y="5197320"/>
              <a:ext cx="230220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ProcessModuleEntryPointList()</a:t>
              </a:r>
              <a:endParaRPr lang="en-US" sz="1200" b="0" strike="noStrike" spc="-1">
                <a:latin typeface="Arial"/>
              </a:endParaRPr>
            </a:p>
          </p:txBody>
        </p:sp>
        <p:sp>
          <p:nvSpPr>
            <p:cNvPr id="15" name="CustomShape 12">
              <a:extLst>
                <a:ext uri="{FF2B5EF4-FFF2-40B4-BE49-F238E27FC236}">
                  <a16:creationId xmlns:a16="http://schemas.microsoft.com/office/drawing/2014/main" id="{4D4FDBAD-9B3E-4BC4-8749-397877C2C192}"/>
                </a:ext>
              </a:extLst>
            </p:cNvPr>
            <p:cNvSpPr/>
            <p:nvPr/>
          </p:nvSpPr>
          <p:spPr>
            <a:xfrm>
              <a:off x="900000" y="5845320"/>
              <a:ext cx="230220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ProcessLibraryDestructorList()</a:t>
              </a:r>
              <a:endParaRPr lang="en-US" sz="1200" b="0" strike="noStrike" spc="-1">
                <a:latin typeface="Arial"/>
              </a:endParaRPr>
            </a:p>
          </p:txBody>
        </p:sp>
        <p:sp>
          <p:nvSpPr>
            <p:cNvPr id="16" name="CustomShape 13">
              <a:extLst>
                <a:ext uri="{FF2B5EF4-FFF2-40B4-BE49-F238E27FC236}">
                  <a16:creationId xmlns:a16="http://schemas.microsoft.com/office/drawing/2014/main" id="{360BB07D-8D0B-46F1-8E10-C5AA2C41C0EC}"/>
                </a:ext>
              </a:extLst>
            </p:cNvPr>
            <p:cNvSpPr/>
            <p:nvPr/>
          </p:nvSpPr>
          <p:spPr>
            <a:xfrm>
              <a:off x="3851280" y="4836960"/>
              <a:ext cx="1656000" cy="933480"/>
            </a:xfrm>
            <a:prstGeom prst="rect">
              <a:avLst/>
            </a:prstGeom>
            <a:solidFill>
              <a:srgbClr val="4F81BD"/>
            </a:solidFill>
            <a:ln w="9360">
              <a:solidFill>
                <a:srgbClr val="000000"/>
              </a:solidFill>
              <a:miter/>
            </a:ln>
          </p:spPr>
          <p:style>
            <a:lnRef idx="0">
              <a:scrgbClr r="0" g="0" b="0"/>
            </a:lnRef>
            <a:fillRef idx="0">
              <a:scrgbClr r="0" g="0" b="0"/>
            </a:fillRef>
            <a:effectRef idx="0">
              <a:scrgbClr r="0" g="0" b="0"/>
            </a:effectRef>
            <a:fontRef idx="minor"/>
          </p:style>
        </p:sp>
        <p:sp>
          <p:nvSpPr>
            <p:cNvPr id="17" name="CustomShape 14">
              <a:extLst>
                <a:ext uri="{FF2B5EF4-FFF2-40B4-BE49-F238E27FC236}">
                  <a16:creationId xmlns:a16="http://schemas.microsoft.com/office/drawing/2014/main" id="{4D216D17-32FA-4626-8980-EE0120134034}"/>
                </a:ext>
              </a:extLst>
            </p:cNvPr>
            <p:cNvSpPr/>
            <p:nvPr/>
          </p:nvSpPr>
          <p:spPr>
            <a:xfrm>
              <a:off x="3995640" y="4979880"/>
              <a:ext cx="143856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Lib1Constructor()</a:t>
              </a:r>
              <a:endParaRPr lang="en-US" sz="1200" b="0" strike="noStrike" spc="-1">
                <a:latin typeface="Arial"/>
              </a:endParaRPr>
            </a:p>
          </p:txBody>
        </p:sp>
        <p:sp>
          <p:nvSpPr>
            <p:cNvPr id="18" name="CustomShape 15">
              <a:extLst>
                <a:ext uri="{FF2B5EF4-FFF2-40B4-BE49-F238E27FC236}">
                  <a16:creationId xmlns:a16="http://schemas.microsoft.com/office/drawing/2014/main" id="{1737A7AB-D273-4C76-AA71-2370ADD3AA33}"/>
                </a:ext>
              </a:extLst>
            </p:cNvPr>
            <p:cNvSpPr/>
            <p:nvPr/>
          </p:nvSpPr>
          <p:spPr>
            <a:xfrm>
              <a:off x="3995640" y="5340240"/>
              <a:ext cx="143856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Lib1Destructor()</a:t>
              </a:r>
              <a:endParaRPr lang="en-US" sz="1200" b="0" strike="noStrike" spc="-1">
                <a:latin typeface="Arial"/>
              </a:endParaRPr>
            </a:p>
          </p:txBody>
        </p:sp>
        <p:sp>
          <p:nvSpPr>
            <p:cNvPr id="19" name="CustomShape 16">
              <a:extLst>
                <a:ext uri="{FF2B5EF4-FFF2-40B4-BE49-F238E27FC236}">
                  <a16:creationId xmlns:a16="http://schemas.microsoft.com/office/drawing/2014/main" id="{306EC8BC-23F0-4899-81BA-4648A2ED12CD}"/>
                </a:ext>
              </a:extLst>
            </p:cNvPr>
            <p:cNvSpPr/>
            <p:nvPr/>
          </p:nvSpPr>
          <p:spPr>
            <a:xfrm>
              <a:off x="5580000" y="4836960"/>
              <a:ext cx="1656000" cy="933480"/>
            </a:xfrm>
            <a:prstGeom prst="rect">
              <a:avLst/>
            </a:prstGeom>
            <a:solidFill>
              <a:srgbClr val="4F81BD"/>
            </a:solidFill>
            <a:ln w="9360">
              <a:solidFill>
                <a:srgbClr val="000000"/>
              </a:solidFill>
              <a:miter/>
            </a:ln>
          </p:spPr>
          <p:style>
            <a:lnRef idx="0">
              <a:scrgbClr r="0" g="0" b="0"/>
            </a:lnRef>
            <a:fillRef idx="0">
              <a:scrgbClr r="0" g="0" b="0"/>
            </a:fillRef>
            <a:effectRef idx="0">
              <a:scrgbClr r="0" g="0" b="0"/>
            </a:effectRef>
            <a:fontRef idx="minor"/>
          </p:style>
        </p:sp>
        <p:sp>
          <p:nvSpPr>
            <p:cNvPr id="20" name="CustomShape 17">
              <a:extLst>
                <a:ext uri="{FF2B5EF4-FFF2-40B4-BE49-F238E27FC236}">
                  <a16:creationId xmlns:a16="http://schemas.microsoft.com/office/drawing/2014/main" id="{84F61B0A-495A-45A3-8C28-1592E3B70F6A}"/>
                </a:ext>
              </a:extLst>
            </p:cNvPr>
            <p:cNvSpPr/>
            <p:nvPr/>
          </p:nvSpPr>
          <p:spPr>
            <a:xfrm>
              <a:off x="5724360" y="4979880"/>
              <a:ext cx="143856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Lib2Constructor()</a:t>
              </a:r>
              <a:endParaRPr lang="en-US" sz="1200" b="0" strike="noStrike" spc="-1">
                <a:latin typeface="Arial"/>
              </a:endParaRPr>
            </a:p>
          </p:txBody>
        </p:sp>
        <p:sp>
          <p:nvSpPr>
            <p:cNvPr id="21" name="CustomShape 18">
              <a:extLst>
                <a:ext uri="{FF2B5EF4-FFF2-40B4-BE49-F238E27FC236}">
                  <a16:creationId xmlns:a16="http://schemas.microsoft.com/office/drawing/2014/main" id="{D89A26CB-DE2B-4DEF-9FFB-63ABF5D6DAF5}"/>
                </a:ext>
              </a:extLst>
            </p:cNvPr>
            <p:cNvSpPr/>
            <p:nvPr/>
          </p:nvSpPr>
          <p:spPr>
            <a:xfrm>
              <a:off x="5724360" y="5340240"/>
              <a:ext cx="143856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Lib2Destructor()</a:t>
              </a:r>
              <a:endParaRPr lang="en-US" sz="1200" b="0" strike="noStrike" spc="-1">
                <a:latin typeface="Arial"/>
              </a:endParaRPr>
            </a:p>
          </p:txBody>
        </p:sp>
        <p:sp>
          <p:nvSpPr>
            <p:cNvPr id="22" name="CustomShape 19">
              <a:extLst>
                <a:ext uri="{FF2B5EF4-FFF2-40B4-BE49-F238E27FC236}">
                  <a16:creationId xmlns:a16="http://schemas.microsoft.com/office/drawing/2014/main" id="{831E188D-A605-489D-8476-BABC9A86FA4A}"/>
                </a:ext>
              </a:extLst>
            </p:cNvPr>
            <p:cNvSpPr/>
            <p:nvPr/>
          </p:nvSpPr>
          <p:spPr>
            <a:xfrm>
              <a:off x="7307280" y="4836960"/>
              <a:ext cx="1656000" cy="933480"/>
            </a:xfrm>
            <a:prstGeom prst="rect">
              <a:avLst/>
            </a:prstGeom>
            <a:solidFill>
              <a:srgbClr val="4F81BD"/>
            </a:solidFill>
            <a:ln w="9360">
              <a:solidFill>
                <a:srgbClr val="000000"/>
              </a:solidFill>
              <a:miter/>
            </a:ln>
          </p:spPr>
          <p:style>
            <a:lnRef idx="0">
              <a:scrgbClr r="0" g="0" b="0"/>
            </a:lnRef>
            <a:fillRef idx="0">
              <a:scrgbClr r="0" g="0" b="0"/>
            </a:fillRef>
            <a:effectRef idx="0">
              <a:scrgbClr r="0" g="0" b="0"/>
            </a:effectRef>
            <a:fontRef idx="minor"/>
          </p:style>
        </p:sp>
        <p:sp>
          <p:nvSpPr>
            <p:cNvPr id="23" name="CustomShape 20">
              <a:extLst>
                <a:ext uri="{FF2B5EF4-FFF2-40B4-BE49-F238E27FC236}">
                  <a16:creationId xmlns:a16="http://schemas.microsoft.com/office/drawing/2014/main" id="{5D642131-F05E-45F1-9398-78EB28964DC8}"/>
                </a:ext>
              </a:extLst>
            </p:cNvPr>
            <p:cNvSpPr/>
            <p:nvPr/>
          </p:nvSpPr>
          <p:spPr>
            <a:xfrm>
              <a:off x="7451640" y="4979880"/>
              <a:ext cx="143856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Lib3Constructor()</a:t>
              </a:r>
              <a:endParaRPr lang="en-US" sz="1200" b="0" strike="noStrike" spc="-1">
                <a:latin typeface="Arial"/>
              </a:endParaRPr>
            </a:p>
          </p:txBody>
        </p:sp>
        <p:sp>
          <p:nvSpPr>
            <p:cNvPr id="24" name="CustomShape 21">
              <a:extLst>
                <a:ext uri="{FF2B5EF4-FFF2-40B4-BE49-F238E27FC236}">
                  <a16:creationId xmlns:a16="http://schemas.microsoft.com/office/drawing/2014/main" id="{7C60B843-CE8F-4C59-A2C5-88A67E82EDDE}"/>
                </a:ext>
              </a:extLst>
            </p:cNvPr>
            <p:cNvSpPr/>
            <p:nvPr/>
          </p:nvSpPr>
          <p:spPr>
            <a:xfrm>
              <a:off x="7451640" y="5340240"/>
              <a:ext cx="143856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Lib3Destructor()</a:t>
              </a:r>
              <a:endParaRPr lang="en-US" sz="1200" b="0" strike="noStrike" spc="-1">
                <a:latin typeface="Arial"/>
              </a:endParaRPr>
            </a:p>
          </p:txBody>
        </p:sp>
        <p:sp>
          <p:nvSpPr>
            <p:cNvPr id="25" name="CustomShape 22">
              <a:extLst>
                <a:ext uri="{FF2B5EF4-FFF2-40B4-BE49-F238E27FC236}">
                  <a16:creationId xmlns:a16="http://schemas.microsoft.com/office/drawing/2014/main" id="{74FDC4AE-707B-4480-A1D5-AA45B0CC2BD0}"/>
                </a:ext>
              </a:extLst>
            </p:cNvPr>
            <p:cNvSpPr/>
            <p:nvPr/>
          </p:nvSpPr>
          <p:spPr>
            <a:xfrm>
              <a:off x="4932360" y="1812960"/>
              <a:ext cx="3238560" cy="2159280"/>
            </a:xfrm>
            <a:prstGeom prst="rect">
              <a:avLst/>
            </a:prstGeom>
            <a:solidFill>
              <a:srgbClr val="4F81BD"/>
            </a:solidFill>
            <a:ln w="9360">
              <a:solidFill>
                <a:srgbClr val="000000"/>
              </a:solidFill>
              <a:miter/>
            </a:ln>
          </p:spPr>
          <p:style>
            <a:lnRef idx="0">
              <a:scrgbClr r="0" g="0" b="0"/>
            </a:lnRef>
            <a:fillRef idx="0">
              <a:scrgbClr r="0" g="0" b="0"/>
            </a:fillRef>
            <a:effectRef idx="0">
              <a:scrgbClr r="0" g="0" b="0"/>
            </a:effectRef>
            <a:fontRef idx="minor"/>
          </p:style>
        </p:sp>
        <p:sp>
          <p:nvSpPr>
            <p:cNvPr id="26" name="CustomShape 23">
              <a:extLst>
                <a:ext uri="{FF2B5EF4-FFF2-40B4-BE49-F238E27FC236}">
                  <a16:creationId xmlns:a16="http://schemas.microsoft.com/office/drawing/2014/main" id="{236AB1A6-DB36-44DC-A50D-BF30B33507E3}"/>
                </a:ext>
              </a:extLst>
            </p:cNvPr>
            <p:cNvSpPr/>
            <p:nvPr/>
          </p:nvSpPr>
          <p:spPr>
            <a:xfrm>
              <a:off x="5076720" y="1955880"/>
              <a:ext cx="1149480" cy="285840"/>
            </a:xfrm>
            <a:prstGeom prst="rect">
              <a:avLst/>
            </a:prstGeom>
            <a:solidFill>
              <a:srgbClr val="6D729F"/>
            </a:solidFill>
            <a:ln w="9360">
              <a:solidFill>
                <a:srgbClr val="000000"/>
              </a:solidFill>
              <a:miter/>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gn="ctr">
                <a:lnSpc>
                  <a:spcPct val="100000"/>
                </a:lnSpc>
              </a:pPr>
              <a:r>
                <a:rPr lang="en-US" sz="1200" b="0" strike="noStrike" spc="-1">
                  <a:solidFill>
                    <a:srgbClr val="FFFF99"/>
                  </a:solidFill>
                  <a:latin typeface="Segoe UI"/>
                  <a:ea typeface="DejaVu Sans"/>
                </a:rPr>
                <a:t>ModuleInit()</a:t>
              </a:r>
              <a:endParaRPr lang="en-US" sz="1200" b="0" strike="noStrike" spc="-1">
                <a:latin typeface="Arial"/>
              </a:endParaRPr>
            </a:p>
          </p:txBody>
        </p:sp>
        <p:sp>
          <p:nvSpPr>
            <p:cNvPr id="27" name="CustomShape 24">
              <a:extLst>
                <a:ext uri="{FF2B5EF4-FFF2-40B4-BE49-F238E27FC236}">
                  <a16:creationId xmlns:a16="http://schemas.microsoft.com/office/drawing/2014/main" id="{D51FF512-774F-46A2-A5E8-650D46A8B817}"/>
                </a:ext>
              </a:extLst>
            </p:cNvPr>
            <p:cNvSpPr/>
            <p:nvPr/>
          </p:nvSpPr>
          <p:spPr>
            <a:xfrm>
              <a:off x="4958640" y="1452600"/>
              <a:ext cx="3677760" cy="36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0" strike="noStrike" spc="-1">
                  <a:solidFill>
                    <a:srgbClr val="0070C0"/>
                  </a:solidFill>
                  <a:latin typeface="Segoe UI"/>
                  <a:ea typeface="DejaVu Sans"/>
                </a:rPr>
                <a:t>Dxe Driver/Pei Module/Application</a:t>
              </a:r>
              <a:endParaRPr lang="en-US" sz="1800" b="0" strike="noStrike" spc="-1">
                <a:latin typeface="Arial"/>
              </a:endParaRPr>
            </a:p>
          </p:txBody>
        </p:sp>
        <p:sp>
          <p:nvSpPr>
            <p:cNvPr id="28" name="Line 25">
              <a:extLst>
                <a:ext uri="{FF2B5EF4-FFF2-40B4-BE49-F238E27FC236}">
                  <a16:creationId xmlns:a16="http://schemas.microsoft.com/office/drawing/2014/main" id="{27E6251C-FC67-416F-B411-B6A1DBB809E6}"/>
                </a:ext>
              </a:extLst>
            </p:cNvPr>
            <p:cNvSpPr/>
            <p:nvPr/>
          </p:nvSpPr>
          <p:spPr>
            <a:xfrm>
              <a:off x="3276360" y="2388960"/>
              <a:ext cx="647640" cy="180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29" name="Line 26">
              <a:extLst>
                <a:ext uri="{FF2B5EF4-FFF2-40B4-BE49-F238E27FC236}">
                  <a16:creationId xmlns:a16="http://schemas.microsoft.com/office/drawing/2014/main" id="{24627963-1416-4A40-922D-F8F5283DB33C}"/>
                </a:ext>
              </a:extLst>
            </p:cNvPr>
            <p:cNvSpPr/>
            <p:nvPr/>
          </p:nvSpPr>
          <p:spPr>
            <a:xfrm>
              <a:off x="3924000" y="2388960"/>
              <a:ext cx="1800" cy="180036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30" name="Line 27">
              <a:extLst>
                <a:ext uri="{FF2B5EF4-FFF2-40B4-BE49-F238E27FC236}">
                  <a16:creationId xmlns:a16="http://schemas.microsoft.com/office/drawing/2014/main" id="{E364D81C-145C-4902-B705-F8533C5CCDE7}"/>
                </a:ext>
              </a:extLst>
            </p:cNvPr>
            <p:cNvSpPr/>
            <p:nvPr/>
          </p:nvSpPr>
          <p:spPr>
            <a:xfrm flipH="1">
              <a:off x="2554200" y="4189320"/>
              <a:ext cx="1371600" cy="35856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31" name="Line 28">
              <a:extLst>
                <a:ext uri="{FF2B5EF4-FFF2-40B4-BE49-F238E27FC236}">
                  <a16:creationId xmlns:a16="http://schemas.microsoft.com/office/drawing/2014/main" id="{26934553-332E-4A47-8A26-1225E02E09A8}"/>
                </a:ext>
              </a:extLst>
            </p:cNvPr>
            <p:cNvSpPr/>
            <p:nvPr/>
          </p:nvSpPr>
          <p:spPr>
            <a:xfrm>
              <a:off x="3203280" y="4620960"/>
              <a:ext cx="1440000" cy="180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32" name="Line 29">
              <a:extLst>
                <a:ext uri="{FF2B5EF4-FFF2-40B4-BE49-F238E27FC236}">
                  <a16:creationId xmlns:a16="http://schemas.microsoft.com/office/drawing/2014/main" id="{AA5681D8-6226-4221-81E1-723B410E8A9F}"/>
                </a:ext>
              </a:extLst>
            </p:cNvPr>
            <p:cNvSpPr/>
            <p:nvPr/>
          </p:nvSpPr>
          <p:spPr>
            <a:xfrm>
              <a:off x="4643280" y="4620960"/>
              <a:ext cx="1440" cy="35892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33" name="Line 30">
              <a:extLst>
                <a:ext uri="{FF2B5EF4-FFF2-40B4-BE49-F238E27FC236}">
                  <a16:creationId xmlns:a16="http://schemas.microsoft.com/office/drawing/2014/main" id="{7E4CD110-96CD-4FFE-9FF7-64AB0BB92CC6}"/>
                </a:ext>
              </a:extLst>
            </p:cNvPr>
            <p:cNvSpPr/>
            <p:nvPr/>
          </p:nvSpPr>
          <p:spPr>
            <a:xfrm>
              <a:off x="3203280" y="4620960"/>
              <a:ext cx="3168720" cy="180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34" name="Line 31">
              <a:extLst>
                <a:ext uri="{FF2B5EF4-FFF2-40B4-BE49-F238E27FC236}">
                  <a16:creationId xmlns:a16="http://schemas.microsoft.com/office/drawing/2014/main" id="{1C5E5D8D-77A5-4DC0-8C2C-D3CFA9633DCD}"/>
                </a:ext>
              </a:extLst>
            </p:cNvPr>
            <p:cNvSpPr/>
            <p:nvPr/>
          </p:nvSpPr>
          <p:spPr>
            <a:xfrm>
              <a:off x="3203280" y="4620960"/>
              <a:ext cx="4969080" cy="180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35" name="Line 32">
              <a:extLst>
                <a:ext uri="{FF2B5EF4-FFF2-40B4-BE49-F238E27FC236}">
                  <a16:creationId xmlns:a16="http://schemas.microsoft.com/office/drawing/2014/main" id="{B064CA1F-84A8-48AD-9405-D17595BF023E}"/>
                </a:ext>
              </a:extLst>
            </p:cNvPr>
            <p:cNvSpPr/>
            <p:nvPr/>
          </p:nvSpPr>
          <p:spPr>
            <a:xfrm>
              <a:off x="8172360" y="4620960"/>
              <a:ext cx="1440" cy="35892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36" name="Line 33">
              <a:extLst>
                <a:ext uri="{FF2B5EF4-FFF2-40B4-BE49-F238E27FC236}">
                  <a16:creationId xmlns:a16="http://schemas.microsoft.com/office/drawing/2014/main" id="{1144F123-EAE4-444E-816B-FB26FDAEE2C2}"/>
                </a:ext>
              </a:extLst>
            </p:cNvPr>
            <p:cNvSpPr/>
            <p:nvPr/>
          </p:nvSpPr>
          <p:spPr>
            <a:xfrm>
              <a:off x="2050920" y="2531880"/>
              <a:ext cx="1440" cy="21600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37" name="Line 34">
              <a:extLst>
                <a:ext uri="{FF2B5EF4-FFF2-40B4-BE49-F238E27FC236}">
                  <a16:creationId xmlns:a16="http://schemas.microsoft.com/office/drawing/2014/main" id="{EB634BB8-D669-4A13-B8CC-D2198D7FC694}"/>
                </a:ext>
              </a:extLst>
            </p:cNvPr>
            <p:cNvSpPr/>
            <p:nvPr/>
          </p:nvSpPr>
          <p:spPr>
            <a:xfrm>
              <a:off x="2050920" y="3036600"/>
              <a:ext cx="1440" cy="28728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38" name="Line 35">
              <a:extLst>
                <a:ext uri="{FF2B5EF4-FFF2-40B4-BE49-F238E27FC236}">
                  <a16:creationId xmlns:a16="http://schemas.microsoft.com/office/drawing/2014/main" id="{5981E6E4-B58B-487A-9E27-4DF273CA1361}"/>
                </a:ext>
              </a:extLst>
            </p:cNvPr>
            <p:cNvSpPr/>
            <p:nvPr/>
          </p:nvSpPr>
          <p:spPr>
            <a:xfrm>
              <a:off x="4572000" y="2100240"/>
              <a:ext cx="504720" cy="144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39" name="Line 36">
              <a:extLst>
                <a:ext uri="{FF2B5EF4-FFF2-40B4-BE49-F238E27FC236}">
                  <a16:creationId xmlns:a16="http://schemas.microsoft.com/office/drawing/2014/main" id="{21BE3003-2C0C-4AD6-86FB-5724AD3BBFBA}"/>
                </a:ext>
              </a:extLst>
            </p:cNvPr>
            <p:cNvSpPr/>
            <p:nvPr/>
          </p:nvSpPr>
          <p:spPr>
            <a:xfrm>
              <a:off x="3276360" y="2892240"/>
              <a:ext cx="503280" cy="144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40" name="Line 37">
              <a:extLst>
                <a:ext uri="{FF2B5EF4-FFF2-40B4-BE49-F238E27FC236}">
                  <a16:creationId xmlns:a16="http://schemas.microsoft.com/office/drawing/2014/main" id="{0621636E-51E1-45B5-945C-1B55157A9E60}"/>
                </a:ext>
              </a:extLst>
            </p:cNvPr>
            <p:cNvSpPr/>
            <p:nvPr/>
          </p:nvSpPr>
          <p:spPr>
            <a:xfrm>
              <a:off x="3779640" y="2892240"/>
              <a:ext cx="1440" cy="151272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41" name="Line 38">
              <a:extLst>
                <a:ext uri="{FF2B5EF4-FFF2-40B4-BE49-F238E27FC236}">
                  <a16:creationId xmlns:a16="http://schemas.microsoft.com/office/drawing/2014/main" id="{D1928DCE-0ADF-4E3A-BA69-413AA682A884}"/>
                </a:ext>
              </a:extLst>
            </p:cNvPr>
            <p:cNvSpPr/>
            <p:nvPr/>
          </p:nvSpPr>
          <p:spPr>
            <a:xfrm flipH="1">
              <a:off x="2482560" y="4404960"/>
              <a:ext cx="1298520" cy="79236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42" name="Line 39">
              <a:extLst>
                <a:ext uri="{FF2B5EF4-FFF2-40B4-BE49-F238E27FC236}">
                  <a16:creationId xmlns:a16="http://schemas.microsoft.com/office/drawing/2014/main" id="{013F4FD4-A6C4-4B54-8081-B05DDDE199CE}"/>
                </a:ext>
              </a:extLst>
            </p:cNvPr>
            <p:cNvSpPr/>
            <p:nvPr/>
          </p:nvSpPr>
          <p:spPr>
            <a:xfrm flipV="1">
              <a:off x="3132000" y="3754080"/>
              <a:ext cx="1440000" cy="144324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43" name="Line 40">
              <a:extLst>
                <a:ext uri="{FF2B5EF4-FFF2-40B4-BE49-F238E27FC236}">
                  <a16:creationId xmlns:a16="http://schemas.microsoft.com/office/drawing/2014/main" id="{C8E2B5AE-E2D8-4051-A9E9-81737BE99389}"/>
                </a:ext>
              </a:extLst>
            </p:cNvPr>
            <p:cNvSpPr/>
            <p:nvPr/>
          </p:nvSpPr>
          <p:spPr>
            <a:xfrm flipV="1">
              <a:off x="4572000" y="2098440"/>
              <a:ext cx="1440" cy="165888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44" name="Line 41">
              <a:extLst>
                <a:ext uri="{FF2B5EF4-FFF2-40B4-BE49-F238E27FC236}">
                  <a16:creationId xmlns:a16="http://schemas.microsoft.com/office/drawing/2014/main" id="{44FBAEF0-5830-443E-90A3-EC3630CDF065}"/>
                </a:ext>
              </a:extLst>
            </p:cNvPr>
            <p:cNvSpPr/>
            <p:nvPr/>
          </p:nvSpPr>
          <p:spPr>
            <a:xfrm>
              <a:off x="3276360" y="3468600"/>
              <a:ext cx="358920" cy="144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45" name="Line 42">
              <a:extLst>
                <a:ext uri="{FF2B5EF4-FFF2-40B4-BE49-F238E27FC236}">
                  <a16:creationId xmlns:a16="http://schemas.microsoft.com/office/drawing/2014/main" id="{6606E10D-6E34-42E0-B127-E8717FB3DF45}"/>
                </a:ext>
              </a:extLst>
            </p:cNvPr>
            <p:cNvSpPr/>
            <p:nvPr/>
          </p:nvSpPr>
          <p:spPr>
            <a:xfrm>
              <a:off x="3635280" y="3468600"/>
              <a:ext cx="1440" cy="201600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46" name="Line 43">
              <a:extLst>
                <a:ext uri="{FF2B5EF4-FFF2-40B4-BE49-F238E27FC236}">
                  <a16:creationId xmlns:a16="http://schemas.microsoft.com/office/drawing/2014/main" id="{A970010E-DD21-4AF1-AAF0-D928A16ED984}"/>
                </a:ext>
              </a:extLst>
            </p:cNvPr>
            <p:cNvSpPr/>
            <p:nvPr/>
          </p:nvSpPr>
          <p:spPr>
            <a:xfrm flipH="1">
              <a:off x="2193840" y="5484600"/>
              <a:ext cx="1442880" cy="36036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47" name="Line 44">
              <a:extLst>
                <a:ext uri="{FF2B5EF4-FFF2-40B4-BE49-F238E27FC236}">
                  <a16:creationId xmlns:a16="http://schemas.microsoft.com/office/drawing/2014/main" id="{E2FF79E1-54E4-4C04-9A59-50A8B246AF77}"/>
                </a:ext>
              </a:extLst>
            </p:cNvPr>
            <p:cNvSpPr/>
            <p:nvPr/>
          </p:nvSpPr>
          <p:spPr>
            <a:xfrm>
              <a:off x="3203280" y="5989320"/>
              <a:ext cx="1368720" cy="180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48" name="Line 45">
              <a:extLst>
                <a:ext uri="{FF2B5EF4-FFF2-40B4-BE49-F238E27FC236}">
                  <a16:creationId xmlns:a16="http://schemas.microsoft.com/office/drawing/2014/main" id="{A61A4D45-7605-4D33-A2D2-1DF21F04903B}"/>
                </a:ext>
              </a:extLst>
            </p:cNvPr>
            <p:cNvSpPr/>
            <p:nvPr/>
          </p:nvSpPr>
          <p:spPr>
            <a:xfrm flipV="1">
              <a:off x="4572000" y="5627520"/>
              <a:ext cx="1440" cy="36360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49" name="Line 46">
              <a:extLst>
                <a:ext uri="{FF2B5EF4-FFF2-40B4-BE49-F238E27FC236}">
                  <a16:creationId xmlns:a16="http://schemas.microsoft.com/office/drawing/2014/main" id="{59C11750-F34B-4A04-AF4E-C3E63CFE74BF}"/>
                </a:ext>
              </a:extLst>
            </p:cNvPr>
            <p:cNvSpPr/>
            <p:nvPr/>
          </p:nvSpPr>
          <p:spPr>
            <a:xfrm>
              <a:off x="3203280" y="5989320"/>
              <a:ext cx="3168720" cy="180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50" name="Line 47">
              <a:extLst>
                <a:ext uri="{FF2B5EF4-FFF2-40B4-BE49-F238E27FC236}">
                  <a16:creationId xmlns:a16="http://schemas.microsoft.com/office/drawing/2014/main" id="{4F0B6B57-D0F2-4A1A-8A2C-A5924604F83F}"/>
                </a:ext>
              </a:extLst>
            </p:cNvPr>
            <p:cNvSpPr/>
            <p:nvPr/>
          </p:nvSpPr>
          <p:spPr>
            <a:xfrm flipV="1">
              <a:off x="6372000" y="5627520"/>
              <a:ext cx="1800" cy="36360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51" name="Line 48">
              <a:extLst>
                <a:ext uri="{FF2B5EF4-FFF2-40B4-BE49-F238E27FC236}">
                  <a16:creationId xmlns:a16="http://schemas.microsoft.com/office/drawing/2014/main" id="{9D8E89F6-E9A7-4640-8946-E96DA97779EC}"/>
                </a:ext>
              </a:extLst>
            </p:cNvPr>
            <p:cNvSpPr/>
            <p:nvPr/>
          </p:nvSpPr>
          <p:spPr>
            <a:xfrm>
              <a:off x="3203280" y="5989320"/>
              <a:ext cx="4969080" cy="1800"/>
            </a:xfrm>
            <a:prstGeom prst="line">
              <a:avLst/>
            </a:prstGeom>
            <a:ln w="38160">
              <a:solidFill>
                <a:srgbClr val="FF0000"/>
              </a:solidFill>
              <a:miter/>
            </a:ln>
          </p:spPr>
          <p:style>
            <a:lnRef idx="0">
              <a:scrgbClr r="0" g="0" b="0"/>
            </a:lnRef>
            <a:fillRef idx="0">
              <a:scrgbClr r="0" g="0" b="0"/>
            </a:fillRef>
            <a:effectRef idx="0">
              <a:scrgbClr r="0" g="0" b="0"/>
            </a:effectRef>
            <a:fontRef idx="minor"/>
          </p:style>
        </p:sp>
        <p:sp>
          <p:nvSpPr>
            <p:cNvPr id="52" name="Line 49">
              <a:extLst>
                <a:ext uri="{FF2B5EF4-FFF2-40B4-BE49-F238E27FC236}">
                  <a16:creationId xmlns:a16="http://schemas.microsoft.com/office/drawing/2014/main" id="{E0484144-0181-4B82-B24E-3F03ECD93B28}"/>
                </a:ext>
              </a:extLst>
            </p:cNvPr>
            <p:cNvSpPr/>
            <p:nvPr/>
          </p:nvSpPr>
          <p:spPr>
            <a:xfrm flipV="1">
              <a:off x="8172360" y="5627520"/>
              <a:ext cx="1440" cy="36360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53" name="Line 50">
              <a:extLst>
                <a:ext uri="{FF2B5EF4-FFF2-40B4-BE49-F238E27FC236}">
                  <a16:creationId xmlns:a16="http://schemas.microsoft.com/office/drawing/2014/main" id="{8B1F4731-9E20-4E52-9582-79822DB6072F}"/>
                </a:ext>
              </a:extLst>
            </p:cNvPr>
            <p:cNvSpPr/>
            <p:nvPr/>
          </p:nvSpPr>
          <p:spPr>
            <a:xfrm>
              <a:off x="6372000" y="4620960"/>
              <a:ext cx="1800" cy="358920"/>
            </a:xfrm>
            <a:prstGeom prst="line">
              <a:avLst/>
            </a:prstGeom>
            <a:ln w="38160">
              <a:solidFill>
                <a:srgbClr val="FF0000"/>
              </a:solidFill>
              <a:miter/>
              <a:tailEnd type="triangle" w="med" len="med"/>
            </a:ln>
          </p:spPr>
          <p:style>
            <a:lnRef idx="0">
              <a:scrgbClr r="0" g="0" b="0"/>
            </a:lnRef>
            <a:fillRef idx="0">
              <a:scrgbClr r="0" g="0" b="0"/>
            </a:fillRef>
            <a:effectRef idx="0">
              <a:scrgbClr r="0" g="0" b="0"/>
            </a:effectRef>
            <a:fontRef idx="minor"/>
          </p:style>
        </p:sp>
        <p:sp>
          <p:nvSpPr>
            <p:cNvPr id="54" name="CustomShape 51">
              <a:extLst>
                <a:ext uri="{FF2B5EF4-FFF2-40B4-BE49-F238E27FC236}">
                  <a16:creationId xmlns:a16="http://schemas.microsoft.com/office/drawing/2014/main" id="{FEF8AEC0-8FFC-4B66-9289-D307CBDE178D}"/>
                </a:ext>
              </a:extLst>
            </p:cNvPr>
            <p:cNvSpPr/>
            <p:nvPr/>
          </p:nvSpPr>
          <p:spPr>
            <a:xfrm>
              <a:off x="3787560" y="4476600"/>
              <a:ext cx="600480" cy="36684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0" strike="noStrike" spc="-1">
                  <a:solidFill>
                    <a:srgbClr val="0070C0"/>
                  </a:solidFill>
                  <a:latin typeface="Segoe UI"/>
                  <a:ea typeface="DejaVu Sans"/>
                </a:rPr>
                <a:t>Lib1</a:t>
              </a:r>
              <a:endParaRPr lang="en-US" sz="1800" b="0" strike="noStrike" spc="-1">
                <a:latin typeface="Arial"/>
              </a:endParaRPr>
            </a:p>
          </p:txBody>
        </p:sp>
        <p:sp>
          <p:nvSpPr>
            <p:cNvPr id="55" name="CustomShape 52">
              <a:extLst>
                <a:ext uri="{FF2B5EF4-FFF2-40B4-BE49-F238E27FC236}">
                  <a16:creationId xmlns:a16="http://schemas.microsoft.com/office/drawing/2014/main" id="{0694C11E-9851-4214-8202-91BDF0E00858}"/>
                </a:ext>
              </a:extLst>
            </p:cNvPr>
            <p:cNvSpPr/>
            <p:nvPr/>
          </p:nvSpPr>
          <p:spPr>
            <a:xfrm>
              <a:off x="5659200" y="4476600"/>
              <a:ext cx="600480" cy="36684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0" strike="noStrike" spc="-1">
                  <a:solidFill>
                    <a:srgbClr val="0070C0"/>
                  </a:solidFill>
                  <a:latin typeface="Segoe UI"/>
                  <a:ea typeface="DejaVu Sans"/>
                </a:rPr>
                <a:t>Lib2</a:t>
              </a:r>
              <a:endParaRPr lang="en-US" sz="1800" b="0" strike="noStrike" spc="-1">
                <a:latin typeface="Arial"/>
              </a:endParaRPr>
            </a:p>
          </p:txBody>
        </p:sp>
        <p:sp>
          <p:nvSpPr>
            <p:cNvPr id="56" name="CustomShape 53">
              <a:extLst>
                <a:ext uri="{FF2B5EF4-FFF2-40B4-BE49-F238E27FC236}">
                  <a16:creationId xmlns:a16="http://schemas.microsoft.com/office/drawing/2014/main" id="{4653D14D-7C32-4730-9766-35D466B1A8A1}"/>
                </a:ext>
              </a:extLst>
            </p:cNvPr>
            <p:cNvSpPr/>
            <p:nvPr/>
          </p:nvSpPr>
          <p:spPr>
            <a:xfrm>
              <a:off x="7316640" y="4476600"/>
              <a:ext cx="600480" cy="366840"/>
            </a:xfrm>
            <a:prstGeom prst="rect">
              <a:avLst/>
            </a:prstGeom>
            <a:noFill/>
            <a:ln w="9360">
              <a:noFill/>
            </a:ln>
          </p:spPr>
          <p:style>
            <a:lnRef idx="0">
              <a:scrgbClr r="0" g="0" b="0"/>
            </a:lnRef>
            <a:fillRef idx="0">
              <a:scrgbClr r="0" g="0" b="0"/>
            </a:fillRef>
            <a:effectRef idx="0">
              <a:scrgbClr r="0" g="0" b="0"/>
            </a:effectRef>
            <a:fontRef idx="minor"/>
          </p:style>
          <p:txBody>
            <a:bodyPr wrap="none" lIns="90000" tIns="46800" rIns="90000" bIns="46800">
              <a:noAutofit/>
            </a:bodyPr>
            <a:lstStyle/>
            <a:p>
              <a:pPr>
                <a:lnSpc>
                  <a:spcPct val="100000"/>
                </a:lnSpc>
              </a:pPr>
              <a:r>
                <a:rPr lang="en-US" sz="1800" b="0" strike="noStrike" spc="-1">
                  <a:solidFill>
                    <a:srgbClr val="0070C0"/>
                  </a:solidFill>
                  <a:latin typeface="Segoe UI"/>
                  <a:ea typeface="DejaVu Sans"/>
                </a:rPr>
                <a:t>Lib3</a:t>
              </a:r>
              <a:endParaRPr lang="en-US" sz="1800" b="0" strike="noStrike" spc="-1">
                <a:latin typeface="Arial"/>
              </a:endParaRPr>
            </a:p>
          </p:txBody>
        </p:sp>
      </p:grpSp>
    </p:spTree>
    <p:extLst>
      <p:ext uri="{BB962C8B-B14F-4D97-AF65-F5344CB8AC3E}">
        <p14:creationId xmlns:p14="http://schemas.microsoft.com/office/powerpoint/2010/main" val="238467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0EE1E6-DFF5-4675-8E1F-461E79A8A200}"/>
              </a:ext>
            </a:extLst>
          </p:cNvPr>
          <p:cNvSpPr>
            <a:spLocks noGrp="1"/>
          </p:cNvSpPr>
          <p:nvPr>
            <p:ph type="title"/>
          </p:nvPr>
        </p:nvSpPr>
        <p:spPr/>
        <p:txBody>
          <a:bodyPr>
            <a:normAutofit/>
          </a:bodyPr>
          <a:lstStyle/>
          <a:p>
            <a:r>
              <a:rPr lang="en-US" altLang="zh-TW" dirty="0"/>
              <a:t>Others</a:t>
            </a:r>
            <a:br>
              <a:rPr lang="en-US" altLang="zh-TW" dirty="0"/>
            </a:br>
            <a:r>
              <a:rPr lang="en-US" altLang="zh-TW" sz="2200" b="1" strike="noStrike" spc="-1" dirty="0">
                <a:solidFill>
                  <a:srgbClr val="3F3F3F"/>
                </a:solidFill>
                <a:ea typeface="DejaVu Sans"/>
              </a:rPr>
              <a:t>Dependency Expression – Library Instance Dependency</a:t>
            </a:r>
            <a:endParaRPr lang="zh-TW" altLang="en-US" dirty="0"/>
          </a:p>
        </p:txBody>
      </p:sp>
      <p:sp>
        <p:nvSpPr>
          <p:cNvPr id="3" name="內容版面配置區 2">
            <a:extLst>
              <a:ext uri="{FF2B5EF4-FFF2-40B4-BE49-F238E27FC236}">
                <a16:creationId xmlns:a16="http://schemas.microsoft.com/office/drawing/2014/main" id="{FCEF5D15-0462-42B6-95B7-134852B1CEF6}"/>
              </a:ext>
            </a:extLst>
          </p:cNvPr>
          <p:cNvSpPr>
            <a:spLocks noGrp="1"/>
          </p:cNvSpPr>
          <p:nvPr>
            <p:ph idx="1"/>
          </p:nvPr>
        </p:nvSpPr>
        <p:spPr/>
        <p:txBody>
          <a:bodyPr/>
          <a:lstStyle/>
          <a:p>
            <a:pPr marL="458640" indent="-457200">
              <a:lnSpc>
                <a:spcPct val="100000"/>
              </a:lnSpc>
              <a:buClr>
                <a:srgbClr val="3F3F3F"/>
              </a:buClr>
            </a:pPr>
            <a:r>
              <a:rPr lang="en-US" altLang="zh-TW" sz="2800" b="0" strike="noStrike" spc="-1" dirty="0">
                <a:solidFill>
                  <a:srgbClr val="3F3F3F"/>
                </a:solidFill>
                <a:ea typeface="DejaVu Sans"/>
              </a:rPr>
              <a:t>Library Instance might have dependency rule defined by the </a:t>
            </a: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Depex</a:t>
            </a:r>
            <a:r>
              <a:rPr lang="en-US" altLang="zh-TW" sz="2800" b="1" strike="noStrike" spc="-1" dirty="0">
                <a:solidFill>
                  <a:srgbClr val="3F3F3F"/>
                </a:solidFill>
                <a:ea typeface="DejaVu Sans"/>
              </a:rPr>
              <a:t>]</a:t>
            </a:r>
            <a:r>
              <a:rPr lang="en-US" altLang="zh-TW" sz="2800" b="0" strike="noStrike" spc="-1" dirty="0">
                <a:solidFill>
                  <a:srgbClr val="3F3F3F"/>
                </a:solidFill>
                <a:ea typeface="DejaVu Sans"/>
              </a:rPr>
              <a:t> section in the INF file</a:t>
            </a:r>
            <a:endParaRPr lang="en-US" altLang="zh-TW" sz="2800" b="0" strike="noStrike" spc="-1" dirty="0"/>
          </a:p>
          <a:p>
            <a:pPr>
              <a:lnSpc>
                <a:spcPct val="100000"/>
              </a:lnSpc>
            </a:pPr>
            <a:endParaRPr lang="en-US" altLang="zh-TW" sz="2800" b="0" strike="noStrike" spc="-1" dirty="0"/>
          </a:p>
          <a:p>
            <a:pPr marL="458640" indent="-457200">
              <a:lnSpc>
                <a:spcPct val="100000"/>
              </a:lnSpc>
              <a:buClr>
                <a:srgbClr val="3F3F3F"/>
              </a:buClr>
            </a:pPr>
            <a:r>
              <a:rPr lang="en-US" altLang="zh-TW" sz="2800" b="0" strike="noStrike" spc="-1" dirty="0">
                <a:solidFill>
                  <a:srgbClr val="3F3F3F"/>
                </a:solidFill>
                <a:ea typeface="DejaVu Sans"/>
              </a:rPr>
              <a:t>The dependency rule of the Library Instance will be added to the driver dependency if it is linked by the driver</a:t>
            </a:r>
            <a:endParaRPr lang="en-US" altLang="zh-TW" sz="2800" b="0" strike="noStrike" spc="-1" dirty="0"/>
          </a:p>
          <a:p>
            <a:endParaRPr lang="zh-TW" altLang="en-US" dirty="0"/>
          </a:p>
        </p:txBody>
      </p:sp>
    </p:spTree>
    <p:extLst>
      <p:ext uri="{BB962C8B-B14F-4D97-AF65-F5344CB8AC3E}">
        <p14:creationId xmlns:p14="http://schemas.microsoft.com/office/powerpoint/2010/main" val="85775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0EE1E6-DFF5-4675-8E1F-461E79A8A200}"/>
              </a:ext>
            </a:extLst>
          </p:cNvPr>
          <p:cNvSpPr>
            <a:spLocks noGrp="1"/>
          </p:cNvSpPr>
          <p:nvPr>
            <p:ph type="title"/>
          </p:nvPr>
        </p:nvSpPr>
        <p:spPr/>
        <p:txBody>
          <a:bodyPr>
            <a:normAutofit/>
          </a:bodyPr>
          <a:lstStyle/>
          <a:p>
            <a:r>
              <a:rPr lang="en-US" altLang="zh-TW" dirty="0"/>
              <a:t>Others</a:t>
            </a:r>
            <a:br>
              <a:rPr lang="en-US" altLang="zh-TW" dirty="0"/>
            </a:br>
            <a:r>
              <a:rPr lang="en-US" altLang="zh-TW" sz="2200" b="1" strike="noStrike" spc="-1" dirty="0">
                <a:solidFill>
                  <a:srgbClr val="3F3F3F"/>
                </a:solidFill>
                <a:ea typeface="DejaVu Sans"/>
              </a:rPr>
              <a:t>Dependency Expression – Library Instance Dependency</a:t>
            </a:r>
            <a:endParaRPr lang="zh-TW" altLang="en-US" dirty="0"/>
          </a:p>
        </p:txBody>
      </p:sp>
      <p:grpSp>
        <p:nvGrpSpPr>
          <p:cNvPr id="6" name="群組 5">
            <a:extLst>
              <a:ext uri="{FF2B5EF4-FFF2-40B4-BE49-F238E27FC236}">
                <a16:creationId xmlns:a16="http://schemas.microsoft.com/office/drawing/2014/main" id="{60E31723-3573-42BC-BE6D-5E40D330A5B2}"/>
              </a:ext>
            </a:extLst>
          </p:cNvPr>
          <p:cNvGrpSpPr/>
          <p:nvPr/>
        </p:nvGrpSpPr>
        <p:grpSpPr>
          <a:xfrm>
            <a:off x="2075399" y="1120642"/>
            <a:ext cx="8818920" cy="5735160"/>
            <a:chOff x="246600" y="1044720"/>
            <a:chExt cx="8818920" cy="5735160"/>
          </a:xfrm>
        </p:grpSpPr>
        <p:pic>
          <p:nvPicPr>
            <p:cNvPr id="7" name="Picture 5">
              <a:extLst>
                <a:ext uri="{FF2B5EF4-FFF2-40B4-BE49-F238E27FC236}">
                  <a16:creationId xmlns:a16="http://schemas.microsoft.com/office/drawing/2014/main" id="{78A4A3ED-6309-4FD2-BA18-9A7995FCB5FA}"/>
                </a:ext>
              </a:extLst>
            </p:cNvPr>
            <p:cNvPicPr/>
            <p:nvPr/>
          </p:nvPicPr>
          <p:blipFill>
            <a:blip r:embed="rId2"/>
            <a:stretch/>
          </p:blipFill>
          <p:spPr>
            <a:xfrm>
              <a:off x="432360" y="1417680"/>
              <a:ext cx="4010760" cy="3000600"/>
            </a:xfrm>
            <a:prstGeom prst="rect">
              <a:avLst/>
            </a:prstGeom>
            <a:ln w="9360">
              <a:noFill/>
            </a:ln>
          </p:spPr>
        </p:pic>
        <p:pic>
          <p:nvPicPr>
            <p:cNvPr id="8" name="Picture 6">
              <a:extLst>
                <a:ext uri="{FF2B5EF4-FFF2-40B4-BE49-F238E27FC236}">
                  <a16:creationId xmlns:a16="http://schemas.microsoft.com/office/drawing/2014/main" id="{30CF86F2-3D0F-4737-81AE-D9C767759530}"/>
                </a:ext>
              </a:extLst>
            </p:cNvPr>
            <p:cNvPicPr/>
            <p:nvPr/>
          </p:nvPicPr>
          <p:blipFill>
            <a:blip r:embed="rId3"/>
            <a:stretch/>
          </p:blipFill>
          <p:spPr>
            <a:xfrm>
              <a:off x="5039280" y="1477800"/>
              <a:ext cx="3529800" cy="2254320"/>
            </a:xfrm>
            <a:prstGeom prst="rect">
              <a:avLst/>
            </a:prstGeom>
            <a:ln w="9360">
              <a:noFill/>
            </a:ln>
          </p:spPr>
        </p:pic>
        <p:pic>
          <p:nvPicPr>
            <p:cNvPr id="9" name="Picture 7">
              <a:extLst>
                <a:ext uri="{FF2B5EF4-FFF2-40B4-BE49-F238E27FC236}">
                  <a16:creationId xmlns:a16="http://schemas.microsoft.com/office/drawing/2014/main" id="{8430E665-5215-4C5B-884F-0DF76F9C13C5}"/>
                </a:ext>
              </a:extLst>
            </p:cNvPr>
            <p:cNvPicPr/>
            <p:nvPr/>
          </p:nvPicPr>
          <p:blipFill>
            <a:blip r:embed="rId4"/>
            <a:stretch/>
          </p:blipFill>
          <p:spPr>
            <a:xfrm>
              <a:off x="380880" y="4800600"/>
              <a:ext cx="3899160" cy="1530360"/>
            </a:xfrm>
            <a:prstGeom prst="rect">
              <a:avLst/>
            </a:prstGeom>
            <a:ln w="9360">
              <a:noFill/>
            </a:ln>
          </p:spPr>
        </p:pic>
        <p:pic>
          <p:nvPicPr>
            <p:cNvPr id="10" name="Picture 8">
              <a:extLst>
                <a:ext uri="{FF2B5EF4-FFF2-40B4-BE49-F238E27FC236}">
                  <a16:creationId xmlns:a16="http://schemas.microsoft.com/office/drawing/2014/main" id="{87B6E8D1-DC0A-4CFB-BDB1-864B73494728}"/>
                </a:ext>
              </a:extLst>
            </p:cNvPr>
            <p:cNvPicPr/>
            <p:nvPr/>
          </p:nvPicPr>
          <p:blipFill>
            <a:blip r:embed="rId5"/>
            <a:stretch/>
          </p:blipFill>
          <p:spPr>
            <a:xfrm>
              <a:off x="4800600" y="4191120"/>
              <a:ext cx="4151520" cy="2513160"/>
            </a:xfrm>
            <a:prstGeom prst="rect">
              <a:avLst/>
            </a:prstGeom>
            <a:ln w="9360">
              <a:noFill/>
            </a:ln>
          </p:spPr>
        </p:pic>
        <p:sp>
          <p:nvSpPr>
            <p:cNvPr id="11" name="Line 1">
              <a:extLst>
                <a:ext uri="{FF2B5EF4-FFF2-40B4-BE49-F238E27FC236}">
                  <a16:creationId xmlns:a16="http://schemas.microsoft.com/office/drawing/2014/main" id="{0F061913-8753-4F31-ABA7-705839DA41AD}"/>
                </a:ext>
              </a:extLst>
            </p:cNvPr>
            <p:cNvSpPr/>
            <p:nvPr/>
          </p:nvSpPr>
          <p:spPr>
            <a:xfrm flipV="1">
              <a:off x="1752480" y="2209680"/>
              <a:ext cx="5715000" cy="1447920"/>
            </a:xfrm>
            <a:prstGeom prst="line">
              <a:avLst/>
            </a:prstGeom>
            <a:ln w="9360">
              <a:solidFill>
                <a:srgbClr val="FF0000"/>
              </a:solidFill>
              <a:round/>
              <a:tailEnd type="triangle" w="med" len="med"/>
            </a:ln>
          </p:spPr>
          <p:style>
            <a:lnRef idx="0">
              <a:scrgbClr r="0" g="0" b="0"/>
            </a:lnRef>
            <a:fillRef idx="0">
              <a:scrgbClr r="0" g="0" b="0"/>
            </a:fillRef>
            <a:effectRef idx="0">
              <a:scrgbClr r="0" g="0" b="0"/>
            </a:effectRef>
            <a:fontRef idx="minor"/>
          </p:style>
        </p:sp>
        <p:sp>
          <p:nvSpPr>
            <p:cNvPr id="12" name="Line 2">
              <a:extLst>
                <a:ext uri="{FF2B5EF4-FFF2-40B4-BE49-F238E27FC236}">
                  <a16:creationId xmlns:a16="http://schemas.microsoft.com/office/drawing/2014/main" id="{BE1EFC4E-59E0-41A6-ACEB-52ACE2AE5C82}"/>
                </a:ext>
              </a:extLst>
            </p:cNvPr>
            <p:cNvSpPr/>
            <p:nvPr/>
          </p:nvSpPr>
          <p:spPr>
            <a:xfrm>
              <a:off x="6476760" y="3657600"/>
              <a:ext cx="1600200" cy="1143000"/>
            </a:xfrm>
            <a:prstGeom prst="line">
              <a:avLst/>
            </a:prstGeom>
            <a:ln w="9360">
              <a:solidFill>
                <a:srgbClr val="FF0000"/>
              </a:solidFill>
              <a:round/>
              <a:tailEnd type="triangle" w="med" len="med"/>
            </a:ln>
          </p:spPr>
          <p:style>
            <a:lnRef idx="0">
              <a:scrgbClr r="0" g="0" b="0"/>
            </a:lnRef>
            <a:fillRef idx="0">
              <a:scrgbClr r="0" g="0" b="0"/>
            </a:fillRef>
            <a:effectRef idx="0">
              <a:scrgbClr r="0" g="0" b="0"/>
            </a:effectRef>
            <a:fontRef idx="minor"/>
          </p:style>
        </p:sp>
        <p:sp>
          <p:nvSpPr>
            <p:cNvPr id="13" name="Line 3">
              <a:extLst>
                <a:ext uri="{FF2B5EF4-FFF2-40B4-BE49-F238E27FC236}">
                  <a16:creationId xmlns:a16="http://schemas.microsoft.com/office/drawing/2014/main" id="{F6C576CC-99F3-4E66-8F5C-31B19369A46B}"/>
                </a:ext>
              </a:extLst>
            </p:cNvPr>
            <p:cNvSpPr/>
            <p:nvPr/>
          </p:nvSpPr>
          <p:spPr>
            <a:xfrm flipH="1" flipV="1">
              <a:off x="4419360" y="5790960"/>
              <a:ext cx="685800" cy="609840"/>
            </a:xfrm>
            <a:prstGeom prst="line">
              <a:avLst/>
            </a:prstGeom>
            <a:ln w="9360">
              <a:solidFill>
                <a:srgbClr val="FF0000"/>
              </a:solidFill>
              <a:round/>
              <a:tailEnd type="triangle" w="med" len="med"/>
            </a:ln>
          </p:spPr>
          <p:style>
            <a:lnRef idx="0">
              <a:scrgbClr r="0" g="0" b="0"/>
            </a:lnRef>
            <a:fillRef idx="0">
              <a:scrgbClr r="0" g="0" b="0"/>
            </a:fillRef>
            <a:effectRef idx="0">
              <a:scrgbClr r="0" g="0" b="0"/>
            </a:effectRef>
            <a:fontRef idx="minor"/>
          </p:style>
        </p:sp>
        <p:sp>
          <p:nvSpPr>
            <p:cNvPr id="14" name="CustomShape 4">
              <a:extLst>
                <a:ext uri="{FF2B5EF4-FFF2-40B4-BE49-F238E27FC236}">
                  <a16:creationId xmlns:a16="http://schemas.microsoft.com/office/drawing/2014/main" id="{D7E40412-1543-46CD-8984-1813E42718A9}"/>
                </a:ext>
              </a:extLst>
            </p:cNvPr>
            <p:cNvSpPr/>
            <p:nvPr/>
          </p:nvSpPr>
          <p:spPr>
            <a:xfrm>
              <a:off x="246600" y="1081080"/>
              <a:ext cx="2248200" cy="3636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3F3F3F"/>
                  </a:solidFill>
                  <a:latin typeface="Segoe UI"/>
                  <a:ea typeface="DejaVu Sans"/>
                </a:rPr>
                <a:t>HiddenDepexTest.inf</a:t>
              </a:r>
              <a:endParaRPr lang="en-US" sz="1800" b="0" strike="noStrike" spc="-1">
                <a:latin typeface="Arial"/>
              </a:endParaRPr>
            </a:p>
          </p:txBody>
        </p:sp>
        <p:sp>
          <p:nvSpPr>
            <p:cNvPr id="15" name="CustomShape 5">
              <a:extLst>
                <a:ext uri="{FF2B5EF4-FFF2-40B4-BE49-F238E27FC236}">
                  <a16:creationId xmlns:a16="http://schemas.microsoft.com/office/drawing/2014/main" id="{EA4BD8E6-4DD6-4F74-BDBA-9E1E0885F86B}"/>
                </a:ext>
              </a:extLst>
            </p:cNvPr>
            <p:cNvSpPr/>
            <p:nvPr/>
          </p:nvSpPr>
          <p:spPr>
            <a:xfrm>
              <a:off x="4843080" y="1044720"/>
              <a:ext cx="1812240" cy="3636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3F3F3F"/>
                  </a:solidFill>
                  <a:latin typeface="Segoe UI"/>
                  <a:ea typeface="DejaVu Sans"/>
                </a:rPr>
                <a:t>DepexTestLib.inf</a:t>
              </a:r>
              <a:endParaRPr lang="en-US" sz="1800" b="0" strike="noStrike" spc="-1">
                <a:latin typeface="Arial"/>
              </a:endParaRPr>
            </a:p>
          </p:txBody>
        </p:sp>
        <p:sp>
          <p:nvSpPr>
            <p:cNvPr id="16" name="CustomShape 6">
              <a:extLst>
                <a:ext uri="{FF2B5EF4-FFF2-40B4-BE49-F238E27FC236}">
                  <a16:creationId xmlns:a16="http://schemas.microsoft.com/office/drawing/2014/main" id="{C5378724-C094-409B-88FC-7BE39BAF8EC4}"/>
                </a:ext>
              </a:extLst>
            </p:cNvPr>
            <p:cNvSpPr/>
            <p:nvPr/>
          </p:nvSpPr>
          <p:spPr>
            <a:xfrm>
              <a:off x="4844880" y="3809880"/>
              <a:ext cx="1935720" cy="3636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3F3F3F"/>
                  </a:solidFill>
                  <a:latin typeface="Segoe UI"/>
                  <a:ea typeface="DejaVu Sans"/>
                </a:rPr>
                <a:t>DepexTest2Lib.inf</a:t>
              </a:r>
              <a:endParaRPr lang="en-US" sz="1800" b="0" strike="noStrike" spc="-1">
                <a:latin typeface="Arial"/>
              </a:endParaRPr>
            </a:p>
          </p:txBody>
        </p:sp>
        <p:sp>
          <p:nvSpPr>
            <p:cNvPr id="17" name="CustomShape 7">
              <a:extLst>
                <a:ext uri="{FF2B5EF4-FFF2-40B4-BE49-F238E27FC236}">
                  <a16:creationId xmlns:a16="http://schemas.microsoft.com/office/drawing/2014/main" id="{7AFB397C-F3D1-457D-929D-FBEE158EF1F9}"/>
                </a:ext>
              </a:extLst>
            </p:cNvPr>
            <p:cNvSpPr/>
            <p:nvPr/>
          </p:nvSpPr>
          <p:spPr>
            <a:xfrm>
              <a:off x="294840" y="4419720"/>
              <a:ext cx="2184120" cy="3636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3F3F3F"/>
                  </a:solidFill>
                  <a:latin typeface="Segoe UI"/>
                  <a:ea typeface="DejaVu Sans"/>
                </a:rPr>
                <a:t>Dependency output</a:t>
              </a:r>
              <a:endParaRPr lang="en-US" sz="1800" b="0" strike="noStrike" spc="-1">
                <a:latin typeface="Arial"/>
              </a:endParaRPr>
            </a:p>
          </p:txBody>
        </p:sp>
        <p:sp>
          <p:nvSpPr>
            <p:cNvPr id="18" name="CustomShape 9">
              <a:extLst>
                <a:ext uri="{FF2B5EF4-FFF2-40B4-BE49-F238E27FC236}">
                  <a16:creationId xmlns:a16="http://schemas.microsoft.com/office/drawing/2014/main" id="{F898E234-7C41-4B52-9A55-32AC08121483}"/>
                </a:ext>
              </a:extLst>
            </p:cNvPr>
            <p:cNvSpPr/>
            <p:nvPr/>
          </p:nvSpPr>
          <p:spPr>
            <a:xfrm>
              <a:off x="8554680" y="6416280"/>
              <a:ext cx="510840" cy="363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a:lnSpc>
                  <a:spcPct val="100000"/>
                </a:lnSpc>
              </a:pPr>
              <a:fld id="{D0E2F3D6-E759-4C18-8288-D79E79945422}" type="slidenum">
                <a:rPr lang="en-US" sz="1000" b="0" strike="noStrike" spc="-1">
                  <a:solidFill>
                    <a:srgbClr val="A6A6A6"/>
                  </a:solidFill>
                  <a:latin typeface="Segoe UI"/>
                  <a:ea typeface="DejaVu Sans"/>
                </a:rPr>
                <a:t>34</a:t>
              </a:fld>
              <a:endParaRPr lang="en-US" sz="1000" b="0" strike="noStrike" spc="-1">
                <a:latin typeface="Arial"/>
              </a:endParaRPr>
            </a:p>
          </p:txBody>
        </p:sp>
      </p:grpSp>
    </p:spTree>
    <p:extLst>
      <p:ext uri="{BB962C8B-B14F-4D97-AF65-F5344CB8AC3E}">
        <p14:creationId xmlns:p14="http://schemas.microsoft.com/office/powerpoint/2010/main" val="3846811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EE82BE-F066-4DCD-848A-25B6485DD7DC}"/>
              </a:ext>
            </a:extLst>
          </p:cNvPr>
          <p:cNvSpPr>
            <a:spLocks noGrp="1"/>
          </p:cNvSpPr>
          <p:nvPr>
            <p:ph type="title"/>
          </p:nvPr>
        </p:nvSpPr>
        <p:spPr/>
        <p:txBody>
          <a:bodyPr>
            <a:normAutofit/>
          </a:bodyPr>
          <a:lstStyle/>
          <a:p>
            <a:r>
              <a:rPr lang="en-US" altLang="zh-TW" dirty="0"/>
              <a:t>Others</a:t>
            </a:r>
            <a:br>
              <a:rPr lang="en-US" altLang="zh-TW" dirty="0"/>
            </a:br>
            <a:r>
              <a:rPr lang="en-US" altLang="zh-TW" sz="2200" b="1" strike="noStrike" spc="-1" dirty="0">
                <a:solidFill>
                  <a:srgbClr val="3F3F3F"/>
                </a:solidFill>
                <a:ea typeface="DejaVu Sans"/>
              </a:rPr>
              <a:t>Dependency Expression – Library Instance Dependency</a:t>
            </a:r>
            <a:endParaRPr lang="zh-TW" altLang="en-US" sz="2200" dirty="0"/>
          </a:p>
        </p:txBody>
      </p:sp>
      <p:sp>
        <p:nvSpPr>
          <p:cNvPr id="3" name="內容版面配置區 2">
            <a:extLst>
              <a:ext uri="{FF2B5EF4-FFF2-40B4-BE49-F238E27FC236}">
                <a16:creationId xmlns:a16="http://schemas.microsoft.com/office/drawing/2014/main" id="{FC6E80E0-CAC7-442B-9AB1-E51A278A544E}"/>
              </a:ext>
            </a:extLst>
          </p:cNvPr>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b="0" strike="noStrike" spc="-1" dirty="0" err="1">
                <a:solidFill>
                  <a:srgbClr val="3F3F3F"/>
                </a:solidFill>
                <a:ea typeface="DejaVu Sans"/>
              </a:rPr>
              <a:t>MdePkg</a:t>
            </a:r>
            <a:r>
              <a:rPr lang="en-US" altLang="zh-TW" b="0" strike="noStrike" spc="-1" dirty="0">
                <a:solidFill>
                  <a:srgbClr val="3F3F3F"/>
                </a:solidFill>
                <a:ea typeface="DejaVu Sans"/>
              </a:rPr>
              <a:t>/Library/</a:t>
            </a:r>
            <a:r>
              <a:rPr lang="en-US" altLang="zh-TW" b="0" strike="noStrike" spc="-1" dirty="0" err="1">
                <a:solidFill>
                  <a:srgbClr val="3F3F3F"/>
                </a:solidFill>
                <a:ea typeface="DejaVu Sans"/>
              </a:rPr>
              <a:t>DxeSmbusLib</a:t>
            </a:r>
            <a:r>
              <a:rPr lang="en-US" altLang="zh-TW" b="0" strike="noStrike" spc="-1" dirty="0">
                <a:solidFill>
                  <a:srgbClr val="3F3F3F"/>
                </a:solidFill>
                <a:ea typeface="DejaVu Sans"/>
              </a:rPr>
              <a:t>/DxeSmbusLib.inf</a:t>
            </a:r>
            <a:endParaRPr lang="en-US" altLang="zh-TW" b="0" strike="noStrike" spc="-1" dirty="0"/>
          </a:p>
          <a:p>
            <a:pPr>
              <a:lnSpc>
                <a:spcPct val="100000"/>
              </a:lnSpc>
            </a:pPr>
            <a:endParaRPr lang="en-US" altLang="zh-TW" b="0" strike="noStrike" spc="-1" dirty="0"/>
          </a:p>
          <a:p>
            <a:pPr marL="0" indent="0">
              <a:lnSpc>
                <a:spcPct val="100000"/>
              </a:lnSpc>
              <a:buNone/>
            </a:pPr>
            <a:r>
              <a:rPr lang="en-US" altLang="zh-TW" sz="2000" b="1" strike="noStrike" spc="-1" dirty="0">
                <a:solidFill>
                  <a:srgbClr val="3F3F3F"/>
                </a:solidFill>
                <a:ea typeface="DejaVu Sans"/>
              </a:rPr>
              <a:t>[</a:t>
            </a:r>
            <a:r>
              <a:rPr lang="en-US" altLang="zh-TW" sz="2000" b="1" strike="noStrike" spc="-1" dirty="0" err="1">
                <a:solidFill>
                  <a:srgbClr val="3F3F3F"/>
                </a:solidFill>
                <a:ea typeface="DejaVu Sans"/>
              </a:rPr>
              <a:t>Depex.common.DXE_DRIVER</a:t>
            </a:r>
            <a:r>
              <a:rPr lang="en-US" altLang="zh-TW" sz="2000" b="1" strike="noStrike" spc="-1" dirty="0">
                <a:solidFill>
                  <a:srgbClr val="3F3F3F"/>
                </a:solidFill>
                <a:ea typeface="DejaVu Sans"/>
              </a:rPr>
              <a:t>, </a:t>
            </a:r>
            <a:r>
              <a:rPr lang="en-US" altLang="zh-TW" sz="2000" b="1" strike="noStrike" spc="-1" dirty="0" err="1">
                <a:solidFill>
                  <a:srgbClr val="3F3F3F"/>
                </a:solidFill>
                <a:ea typeface="DejaVu Sans"/>
              </a:rPr>
              <a:t>Depex.common.DXE_RUNTIME_DRIVER</a:t>
            </a:r>
            <a:r>
              <a:rPr lang="en-US" altLang="zh-TW" sz="2000" b="1" strike="noStrike" spc="-1" dirty="0">
                <a:solidFill>
                  <a:srgbClr val="3F3F3F"/>
                </a:solidFill>
                <a:ea typeface="DejaVu Sans"/>
              </a:rPr>
              <a:t>, </a:t>
            </a:r>
            <a:r>
              <a:rPr lang="en-US" altLang="zh-TW" sz="2000" b="1" strike="noStrike" spc="-1" dirty="0" err="1">
                <a:solidFill>
                  <a:srgbClr val="3F3F3F"/>
                </a:solidFill>
                <a:ea typeface="DejaVu Sans"/>
              </a:rPr>
              <a:t>Depex.common.DXE_SAL_DRIVER</a:t>
            </a:r>
            <a:r>
              <a:rPr lang="en-US" altLang="zh-TW" sz="2000" b="1" strike="noStrike" spc="-1" dirty="0">
                <a:solidFill>
                  <a:srgbClr val="3F3F3F"/>
                </a:solidFill>
                <a:ea typeface="DejaVu Sans"/>
              </a:rPr>
              <a:t>, </a:t>
            </a:r>
            <a:r>
              <a:rPr lang="en-US" altLang="zh-TW" sz="2000" b="1" strike="noStrike" spc="-1" dirty="0" err="1">
                <a:solidFill>
                  <a:srgbClr val="3F3F3F"/>
                </a:solidFill>
                <a:ea typeface="DejaVu Sans"/>
              </a:rPr>
              <a:t>Depex.common.DXE_SMM_DRIVER</a:t>
            </a:r>
            <a:r>
              <a:rPr lang="en-US" altLang="zh-TW" sz="2000" b="1" strike="noStrike" spc="-1" dirty="0">
                <a:solidFill>
                  <a:srgbClr val="3F3F3F"/>
                </a:solidFill>
                <a:ea typeface="DejaVu Sans"/>
              </a:rPr>
              <a:t>]</a:t>
            </a:r>
            <a:endParaRPr lang="en-US" altLang="zh-TW" sz="2000" b="0" strike="noStrike" spc="-1" dirty="0"/>
          </a:p>
          <a:p>
            <a:pPr marL="0" indent="0">
              <a:lnSpc>
                <a:spcPct val="100000"/>
              </a:lnSpc>
              <a:buNone/>
            </a:pPr>
            <a:r>
              <a:rPr lang="en-US" altLang="zh-TW" sz="2000" b="1" strike="noStrike" spc="-1" dirty="0">
                <a:solidFill>
                  <a:srgbClr val="3F3F3F"/>
                </a:solidFill>
                <a:ea typeface="DejaVu Sans"/>
              </a:rPr>
              <a:t>  </a:t>
            </a:r>
            <a:r>
              <a:rPr lang="en-US" altLang="zh-TW" sz="2000" b="1" strike="noStrike" spc="-1" dirty="0" err="1">
                <a:solidFill>
                  <a:srgbClr val="3F3F3F"/>
                </a:solidFill>
                <a:ea typeface="DejaVu Sans"/>
              </a:rPr>
              <a:t>gEfiSmbusHcProtocolGuid</a:t>
            </a:r>
            <a:endParaRPr lang="en-US" altLang="zh-TW" sz="2000" b="0" strike="noStrike" spc="-1" dirty="0"/>
          </a:p>
          <a:p>
            <a:pPr>
              <a:lnSpc>
                <a:spcPct val="100000"/>
              </a:lnSpc>
            </a:pPr>
            <a:endParaRPr lang="en-US" altLang="zh-TW" b="0" strike="noStrike" spc="-1" dirty="0"/>
          </a:p>
        </p:txBody>
      </p:sp>
    </p:spTree>
    <p:extLst>
      <p:ext uri="{BB962C8B-B14F-4D97-AF65-F5344CB8AC3E}">
        <p14:creationId xmlns:p14="http://schemas.microsoft.com/office/powerpoint/2010/main" val="3261189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36</a:t>
            </a:fld>
            <a:endParaRPr lang="en-US" dirty="0"/>
          </a:p>
        </p:txBody>
      </p:sp>
    </p:spTree>
    <p:extLst>
      <p:ext uri="{BB962C8B-B14F-4D97-AF65-F5344CB8AC3E}">
        <p14:creationId xmlns:p14="http://schemas.microsoft.com/office/powerpoint/2010/main" val="1802016126"/>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7147</TotalTime>
  <Words>2190</Words>
  <Application>Microsoft Office PowerPoint</Application>
  <PresentationFormat>Widescreen</PresentationFormat>
  <Paragraphs>348</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Segoe UI</vt:lpstr>
      <vt:lpstr>2018 Theme</vt:lpstr>
      <vt:lpstr>Library Class &amp; Library Instance</vt:lpstr>
      <vt:lpstr>Copyright 2021 Insyde Software Corp., All Rights Reserved.</vt:lpstr>
      <vt:lpstr>Agenda</vt:lpstr>
      <vt:lpstr>Goal &amp; Target Audience</vt:lpstr>
      <vt:lpstr>Goal &amp; Target Audience</vt:lpstr>
      <vt:lpstr>Overview</vt:lpstr>
      <vt:lpstr>Overview EDK2 Library Classes/Library Instances</vt:lpstr>
      <vt:lpstr>Overview Library Classes/Library Instances Parsing Precedence</vt:lpstr>
      <vt:lpstr>Overview Library Classes/Library Instances Parsing Precedence</vt:lpstr>
      <vt:lpstr>Overview Library Classes/Library Instances Parsing Precedence</vt:lpstr>
      <vt:lpstr>Overview Library Classes/Library Instances Parsing Precedence</vt:lpstr>
      <vt:lpstr>Overview Library Classes/Library Instances Parsing Precedence</vt:lpstr>
      <vt:lpstr>Overview Library Classes/Library Instances Parsing Precedence</vt:lpstr>
      <vt:lpstr>How to Add Library Class API</vt:lpstr>
      <vt:lpstr>How to Add Library Class API</vt:lpstr>
      <vt:lpstr>How to Add Library Class API</vt:lpstr>
      <vt:lpstr>How to Implement New Library Instance</vt:lpstr>
      <vt:lpstr>How to Implement New Library Instance</vt:lpstr>
      <vt:lpstr>How to Implement New Library Instance</vt:lpstr>
      <vt:lpstr>How to Implement New Library Instance</vt:lpstr>
      <vt:lpstr>How to Implement New Library Instance</vt:lpstr>
      <vt:lpstr>How to Implement New Library Instance</vt:lpstr>
      <vt:lpstr>How to Implement New Library Instance</vt:lpstr>
      <vt:lpstr>How to Implement New Library Instance</vt:lpstr>
      <vt:lpstr>How to Use Library</vt:lpstr>
      <vt:lpstr>How to Use Library</vt:lpstr>
      <vt:lpstr>How to Use Library</vt:lpstr>
      <vt:lpstr>How to Change Library Class/Instance Mapping</vt:lpstr>
      <vt:lpstr>How to Change Library Class/Instance Mapping</vt:lpstr>
      <vt:lpstr>Others</vt:lpstr>
      <vt:lpstr>Others Constructor &amp; Destructor</vt:lpstr>
      <vt:lpstr>Others UEFI Image Execution</vt:lpstr>
      <vt:lpstr>Others Dependency Expression – Library Instance Dependency</vt:lpstr>
      <vt:lpstr>Others Dependency Expression – Library Instance Dependency</vt:lpstr>
      <vt:lpstr>Others Dependency Expression – Library Instance Dependency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107</cp:revision>
  <dcterms:created xsi:type="dcterms:W3CDTF">2018-02-02T23:50:52Z</dcterms:created>
  <dcterms:modified xsi:type="dcterms:W3CDTF">2021-03-05T05:40:50Z</dcterms:modified>
</cp:coreProperties>
</file>