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3"/>
  </p:notesMasterIdLst>
  <p:sldIdLst>
    <p:sldId id="351" r:id="rId2"/>
    <p:sldId id="364" r:id="rId3"/>
    <p:sldId id="365" r:id="rId4"/>
    <p:sldId id="366" r:id="rId5"/>
    <p:sldId id="367" r:id="rId6"/>
    <p:sldId id="368" r:id="rId7"/>
    <p:sldId id="436" r:id="rId8"/>
    <p:sldId id="487" r:id="rId9"/>
    <p:sldId id="497" r:id="rId10"/>
    <p:sldId id="488" r:id="rId11"/>
    <p:sldId id="489" r:id="rId12"/>
    <p:sldId id="490" r:id="rId13"/>
    <p:sldId id="498" r:id="rId14"/>
    <p:sldId id="491" r:id="rId15"/>
    <p:sldId id="492" r:id="rId16"/>
    <p:sldId id="493" r:id="rId17"/>
    <p:sldId id="494" r:id="rId18"/>
    <p:sldId id="495" r:id="rId19"/>
    <p:sldId id="468" r:id="rId20"/>
    <p:sldId id="469" r:id="rId21"/>
    <p:sldId id="49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p:scale>
          <a:sx n="50" d="100"/>
          <a:sy n="50" d="100"/>
        </p:scale>
        <p:origin x="116"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3/31/2021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3/31/2021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SPI Flash Parts</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730382448"/>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Goals &amp; Target Audience</a:t>
            </a:r>
            <a:endParaRPr lang="en-US" altLang="zh-TW" sz="2800" b="0" strike="noStrike" spc="-1" dirty="0">
              <a:solidFill>
                <a:srgbClr val="3F3F3F"/>
              </a:solidFill>
              <a:latin typeface="Segoe UI"/>
            </a:endParaRPr>
          </a:p>
          <a:p>
            <a:r>
              <a:rPr lang="en-US" altLang="zh-TW" spc="-1" dirty="0">
                <a:solidFill>
                  <a:srgbClr val="FFFFFF"/>
                </a:solidFill>
                <a:latin typeface="Segoe UI"/>
              </a:rPr>
              <a:t>Related Files</a:t>
            </a:r>
          </a:p>
          <a:p>
            <a:r>
              <a:rPr lang="en-US" altLang="zh-TW" spc="-1" dirty="0">
                <a:solidFill>
                  <a:srgbClr val="FFFFFF"/>
                </a:solidFill>
                <a:latin typeface="Segoe UI"/>
              </a:rPr>
              <a:t>Customization Steps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898515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260277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r>
              <a:rPr lang="en-US" altLang="zh-TW" b="1" dirty="0"/>
              <a:t>Target Audience:</a:t>
            </a:r>
          </a:p>
          <a:p>
            <a:pPr lvl="1"/>
            <a:r>
              <a:rPr lang="en-US" altLang="zh-TW" dirty="0"/>
              <a:t>BIOS developers who use InsydeH2O 5.4 (EDK II) to create their firmware products.</a:t>
            </a:r>
          </a:p>
          <a:p>
            <a:endParaRPr lang="en-US" altLang="zh-TW" dirty="0"/>
          </a:p>
          <a:p>
            <a:r>
              <a:rPr lang="en-US" altLang="zh-TW" b="1" dirty="0"/>
              <a:t>Goals:</a:t>
            </a:r>
          </a:p>
          <a:p>
            <a:pPr lvl="1"/>
            <a:r>
              <a:rPr lang="en-US" altLang="zh-TW" dirty="0"/>
              <a:t>Know how to support a new SPI flash device in InsydeH2O 5.4.</a:t>
            </a:r>
          </a:p>
          <a:p>
            <a:endParaRPr lang="en-US" altLang="zh-TW" dirty="0"/>
          </a:p>
          <a:p>
            <a:r>
              <a:rPr lang="en-US" altLang="zh-TW" b="1" dirty="0"/>
              <a:t>Requirements:</a:t>
            </a:r>
          </a:p>
          <a:p>
            <a:pPr lvl="1"/>
            <a:r>
              <a:rPr lang="en-US" altLang="zh-TW" dirty="0"/>
              <a:t>InsydeH2O 5.4 source code</a:t>
            </a:r>
          </a:p>
          <a:p>
            <a:pPr lvl="1"/>
            <a:r>
              <a:rPr lang="en-US" altLang="zh-TW" dirty="0"/>
              <a:t>SPI device datasheet</a:t>
            </a: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Related Files</a:t>
            </a:r>
          </a:p>
        </p:txBody>
      </p:sp>
    </p:spTree>
    <p:extLst>
      <p:ext uri="{BB962C8B-B14F-4D97-AF65-F5344CB8AC3E}">
        <p14:creationId xmlns:p14="http://schemas.microsoft.com/office/powerpoint/2010/main" val="355602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indent="-228240">
              <a:lnSpc>
                <a:spcPct val="100000"/>
              </a:lnSpc>
              <a:buClr>
                <a:srgbClr val="3F3F3F"/>
              </a:buClr>
              <a:buFont typeface="Arial"/>
              <a:buChar char="•"/>
            </a:pPr>
            <a:r>
              <a:rPr lang="en-US" altLang="zh-TW" sz="2400" spc="-1" dirty="0" err="1">
                <a:solidFill>
                  <a:srgbClr val="3F3F3F"/>
                </a:solidFill>
                <a:uFill>
                  <a:solidFill>
                    <a:srgbClr val="FFFFFF"/>
                  </a:solidFill>
                </a:uFill>
              </a:rPr>
              <a:t>Insyde</a:t>
            </a:r>
            <a:r>
              <a:rPr lang="en-US" altLang="zh-TW" sz="2400" spc="-1" dirty="0">
                <a:solidFill>
                  <a:srgbClr val="3F3F3F"/>
                </a:solidFill>
                <a:uFill>
                  <a:solidFill>
                    <a:srgbClr val="FFFFFF"/>
                  </a:solidFill>
                </a:uFill>
              </a:rPr>
              <a:t>/</a:t>
            </a:r>
            <a:r>
              <a:rPr lang="en-US" altLang="zh-TW" sz="2400" spc="-1" dirty="0" err="1">
                <a:solidFill>
                  <a:srgbClr val="3F3F3F"/>
                </a:solidFill>
                <a:uFill>
                  <a:solidFill>
                    <a:srgbClr val="FFFFFF"/>
                  </a:solidFill>
                </a:uFill>
              </a:rPr>
              <a:t>InsydeModulePkg</a:t>
            </a:r>
            <a:r>
              <a:rPr lang="en-US" altLang="zh-TW" sz="2400" spc="-1" dirty="0">
                <a:solidFill>
                  <a:srgbClr val="3F3F3F"/>
                </a:solidFill>
                <a:uFill>
                  <a:solidFill>
                    <a:srgbClr val="FFFFFF"/>
                  </a:solidFill>
                </a:uFill>
              </a:rPr>
              <a:t>/Include/Library/</a:t>
            </a:r>
            <a:r>
              <a:rPr lang="en-US" altLang="zh-TW" sz="2400" spc="-1" dirty="0" err="1">
                <a:solidFill>
                  <a:srgbClr val="1F00DA"/>
                </a:solidFill>
                <a:uFill>
                  <a:solidFill>
                    <a:srgbClr val="FFFFFF"/>
                  </a:solidFill>
                </a:uFill>
              </a:rPr>
              <a:t>FdSupportLib.h</a:t>
            </a:r>
            <a:endParaRPr lang="en-US" altLang="zh-TW" sz="2400" spc="-1" dirty="0">
              <a:solidFill>
                <a:srgbClr val="3F3F3F"/>
              </a:solidFill>
              <a:uFill>
                <a:solidFill>
                  <a:srgbClr val="FFFFFF"/>
                </a:solidFill>
              </a:uFill>
            </a:endParaRPr>
          </a:p>
          <a:p>
            <a:pPr indent="-228240">
              <a:lnSpc>
                <a:spcPct val="100000"/>
              </a:lnSpc>
              <a:buClr>
                <a:srgbClr val="3F3F3F"/>
              </a:buClr>
              <a:buFont typeface="Arial"/>
              <a:buChar char="•"/>
            </a:pPr>
            <a:r>
              <a:rPr lang="en-US" altLang="zh-TW" sz="2400" spc="-1" dirty="0" err="1">
                <a:solidFill>
                  <a:srgbClr val="3F3F3F"/>
                </a:solidFill>
                <a:uFill>
                  <a:solidFill>
                    <a:srgbClr val="FFFFFF"/>
                  </a:solidFill>
                </a:uFill>
              </a:rPr>
              <a:t>Insyde</a:t>
            </a:r>
            <a:r>
              <a:rPr lang="en-US" altLang="zh-TW" sz="2400" spc="-1" dirty="0">
                <a:solidFill>
                  <a:srgbClr val="3F3F3F"/>
                </a:solidFill>
                <a:uFill>
                  <a:solidFill>
                    <a:srgbClr val="FFFFFF"/>
                  </a:solidFill>
                </a:uFill>
              </a:rPr>
              <a:t>/</a:t>
            </a:r>
            <a:r>
              <a:rPr lang="en-US" altLang="zh-TW" sz="2400" spc="-1" dirty="0" err="1">
                <a:solidFill>
                  <a:srgbClr val="3F3F3F"/>
                </a:solidFill>
                <a:uFill>
                  <a:solidFill>
                    <a:srgbClr val="FFFFFF"/>
                  </a:solidFill>
                </a:uFill>
              </a:rPr>
              <a:t>InsydeModulePkg</a:t>
            </a:r>
            <a:r>
              <a:rPr lang="en-US" altLang="zh-TW" sz="2400" spc="-1" dirty="0">
                <a:solidFill>
                  <a:srgbClr val="3F3F3F"/>
                </a:solidFill>
                <a:uFill>
                  <a:solidFill>
                    <a:srgbClr val="FFFFFF"/>
                  </a:solidFill>
                </a:uFill>
              </a:rPr>
              <a:t>/Include/Library/</a:t>
            </a:r>
            <a:r>
              <a:rPr lang="en-US" altLang="zh-TW" sz="2400" spc="-1" dirty="0" err="1">
                <a:solidFill>
                  <a:srgbClr val="3333CC"/>
                </a:solidFill>
                <a:uFill>
                  <a:solidFill>
                    <a:srgbClr val="FFFFFF"/>
                  </a:solidFill>
                </a:uFill>
              </a:rPr>
              <a:t>SpiAccessLib.h</a:t>
            </a:r>
            <a:endParaRPr lang="en-US" altLang="zh-TW" sz="2400" spc="-1" dirty="0">
              <a:solidFill>
                <a:srgbClr val="3F3F3F"/>
              </a:solidFill>
              <a:uFill>
                <a:solidFill>
                  <a:srgbClr val="FFFFFF"/>
                </a:solidFill>
              </a:uFill>
            </a:endParaRPr>
          </a:p>
          <a:p>
            <a:pPr indent="-228240">
              <a:lnSpc>
                <a:spcPct val="100000"/>
              </a:lnSpc>
              <a:buClr>
                <a:srgbClr val="3F3F3F"/>
              </a:buClr>
              <a:buFont typeface="Arial"/>
              <a:buChar char="•"/>
            </a:pPr>
            <a:r>
              <a:rPr lang="en-US" altLang="zh-TW" sz="2400" spc="-1" dirty="0" err="1">
                <a:solidFill>
                  <a:srgbClr val="3F3F3F"/>
                </a:solidFill>
                <a:uFill>
                  <a:solidFill>
                    <a:srgbClr val="FFFFFF"/>
                  </a:solidFill>
                </a:uFill>
              </a:rPr>
              <a:t>Insyde</a:t>
            </a:r>
            <a:r>
              <a:rPr lang="en-US" altLang="zh-TW" sz="2400" spc="-1" dirty="0">
                <a:solidFill>
                  <a:srgbClr val="3F3F3F"/>
                </a:solidFill>
                <a:uFill>
                  <a:solidFill>
                    <a:srgbClr val="FFFFFF"/>
                  </a:solidFill>
                </a:uFill>
              </a:rPr>
              <a:t>/</a:t>
            </a:r>
            <a:r>
              <a:rPr lang="en-US" altLang="zh-TW" sz="2400" spc="-1" dirty="0" err="1">
                <a:solidFill>
                  <a:srgbClr val="3F3F3F"/>
                </a:solidFill>
                <a:uFill>
                  <a:solidFill>
                    <a:srgbClr val="FFFFFF"/>
                  </a:solidFill>
                </a:uFill>
              </a:rPr>
              <a:t>InsydeFlashDevicePkg</a:t>
            </a:r>
            <a:r>
              <a:rPr lang="en-US" altLang="zh-TW" sz="2400" spc="-1" dirty="0">
                <a:solidFill>
                  <a:srgbClr val="3F3F3F"/>
                </a:solidFill>
                <a:uFill>
                  <a:solidFill>
                    <a:srgbClr val="FFFFFF"/>
                  </a:solidFill>
                </a:uFill>
              </a:rPr>
              <a:t>/Include/Library/</a:t>
            </a:r>
            <a:r>
              <a:rPr lang="en-US" altLang="zh-TW" sz="2400" spc="-1" dirty="0">
                <a:solidFill>
                  <a:srgbClr val="3333CC"/>
                </a:solidFill>
                <a:uFill>
                  <a:solidFill>
                    <a:srgbClr val="FFFFFF"/>
                  </a:solidFill>
                </a:uFill>
              </a:rPr>
              <a:t>H2OFlashLib.h</a:t>
            </a:r>
          </a:p>
          <a:p>
            <a:pPr indent="-228240">
              <a:lnSpc>
                <a:spcPct val="100000"/>
              </a:lnSpc>
              <a:buClr>
                <a:srgbClr val="3F3F3F"/>
              </a:buClr>
              <a:buFont typeface="Arial"/>
              <a:buChar char="•"/>
            </a:pPr>
            <a:r>
              <a:rPr lang="en-US" altLang="zh-TW" sz="2400" spc="-1" dirty="0" err="1">
                <a:solidFill>
                  <a:srgbClr val="3F3F3F"/>
                </a:solidFill>
                <a:uFill>
                  <a:solidFill>
                    <a:srgbClr val="FFFFFF"/>
                  </a:solidFill>
                </a:uFill>
              </a:rPr>
              <a:t>Insyde</a:t>
            </a:r>
            <a:r>
              <a:rPr lang="en-US" altLang="zh-TW" sz="2400" spc="-1" dirty="0">
                <a:solidFill>
                  <a:srgbClr val="3F3F3F"/>
                </a:solidFill>
                <a:uFill>
                  <a:solidFill>
                    <a:srgbClr val="FFFFFF"/>
                  </a:solidFill>
                </a:uFill>
              </a:rPr>
              <a:t>/</a:t>
            </a:r>
            <a:r>
              <a:rPr lang="en-US" altLang="zh-TW" sz="2400" spc="-1" dirty="0" err="1">
                <a:solidFill>
                  <a:srgbClr val="3F3F3F"/>
                </a:solidFill>
                <a:uFill>
                  <a:solidFill>
                    <a:srgbClr val="FFFFFF"/>
                  </a:solidFill>
                </a:uFill>
              </a:rPr>
              <a:t>InsydeFlashDevicePkg</a:t>
            </a:r>
            <a:r>
              <a:rPr lang="en-US" altLang="zh-TW" sz="2400" spc="-1" dirty="0">
                <a:solidFill>
                  <a:srgbClr val="3F3F3F"/>
                </a:solidFill>
                <a:uFill>
                  <a:solidFill>
                    <a:srgbClr val="FFFFFF"/>
                  </a:solidFill>
                </a:uFill>
              </a:rPr>
              <a:t>/Include/</a:t>
            </a:r>
            <a:r>
              <a:rPr lang="en-US" altLang="zh-TW" sz="2400" spc="-1" dirty="0" err="1">
                <a:solidFill>
                  <a:srgbClr val="3333CC"/>
                </a:solidFill>
                <a:uFill>
                  <a:solidFill>
                    <a:srgbClr val="FFFFFF"/>
                  </a:solidFill>
                </a:uFill>
              </a:rPr>
              <a:t>SpiFlashDevice.h</a:t>
            </a:r>
            <a:endParaRPr lang="en-US" altLang="zh-TW" sz="2400" spc="-1" dirty="0">
              <a:solidFill>
                <a:srgbClr val="3F3F3F"/>
              </a:solidFill>
              <a:uFill>
                <a:solidFill>
                  <a:srgbClr val="FFFFFF"/>
                </a:solidFill>
              </a:uFill>
            </a:endParaRPr>
          </a:p>
          <a:p>
            <a:pPr indent="-228240">
              <a:lnSpc>
                <a:spcPct val="100000"/>
              </a:lnSpc>
              <a:buClr>
                <a:srgbClr val="3F3F3F"/>
              </a:buClr>
              <a:buFont typeface="Arial"/>
              <a:buChar char="•"/>
            </a:pPr>
            <a:r>
              <a:rPr lang="en-US" altLang="zh-TW" sz="2400" spc="-1" dirty="0" err="1">
                <a:solidFill>
                  <a:srgbClr val="3F3F3F"/>
                </a:solidFill>
                <a:uFill>
                  <a:solidFill>
                    <a:srgbClr val="FFFFFF"/>
                  </a:solidFill>
                </a:uFill>
              </a:rPr>
              <a:t>Insyde</a:t>
            </a:r>
            <a:r>
              <a:rPr lang="en-US" altLang="zh-TW" sz="2400" spc="-1" dirty="0">
                <a:solidFill>
                  <a:srgbClr val="3F3F3F"/>
                </a:solidFill>
                <a:uFill>
                  <a:solidFill>
                    <a:srgbClr val="FFFFFF"/>
                  </a:solidFill>
                </a:uFill>
              </a:rPr>
              <a:t>/</a:t>
            </a:r>
            <a:r>
              <a:rPr lang="en-US" altLang="zh-TW" sz="2400" spc="-1" dirty="0" err="1">
                <a:solidFill>
                  <a:srgbClr val="3F3F3F"/>
                </a:solidFill>
                <a:uFill>
                  <a:solidFill>
                    <a:srgbClr val="FFFFFF"/>
                  </a:solidFill>
                </a:uFill>
              </a:rPr>
              <a:t>InsydeFlashDevicePkg</a:t>
            </a:r>
            <a:r>
              <a:rPr lang="en-US" altLang="zh-TW" sz="2400" spc="-1" dirty="0">
                <a:solidFill>
                  <a:srgbClr val="3F3F3F"/>
                </a:solidFill>
                <a:uFill>
                  <a:solidFill>
                    <a:srgbClr val="FFFFFF"/>
                  </a:solidFill>
                </a:uFill>
              </a:rPr>
              <a:t>/Library/</a:t>
            </a:r>
            <a:r>
              <a:rPr lang="en-US" altLang="zh-TW" sz="2400" spc="-1" dirty="0" err="1">
                <a:solidFill>
                  <a:srgbClr val="3F3F3F"/>
                </a:solidFill>
                <a:uFill>
                  <a:solidFill>
                    <a:srgbClr val="FFFFFF"/>
                  </a:solidFill>
                </a:uFill>
              </a:rPr>
              <a:t>FlashDevicesLib</a:t>
            </a:r>
            <a:r>
              <a:rPr lang="en-US" altLang="zh-TW" sz="2400" spc="-1" dirty="0">
                <a:solidFill>
                  <a:srgbClr val="3F3F3F"/>
                </a:solidFill>
                <a:uFill>
                  <a:solidFill>
                    <a:srgbClr val="FFFFFF"/>
                  </a:solidFill>
                </a:uFill>
              </a:rPr>
              <a:t>/</a:t>
            </a:r>
            <a:r>
              <a:rPr lang="en-US" altLang="zh-TW" sz="2400" spc="-1" dirty="0">
                <a:solidFill>
                  <a:srgbClr val="3333CC"/>
                </a:solidFill>
                <a:uFill>
                  <a:solidFill>
                    <a:srgbClr val="FFFFFF"/>
                  </a:solidFill>
                </a:uFill>
              </a:rPr>
              <a:t>FlashDevicesLib.inf</a:t>
            </a:r>
            <a:endParaRPr lang="en-US" altLang="zh-TW" sz="2400" spc="-1" dirty="0">
              <a:solidFill>
                <a:srgbClr val="3F3F3F"/>
              </a:solidFill>
              <a:uFill>
                <a:solidFill>
                  <a:srgbClr val="FFFFFF"/>
                </a:solidFill>
              </a:uFill>
            </a:endParaRPr>
          </a:p>
          <a:p>
            <a:pPr indent="-228240">
              <a:lnSpc>
                <a:spcPct val="100000"/>
              </a:lnSpc>
              <a:buClr>
                <a:srgbClr val="FF0000"/>
              </a:buClr>
              <a:buFont typeface="Arial"/>
              <a:buChar char="•"/>
            </a:pPr>
            <a:r>
              <a:rPr lang="en-US" altLang="zh-TW" sz="2400" spc="-1" dirty="0">
                <a:solidFill>
                  <a:srgbClr val="FF0000"/>
                </a:solidFill>
                <a:uFill>
                  <a:solidFill>
                    <a:srgbClr val="FFFFFF"/>
                  </a:solidFill>
                </a:uFill>
              </a:rPr>
              <a:t>Board/Intel/$(PROJECT_PKG)/</a:t>
            </a:r>
            <a:r>
              <a:rPr lang="en-US" altLang="zh-TW" sz="2400" spc="-1" dirty="0" err="1">
                <a:solidFill>
                  <a:srgbClr val="FF0000"/>
                </a:solidFill>
                <a:uFill>
                  <a:solidFill>
                    <a:srgbClr val="FFFFFF"/>
                  </a:solidFill>
                </a:uFill>
              </a:rPr>
              <a:t>Project.dec</a:t>
            </a:r>
            <a:endParaRPr lang="en-US" altLang="zh-TW" sz="2400" spc="-1" dirty="0">
              <a:solidFill>
                <a:srgbClr val="3F3F3F"/>
              </a:solidFill>
              <a:uFill>
                <a:solidFill>
                  <a:srgbClr val="FFFFFF"/>
                </a:solidFill>
              </a:uFill>
            </a:endParaRPr>
          </a:p>
          <a:p>
            <a:pPr indent="-228240">
              <a:lnSpc>
                <a:spcPct val="100000"/>
              </a:lnSpc>
              <a:buClr>
                <a:srgbClr val="FF0000"/>
              </a:buClr>
              <a:buFont typeface="Arial"/>
              <a:buChar char="•"/>
            </a:pPr>
            <a:r>
              <a:rPr lang="en-US" altLang="zh-TW" sz="2400" spc="-1" dirty="0">
                <a:solidFill>
                  <a:srgbClr val="FF0000"/>
                </a:solidFill>
                <a:uFill>
                  <a:solidFill>
                    <a:srgbClr val="FFFFFF"/>
                  </a:solidFill>
                </a:uFill>
              </a:rPr>
              <a:t>Board/Intel/$(PROJECT_PKG)/</a:t>
            </a:r>
            <a:r>
              <a:rPr lang="en-US" altLang="zh-TW" sz="2400" spc="-1" dirty="0" err="1">
                <a:solidFill>
                  <a:srgbClr val="FF0000"/>
                </a:solidFill>
                <a:uFill>
                  <a:solidFill>
                    <a:srgbClr val="FFFFFF"/>
                  </a:solidFill>
                </a:uFill>
              </a:rPr>
              <a:t>Project.dsc</a:t>
            </a:r>
            <a:endParaRPr lang="en-US" altLang="zh-TW" sz="2400" spc="-1" dirty="0">
              <a:solidFill>
                <a:srgbClr val="3F3F3F"/>
              </a:solidFill>
              <a:uFill>
                <a:solidFill>
                  <a:srgbClr val="FFFFFF"/>
                </a:solidFill>
              </a:uFill>
            </a:endParaRPr>
          </a:p>
        </p:txBody>
      </p:sp>
    </p:spTree>
    <p:extLst>
      <p:ext uri="{BB962C8B-B14F-4D97-AF65-F5344CB8AC3E}">
        <p14:creationId xmlns:p14="http://schemas.microsoft.com/office/powerpoint/2010/main" val="3695652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B8ACED-EEBA-47C8-8C4B-8330AEE1364D}"/>
              </a:ext>
            </a:extLst>
          </p:cNvPr>
          <p:cNvSpPr>
            <a:spLocks noGrp="1"/>
          </p:cNvSpPr>
          <p:nvPr>
            <p:ph type="title"/>
          </p:nvPr>
        </p:nvSpPr>
        <p:spPr/>
        <p:txBody>
          <a:bodyPr/>
          <a:lstStyle/>
          <a:p>
            <a:r>
              <a:rPr lang="en-US" altLang="zh-TW" dirty="0"/>
              <a:t>FLASH_DEVICE</a:t>
            </a:r>
            <a:endParaRPr lang="zh-TW" altLang="en-US" dirty="0"/>
          </a:p>
        </p:txBody>
      </p:sp>
      <p:sp>
        <p:nvSpPr>
          <p:cNvPr id="3" name="內容版面配置區 2">
            <a:extLst>
              <a:ext uri="{FF2B5EF4-FFF2-40B4-BE49-F238E27FC236}">
                <a16:creationId xmlns:a16="http://schemas.microsoft.com/office/drawing/2014/main" id="{6E14EB75-DCA4-4F89-BB2C-2BCC89702682}"/>
              </a:ext>
            </a:extLst>
          </p:cNvPr>
          <p:cNvSpPr>
            <a:spLocks noGrp="1"/>
          </p:cNvSpPr>
          <p:nvPr>
            <p:ph idx="1"/>
          </p:nvPr>
        </p:nvSpPr>
        <p:spPr/>
        <p:txBody>
          <a:bodyPr/>
          <a:lstStyle/>
          <a:p>
            <a:r>
              <a:rPr lang="en-US" altLang="zh-TW" sz="2800" spc="-1" dirty="0" err="1">
                <a:solidFill>
                  <a:srgbClr val="3F3F3F"/>
                </a:solidFill>
                <a:uFill>
                  <a:solidFill>
                    <a:srgbClr val="FFFFFF"/>
                  </a:solidFill>
                </a:uFill>
              </a:rPr>
              <a:t>Insyde</a:t>
            </a:r>
            <a:r>
              <a:rPr lang="en-US" altLang="zh-TW" sz="2800" spc="-1" dirty="0">
                <a:solidFill>
                  <a:srgbClr val="3F3F3F"/>
                </a:solidFill>
                <a:uFill>
                  <a:solidFill>
                    <a:srgbClr val="FFFFFF"/>
                  </a:solidFill>
                </a:uFill>
              </a:rPr>
              <a:t>/</a:t>
            </a:r>
            <a:r>
              <a:rPr lang="en-US" altLang="zh-TW" sz="2800" spc="-1" dirty="0" err="1">
                <a:solidFill>
                  <a:srgbClr val="3F3F3F"/>
                </a:solidFill>
                <a:uFill>
                  <a:solidFill>
                    <a:srgbClr val="FFFFFF"/>
                  </a:solidFill>
                </a:uFill>
              </a:rPr>
              <a:t>InsydeModulePkg</a:t>
            </a:r>
            <a:r>
              <a:rPr lang="en-US" altLang="zh-TW" sz="2800" spc="-1" dirty="0">
                <a:solidFill>
                  <a:srgbClr val="3F3F3F"/>
                </a:solidFill>
                <a:uFill>
                  <a:solidFill>
                    <a:srgbClr val="FFFFFF"/>
                  </a:solidFill>
                </a:uFill>
              </a:rPr>
              <a:t>/Include/Library/</a:t>
            </a:r>
            <a:r>
              <a:rPr lang="en-US" altLang="zh-TW" sz="2800" spc="-1" dirty="0" err="1">
                <a:solidFill>
                  <a:srgbClr val="1F00DA"/>
                </a:solidFill>
                <a:uFill>
                  <a:solidFill>
                    <a:srgbClr val="FFFFFF"/>
                  </a:solidFill>
                </a:uFill>
              </a:rPr>
              <a:t>FdSupportLib.h</a:t>
            </a:r>
            <a:endParaRPr lang="en-US" altLang="zh-TW" sz="2800" spc="-1" dirty="0">
              <a:solidFill>
                <a:srgbClr val="3F3F3F"/>
              </a:solidFill>
              <a:uFill>
                <a:solidFill>
                  <a:srgbClr val="FFFFFF"/>
                </a:solidFill>
              </a:uFill>
            </a:endParaRPr>
          </a:p>
          <a:p>
            <a:endParaRPr lang="zh-TW" altLang="en-US" dirty="0"/>
          </a:p>
        </p:txBody>
      </p:sp>
      <p:grpSp>
        <p:nvGrpSpPr>
          <p:cNvPr id="19" name="群組 18">
            <a:extLst>
              <a:ext uri="{FF2B5EF4-FFF2-40B4-BE49-F238E27FC236}">
                <a16:creationId xmlns:a16="http://schemas.microsoft.com/office/drawing/2014/main" id="{5D5DE32C-3736-4B12-8376-5CB438CF96B3}"/>
              </a:ext>
            </a:extLst>
          </p:cNvPr>
          <p:cNvGrpSpPr/>
          <p:nvPr/>
        </p:nvGrpSpPr>
        <p:grpSpPr>
          <a:xfrm>
            <a:off x="2180185" y="1976328"/>
            <a:ext cx="8339610" cy="4515813"/>
            <a:chOff x="2180185" y="1976328"/>
            <a:chExt cx="8339610" cy="4515813"/>
          </a:xfrm>
        </p:grpSpPr>
        <p:pic>
          <p:nvPicPr>
            <p:cNvPr id="18" name="圖片 17">
              <a:extLst>
                <a:ext uri="{FF2B5EF4-FFF2-40B4-BE49-F238E27FC236}">
                  <a16:creationId xmlns:a16="http://schemas.microsoft.com/office/drawing/2014/main" id="{D03A3185-D2D3-4277-8575-45D8B14CEA6A}"/>
                </a:ext>
              </a:extLst>
            </p:cNvPr>
            <p:cNvPicPr>
              <a:picLocks noChangeAspect="1"/>
            </p:cNvPicPr>
            <p:nvPr/>
          </p:nvPicPr>
          <p:blipFill>
            <a:blip r:embed="rId2"/>
            <a:stretch>
              <a:fillRect/>
            </a:stretch>
          </p:blipFill>
          <p:spPr>
            <a:xfrm>
              <a:off x="2304025" y="1976328"/>
              <a:ext cx="5639491" cy="1118069"/>
            </a:xfrm>
            <a:prstGeom prst="rect">
              <a:avLst/>
            </a:prstGeom>
          </p:spPr>
        </p:pic>
        <p:pic>
          <p:nvPicPr>
            <p:cNvPr id="17" name="圖片 16">
              <a:extLst>
                <a:ext uri="{FF2B5EF4-FFF2-40B4-BE49-F238E27FC236}">
                  <a16:creationId xmlns:a16="http://schemas.microsoft.com/office/drawing/2014/main" id="{AEB07A3D-050D-4C03-86B4-65E134D8AA34}"/>
                </a:ext>
              </a:extLst>
            </p:cNvPr>
            <p:cNvPicPr>
              <a:picLocks noChangeAspect="1"/>
            </p:cNvPicPr>
            <p:nvPr/>
          </p:nvPicPr>
          <p:blipFill>
            <a:blip r:embed="rId3"/>
            <a:stretch>
              <a:fillRect/>
            </a:stretch>
          </p:blipFill>
          <p:spPr>
            <a:xfrm>
              <a:off x="2304025" y="3430494"/>
              <a:ext cx="5791351" cy="1639927"/>
            </a:xfrm>
            <a:prstGeom prst="rect">
              <a:avLst/>
            </a:prstGeom>
          </p:spPr>
        </p:pic>
        <p:pic>
          <p:nvPicPr>
            <p:cNvPr id="16" name="圖片 15">
              <a:extLst>
                <a:ext uri="{FF2B5EF4-FFF2-40B4-BE49-F238E27FC236}">
                  <a16:creationId xmlns:a16="http://schemas.microsoft.com/office/drawing/2014/main" id="{335E9C65-ED3D-4CA5-BF77-6BDA6262155F}"/>
                </a:ext>
              </a:extLst>
            </p:cNvPr>
            <p:cNvPicPr>
              <a:picLocks noChangeAspect="1"/>
            </p:cNvPicPr>
            <p:nvPr/>
          </p:nvPicPr>
          <p:blipFill>
            <a:blip r:embed="rId4"/>
            <a:stretch>
              <a:fillRect/>
            </a:stretch>
          </p:blipFill>
          <p:spPr>
            <a:xfrm>
              <a:off x="2180185" y="5338383"/>
              <a:ext cx="7391654" cy="1153758"/>
            </a:xfrm>
            <a:prstGeom prst="rect">
              <a:avLst/>
            </a:prstGeom>
          </p:spPr>
        </p:pic>
        <p:grpSp>
          <p:nvGrpSpPr>
            <p:cNvPr id="4" name="群組 3">
              <a:extLst>
                <a:ext uri="{FF2B5EF4-FFF2-40B4-BE49-F238E27FC236}">
                  <a16:creationId xmlns:a16="http://schemas.microsoft.com/office/drawing/2014/main" id="{74329911-07F4-4BA1-920E-4ADEDBD0063D}"/>
                </a:ext>
              </a:extLst>
            </p:cNvPr>
            <p:cNvGrpSpPr/>
            <p:nvPr/>
          </p:nvGrpSpPr>
          <p:grpSpPr>
            <a:xfrm>
              <a:off x="2684477" y="2295564"/>
              <a:ext cx="5595457" cy="3511539"/>
              <a:chOff x="2659310" y="2295564"/>
              <a:chExt cx="5595457" cy="3511539"/>
            </a:xfrm>
          </p:grpSpPr>
          <p:sp>
            <p:nvSpPr>
              <p:cNvPr id="7" name="CustomShape 3">
                <a:extLst>
                  <a:ext uri="{FF2B5EF4-FFF2-40B4-BE49-F238E27FC236}">
                    <a16:creationId xmlns:a16="http://schemas.microsoft.com/office/drawing/2014/main" id="{16C5D76E-0F03-4C91-97A5-32DEB5302779}"/>
                  </a:ext>
                </a:extLst>
              </p:cNvPr>
              <p:cNvSpPr/>
              <p:nvPr/>
            </p:nvSpPr>
            <p:spPr>
              <a:xfrm>
                <a:off x="2659310" y="2428560"/>
                <a:ext cx="4462944" cy="197194"/>
              </a:xfrm>
              <a:prstGeom prst="rect">
                <a:avLst/>
              </a:prstGeom>
              <a:noFill/>
              <a:ln w="28440">
                <a:solidFill>
                  <a:srgbClr val="0070C0"/>
                </a:solidFill>
                <a:round/>
              </a:ln>
            </p:spPr>
            <p:style>
              <a:lnRef idx="2">
                <a:schemeClr val="accent1">
                  <a:shade val="50000"/>
                </a:schemeClr>
              </a:lnRef>
              <a:fillRef idx="1">
                <a:schemeClr val="accent1"/>
              </a:fillRef>
              <a:effectRef idx="0">
                <a:schemeClr val="accent1"/>
              </a:effectRef>
              <a:fontRef idx="minor"/>
            </p:style>
          </p:sp>
          <p:sp>
            <p:nvSpPr>
              <p:cNvPr id="13" name="CustomShape 7">
                <a:extLst>
                  <a:ext uri="{FF2B5EF4-FFF2-40B4-BE49-F238E27FC236}">
                    <a16:creationId xmlns:a16="http://schemas.microsoft.com/office/drawing/2014/main" id="{83483BD1-5ADA-4A97-B7FC-0905558A8B92}"/>
                  </a:ext>
                </a:extLst>
              </p:cNvPr>
              <p:cNvSpPr/>
              <p:nvPr/>
            </p:nvSpPr>
            <p:spPr>
              <a:xfrm>
                <a:off x="6070833" y="5540040"/>
                <a:ext cx="1394545" cy="267063"/>
              </a:xfrm>
              <a:prstGeom prst="rect">
                <a:avLst/>
              </a:prstGeom>
              <a:noFill/>
              <a:ln w="28440">
                <a:solidFill>
                  <a:srgbClr val="FF0000"/>
                </a:solidFill>
                <a:round/>
              </a:ln>
            </p:spPr>
            <p:style>
              <a:lnRef idx="2">
                <a:schemeClr val="accent1">
                  <a:shade val="50000"/>
                </a:schemeClr>
              </a:lnRef>
              <a:fillRef idx="1">
                <a:schemeClr val="accent1"/>
              </a:fillRef>
              <a:effectRef idx="0">
                <a:schemeClr val="accent1"/>
              </a:effectRef>
              <a:fontRef idx="minor"/>
            </p:style>
          </p:sp>
          <p:sp>
            <p:nvSpPr>
              <p:cNvPr id="14" name="CustomShape 8">
                <a:extLst>
                  <a:ext uri="{FF2B5EF4-FFF2-40B4-BE49-F238E27FC236}">
                    <a16:creationId xmlns:a16="http://schemas.microsoft.com/office/drawing/2014/main" id="{0D0AC026-CC6C-4D4B-AE54-3CD3B0D2088A}"/>
                  </a:ext>
                </a:extLst>
              </p:cNvPr>
              <p:cNvSpPr/>
              <p:nvPr/>
            </p:nvSpPr>
            <p:spPr>
              <a:xfrm flipV="1">
                <a:off x="7197753" y="2295564"/>
                <a:ext cx="1057014" cy="45719"/>
              </a:xfrm>
              <a:custGeom>
                <a:avLst/>
                <a:gdLst/>
                <a:ahLst/>
                <a:cxnLst/>
                <a:rect l="l" t="t" r="r" b="b"/>
                <a:pathLst>
                  <a:path w="21600" h="21600">
                    <a:moveTo>
                      <a:pt x="0" y="0"/>
                    </a:moveTo>
                    <a:lnTo>
                      <a:pt x="21600" y="21600"/>
                    </a:lnTo>
                  </a:path>
                </a:pathLst>
              </a:custGeom>
              <a:noFill/>
              <a:ln w="76320">
                <a:round/>
                <a:tailEnd type="triangle" w="med" len="med"/>
              </a:ln>
            </p:spPr>
            <p:style>
              <a:lnRef idx="1">
                <a:schemeClr val="accent1"/>
              </a:lnRef>
              <a:fillRef idx="0">
                <a:schemeClr val="accent1"/>
              </a:fillRef>
              <a:effectRef idx="0">
                <a:schemeClr val="accent1"/>
              </a:effectRef>
              <a:fontRef idx="minor"/>
            </p:style>
          </p:sp>
        </p:grpSp>
        <p:pic>
          <p:nvPicPr>
            <p:cNvPr id="15" name="圖片 14">
              <a:extLst>
                <a:ext uri="{FF2B5EF4-FFF2-40B4-BE49-F238E27FC236}">
                  <a16:creationId xmlns:a16="http://schemas.microsoft.com/office/drawing/2014/main" id="{7E04DA5A-779E-4B2D-9D81-304AD88F48B4}"/>
                </a:ext>
              </a:extLst>
            </p:cNvPr>
            <p:cNvPicPr>
              <a:picLocks noChangeAspect="1"/>
            </p:cNvPicPr>
            <p:nvPr/>
          </p:nvPicPr>
          <p:blipFill>
            <a:blip r:embed="rId5"/>
            <a:stretch>
              <a:fillRect/>
            </a:stretch>
          </p:blipFill>
          <p:spPr>
            <a:xfrm>
              <a:off x="8362129" y="1981081"/>
              <a:ext cx="2157666" cy="1113316"/>
            </a:xfrm>
            <a:prstGeom prst="rect">
              <a:avLst/>
            </a:prstGeom>
          </p:spPr>
        </p:pic>
      </p:grpSp>
      <p:cxnSp>
        <p:nvCxnSpPr>
          <p:cNvPr id="6" name="Connector: Elbow 5">
            <a:extLst>
              <a:ext uri="{FF2B5EF4-FFF2-40B4-BE49-F238E27FC236}">
                <a16:creationId xmlns:a16="http://schemas.microsoft.com/office/drawing/2014/main" id="{1950F68B-591F-4179-B7DD-2A79C213D69B}"/>
              </a:ext>
            </a:extLst>
          </p:cNvPr>
          <p:cNvCxnSpPr>
            <a:cxnSpLocks/>
            <a:stCxn id="7" idx="1"/>
            <a:endCxn id="17" idx="1"/>
          </p:cNvCxnSpPr>
          <p:nvPr/>
        </p:nvCxnSpPr>
        <p:spPr>
          <a:xfrm rot="10800000" flipV="1">
            <a:off x="2304025" y="2527156"/>
            <a:ext cx="380452" cy="1723301"/>
          </a:xfrm>
          <a:prstGeom prst="bentConnector3">
            <a:avLst>
              <a:gd name="adj1" fmla="val 444706"/>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1CB85162-69DB-4BB5-A507-AA9361A551A0}"/>
              </a:ext>
            </a:extLst>
          </p:cNvPr>
          <p:cNvCxnSpPr>
            <a:cxnSpLocks/>
            <a:stCxn id="30" idx="1"/>
            <a:endCxn id="16" idx="1"/>
          </p:cNvCxnSpPr>
          <p:nvPr/>
        </p:nvCxnSpPr>
        <p:spPr>
          <a:xfrm rot="10800000" flipV="1">
            <a:off x="2180186" y="4728694"/>
            <a:ext cx="344901" cy="1186568"/>
          </a:xfrm>
          <a:prstGeom prst="bentConnector3">
            <a:avLst>
              <a:gd name="adj1" fmla="val 16628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stomShape 3">
            <a:extLst>
              <a:ext uri="{FF2B5EF4-FFF2-40B4-BE49-F238E27FC236}">
                <a16:creationId xmlns:a16="http://schemas.microsoft.com/office/drawing/2014/main" id="{436B79CE-D80E-42D1-9CF9-26CB85236987}"/>
              </a:ext>
            </a:extLst>
          </p:cNvPr>
          <p:cNvSpPr/>
          <p:nvPr/>
        </p:nvSpPr>
        <p:spPr>
          <a:xfrm>
            <a:off x="2525086" y="4624711"/>
            <a:ext cx="4167945" cy="207965"/>
          </a:xfrm>
          <a:prstGeom prst="rect">
            <a:avLst/>
          </a:prstGeom>
          <a:noFill/>
          <a:ln w="28440">
            <a:solidFill>
              <a:srgbClr val="FF0000"/>
            </a:solidFill>
            <a:round/>
          </a:ln>
        </p:spPr>
        <p:style>
          <a:lnRef idx="2">
            <a:schemeClr val="accent1">
              <a:shade val="50000"/>
            </a:schemeClr>
          </a:lnRef>
          <a:fillRef idx="1">
            <a:schemeClr val="accent1"/>
          </a:fillRef>
          <a:effectRef idx="0">
            <a:schemeClr val="accent1"/>
          </a:effectRef>
          <a:fontRef idx="minor"/>
        </p:style>
      </p:sp>
    </p:spTree>
    <p:extLst>
      <p:ext uri="{BB962C8B-B14F-4D97-AF65-F5344CB8AC3E}">
        <p14:creationId xmlns:p14="http://schemas.microsoft.com/office/powerpoint/2010/main" val="1467563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B8ACED-EEBA-47C8-8C4B-8330AEE1364D}"/>
              </a:ext>
            </a:extLst>
          </p:cNvPr>
          <p:cNvSpPr>
            <a:spLocks noGrp="1"/>
          </p:cNvSpPr>
          <p:nvPr>
            <p:ph type="title"/>
          </p:nvPr>
        </p:nvSpPr>
        <p:spPr/>
        <p:txBody>
          <a:bodyPr/>
          <a:lstStyle/>
          <a:p>
            <a:r>
              <a:rPr lang="en-US" altLang="zh-TW" dirty="0"/>
              <a:t>FLASH_DEVICE</a:t>
            </a:r>
            <a:endParaRPr lang="zh-TW" altLang="en-US" dirty="0"/>
          </a:p>
        </p:txBody>
      </p:sp>
      <p:sp>
        <p:nvSpPr>
          <p:cNvPr id="3" name="內容版面配置區 2">
            <a:extLst>
              <a:ext uri="{FF2B5EF4-FFF2-40B4-BE49-F238E27FC236}">
                <a16:creationId xmlns:a16="http://schemas.microsoft.com/office/drawing/2014/main" id="{6E14EB75-DCA4-4F89-BB2C-2BCC89702682}"/>
              </a:ext>
            </a:extLst>
          </p:cNvPr>
          <p:cNvSpPr>
            <a:spLocks noGrp="1"/>
          </p:cNvSpPr>
          <p:nvPr>
            <p:ph idx="1"/>
          </p:nvPr>
        </p:nvSpPr>
        <p:spPr/>
        <p:txBody>
          <a:bodyPr/>
          <a:lstStyle/>
          <a:p>
            <a:r>
              <a:rPr lang="en-US" altLang="zh-TW" sz="2800" spc="-1" dirty="0" err="1">
                <a:solidFill>
                  <a:srgbClr val="3F3F3F"/>
                </a:solidFill>
                <a:uFill>
                  <a:solidFill>
                    <a:srgbClr val="FFFFFF"/>
                  </a:solidFill>
                </a:uFill>
              </a:rPr>
              <a:t>Insyde</a:t>
            </a:r>
            <a:r>
              <a:rPr lang="en-US" altLang="zh-TW" sz="2800" spc="-1" dirty="0">
                <a:solidFill>
                  <a:srgbClr val="3F3F3F"/>
                </a:solidFill>
                <a:uFill>
                  <a:solidFill>
                    <a:srgbClr val="FFFFFF"/>
                  </a:solidFill>
                </a:uFill>
              </a:rPr>
              <a:t>/</a:t>
            </a:r>
            <a:r>
              <a:rPr lang="en-US" altLang="zh-TW" sz="2800" spc="-1" dirty="0" err="1">
                <a:solidFill>
                  <a:srgbClr val="3F3F3F"/>
                </a:solidFill>
                <a:uFill>
                  <a:solidFill>
                    <a:srgbClr val="FFFFFF"/>
                  </a:solidFill>
                </a:uFill>
              </a:rPr>
              <a:t>InsydeFlashDevicePkg</a:t>
            </a:r>
            <a:r>
              <a:rPr lang="en-US" altLang="zh-TW" sz="2800" spc="-1" dirty="0">
                <a:solidFill>
                  <a:srgbClr val="3F3F3F"/>
                </a:solidFill>
                <a:uFill>
                  <a:solidFill>
                    <a:srgbClr val="FFFFFF"/>
                  </a:solidFill>
                </a:uFill>
              </a:rPr>
              <a:t>/</a:t>
            </a:r>
            <a:r>
              <a:rPr lang="en-US" altLang="zh-TW" sz="2800" spc="-1" dirty="0" err="1">
                <a:solidFill>
                  <a:srgbClr val="1F00DA"/>
                </a:solidFill>
                <a:uFill>
                  <a:solidFill>
                    <a:srgbClr val="FFFFFF"/>
                  </a:solidFill>
                </a:uFill>
              </a:rPr>
              <a:t>InsydeFlashDevicePkg.</a:t>
            </a:r>
            <a:r>
              <a:rPr lang="en-US" altLang="zh-TW" spc="-1" dirty="0" err="1">
                <a:solidFill>
                  <a:srgbClr val="1F00DA"/>
                </a:solidFill>
                <a:uFill>
                  <a:solidFill>
                    <a:srgbClr val="FFFFFF"/>
                  </a:solidFill>
                </a:uFill>
              </a:rPr>
              <a:t>dsc</a:t>
            </a:r>
            <a:endParaRPr lang="en-US" altLang="zh-TW" sz="2800" spc="-1" dirty="0">
              <a:solidFill>
                <a:srgbClr val="3F3F3F"/>
              </a:solidFill>
              <a:uFill>
                <a:solidFill>
                  <a:srgbClr val="FFFFFF"/>
                </a:solidFill>
              </a:uFill>
            </a:endParaRPr>
          </a:p>
          <a:p>
            <a:endParaRPr lang="zh-TW" altLang="en-US" dirty="0"/>
          </a:p>
        </p:txBody>
      </p:sp>
      <p:pic>
        <p:nvPicPr>
          <p:cNvPr id="11" name="Picture 10">
            <a:extLst>
              <a:ext uri="{FF2B5EF4-FFF2-40B4-BE49-F238E27FC236}">
                <a16:creationId xmlns:a16="http://schemas.microsoft.com/office/drawing/2014/main" id="{82A3FE37-DA9F-4246-A1D8-8B7FF9908B70}"/>
              </a:ext>
            </a:extLst>
          </p:cNvPr>
          <p:cNvPicPr>
            <a:picLocks noChangeAspect="1"/>
          </p:cNvPicPr>
          <p:nvPr/>
        </p:nvPicPr>
        <p:blipFill>
          <a:blip r:embed="rId2"/>
          <a:stretch>
            <a:fillRect/>
          </a:stretch>
        </p:blipFill>
        <p:spPr>
          <a:xfrm>
            <a:off x="0" y="1912937"/>
            <a:ext cx="12284971" cy="1075765"/>
          </a:xfrm>
          <a:prstGeom prst="rect">
            <a:avLst/>
          </a:prstGeom>
        </p:spPr>
      </p:pic>
    </p:spTree>
    <p:extLst>
      <p:ext uri="{BB962C8B-B14F-4D97-AF65-F5344CB8AC3E}">
        <p14:creationId xmlns:p14="http://schemas.microsoft.com/office/powerpoint/2010/main" val="2429266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B8ACED-EEBA-47C8-8C4B-8330AEE1364D}"/>
              </a:ext>
            </a:extLst>
          </p:cNvPr>
          <p:cNvSpPr>
            <a:spLocks noGrp="1"/>
          </p:cNvSpPr>
          <p:nvPr>
            <p:ph type="title"/>
          </p:nvPr>
        </p:nvSpPr>
        <p:spPr/>
        <p:txBody>
          <a:bodyPr/>
          <a:lstStyle/>
          <a:p>
            <a:r>
              <a:rPr lang="en-US" altLang="zh-TW" dirty="0"/>
              <a:t>SPI_CONFIG_BLOCK</a:t>
            </a:r>
            <a:endParaRPr lang="zh-TW" altLang="en-US" dirty="0"/>
          </a:p>
        </p:txBody>
      </p:sp>
      <p:sp>
        <p:nvSpPr>
          <p:cNvPr id="3" name="內容版面配置區 2">
            <a:extLst>
              <a:ext uri="{FF2B5EF4-FFF2-40B4-BE49-F238E27FC236}">
                <a16:creationId xmlns:a16="http://schemas.microsoft.com/office/drawing/2014/main" id="{6E14EB75-DCA4-4F89-BB2C-2BCC89702682}"/>
              </a:ext>
            </a:extLst>
          </p:cNvPr>
          <p:cNvSpPr>
            <a:spLocks noGrp="1"/>
          </p:cNvSpPr>
          <p:nvPr>
            <p:ph idx="1"/>
          </p:nvPr>
        </p:nvSpPr>
        <p:spPr/>
        <p:txBody>
          <a:bodyPr/>
          <a:lstStyle/>
          <a:p>
            <a:pPr indent="-228240">
              <a:lnSpc>
                <a:spcPct val="100000"/>
              </a:lnSpc>
              <a:buClr>
                <a:srgbClr val="3F3F3F"/>
              </a:buClr>
              <a:buFont typeface="Arial"/>
              <a:buChar char="•"/>
            </a:pPr>
            <a:r>
              <a:rPr lang="en-US" altLang="zh-TW" sz="2800" spc="-1" dirty="0" err="1">
                <a:solidFill>
                  <a:srgbClr val="3F3F3F"/>
                </a:solidFill>
                <a:uFill>
                  <a:solidFill>
                    <a:srgbClr val="FFFFFF"/>
                  </a:solidFill>
                </a:uFill>
              </a:rPr>
              <a:t>Insyde</a:t>
            </a:r>
            <a:r>
              <a:rPr lang="en-US" altLang="zh-TW" sz="2800" spc="-1" dirty="0">
                <a:solidFill>
                  <a:srgbClr val="3F3F3F"/>
                </a:solidFill>
                <a:uFill>
                  <a:solidFill>
                    <a:srgbClr val="FFFFFF"/>
                  </a:solidFill>
                </a:uFill>
              </a:rPr>
              <a:t>/</a:t>
            </a:r>
            <a:r>
              <a:rPr lang="en-US" altLang="zh-TW" sz="2800" spc="-1" dirty="0" err="1">
                <a:solidFill>
                  <a:srgbClr val="3F3F3F"/>
                </a:solidFill>
                <a:uFill>
                  <a:solidFill>
                    <a:srgbClr val="FFFFFF"/>
                  </a:solidFill>
                </a:uFill>
              </a:rPr>
              <a:t>InsydeModulePkg</a:t>
            </a:r>
            <a:r>
              <a:rPr lang="en-US" altLang="zh-TW" sz="2800" spc="-1" dirty="0">
                <a:solidFill>
                  <a:srgbClr val="3F3F3F"/>
                </a:solidFill>
                <a:uFill>
                  <a:solidFill>
                    <a:srgbClr val="FFFFFF"/>
                  </a:solidFill>
                </a:uFill>
              </a:rPr>
              <a:t>/Include/Library/</a:t>
            </a:r>
            <a:r>
              <a:rPr lang="en-US" altLang="zh-TW" sz="2800" spc="-1" dirty="0" err="1">
                <a:solidFill>
                  <a:srgbClr val="3333CC"/>
                </a:solidFill>
                <a:uFill>
                  <a:solidFill>
                    <a:srgbClr val="FFFFFF"/>
                  </a:solidFill>
                </a:uFill>
              </a:rPr>
              <a:t>SpiAccessLib.h</a:t>
            </a:r>
            <a:endParaRPr lang="en-US" altLang="zh-TW" sz="2800" spc="-1" dirty="0">
              <a:solidFill>
                <a:srgbClr val="3F3F3F"/>
              </a:solidFill>
              <a:uFill>
                <a:solidFill>
                  <a:srgbClr val="FFFFFF"/>
                </a:solidFill>
              </a:uFill>
            </a:endParaRPr>
          </a:p>
          <a:p>
            <a:pPr marL="0" indent="0">
              <a:buNone/>
            </a:pPr>
            <a:endParaRPr lang="zh-TW" altLang="en-US" dirty="0"/>
          </a:p>
        </p:txBody>
      </p:sp>
      <p:pic>
        <p:nvPicPr>
          <p:cNvPr id="17" name="圖片 16">
            <a:extLst>
              <a:ext uri="{FF2B5EF4-FFF2-40B4-BE49-F238E27FC236}">
                <a16:creationId xmlns:a16="http://schemas.microsoft.com/office/drawing/2014/main" id="{1FFB8053-27B3-4203-BB65-EFEE3956CBE6}"/>
              </a:ext>
            </a:extLst>
          </p:cNvPr>
          <p:cNvPicPr>
            <a:picLocks noChangeAspect="1"/>
          </p:cNvPicPr>
          <p:nvPr/>
        </p:nvPicPr>
        <p:blipFill>
          <a:blip r:embed="rId2"/>
          <a:stretch>
            <a:fillRect/>
          </a:stretch>
        </p:blipFill>
        <p:spPr>
          <a:xfrm>
            <a:off x="3440338" y="1960446"/>
            <a:ext cx="5311324" cy="4531884"/>
          </a:xfrm>
          <a:prstGeom prst="rect">
            <a:avLst/>
          </a:prstGeom>
        </p:spPr>
      </p:pic>
    </p:spTree>
    <p:extLst>
      <p:ext uri="{BB962C8B-B14F-4D97-AF65-F5344CB8AC3E}">
        <p14:creationId xmlns:p14="http://schemas.microsoft.com/office/powerpoint/2010/main" val="1586195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B8ACED-EEBA-47C8-8C4B-8330AEE1364D}"/>
              </a:ext>
            </a:extLst>
          </p:cNvPr>
          <p:cNvSpPr>
            <a:spLocks noGrp="1"/>
          </p:cNvSpPr>
          <p:nvPr>
            <p:ph type="title"/>
          </p:nvPr>
        </p:nvSpPr>
        <p:spPr/>
        <p:txBody>
          <a:bodyPr>
            <a:normAutofit fontScale="90000"/>
          </a:bodyPr>
          <a:lstStyle/>
          <a:p>
            <a:r>
              <a:rPr lang="en-US" altLang="zh-TW" dirty="0"/>
              <a:t>H2O_PCD_FLASH_DEVICE &amp;</a:t>
            </a:r>
            <a:br>
              <a:rPr lang="en-US" altLang="zh-TW" dirty="0"/>
            </a:br>
            <a:r>
              <a:rPr lang="en-US" altLang="zh-TW" dirty="0"/>
              <a:t>H2O_FLASH_DEVICE</a:t>
            </a:r>
            <a:endParaRPr lang="zh-TW" altLang="en-US" dirty="0"/>
          </a:p>
        </p:txBody>
      </p:sp>
      <p:sp>
        <p:nvSpPr>
          <p:cNvPr id="3" name="內容版面配置區 2">
            <a:extLst>
              <a:ext uri="{FF2B5EF4-FFF2-40B4-BE49-F238E27FC236}">
                <a16:creationId xmlns:a16="http://schemas.microsoft.com/office/drawing/2014/main" id="{6E14EB75-DCA4-4F89-BB2C-2BCC89702682}"/>
              </a:ext>
            </a:extLst>
          </p:cNvPr>
          <p:cNvSpPr>
            <a:spLocks noGrp="1"/>
          </p:cNvSpPr>
          <p:nvPr>
            <p:ph idx="1"/>
          </p:nvPr>
        </p:nvSpPr>
        <p:spPr/>
        <p:txBody>
          <a:bodyPr/>
          <a:lstStyle/>
          <a:p>
            <a:pPr indent="-228240">
              <a:lnSpc>
                <a:spcPct val="100000"/>
              </a:lnSpc>
              <a:buClr>
                <a:srgbClr val="3F3F3F"/>
              </a:buClr>
              <a:buFont typeface="Arial"/>
              <a:buChar char="•"/>
            </a:pPr>
            <a:r>
              <a:rPr lang="en-US" altLang="zh-TW" sz="2800" spc="-1" dirty="0" err="1">
                <a:solidFill>
                  <a:srgbClr val="3F3F3F"/>
                </a:solidFill>
                <a:uFill>
                  <a:solidFill>
                    <a:srgbClr val="FFFFFF"/>
                  </a:solidFill>
                </a:uFill>
              </a:rPr>
              <a:t>Insyde</a:t>
            </a:r>
            <a:r>
              <a:rPr lang="en-US" altLang="zh-TW" sz="2800" spc="-1" dirty="0">
                <a:solidFill>
                  <a:srgbClr val="3F3F3F"/>
                </a:solidFill>
                <a:uFill>
                  <a:solidFill>
                    <a:srgbClr val="FFFFFF"/>
                  </a:solidFill>
                </a:uFill>
              </a:rPr>
              <a:t>/</a:t>
            </a:r>
            <a:r>
              <a:rPr lang="en-US" altLang="zh-TW" sz="2800" spc="-1" dirty="0" err="1">
                <a:solidFill>
                  <a:srgbClr val="3F3F3F"/>
                </a:solidFill>
                <a:uFill>
                  <a:solidFill>
                    <a:srgbClr val="FFFFFF"/>
                  </a:solidFill>
                </a:uFill>
              </a:rPr>
              <a:t>InsydeFlashDevicePkg</a:t>
            </a:r>
            <a:r>
              <a:rPr lang="en-US" altLang="zh-TW" sz="2800" spc="-1" dirty="0">
                <a:solidFill>
                  <a:srgbClr val="3F3F3F"/>
                </a:solidFill>
                <a:uFill>
                  <a:solidFill>
                    <a:srgbClr val="FFFFFF"/>
                  </a:solidFill>
                </a:uFill>
              </a:rPr>
              <a:t>/Include/Library/</a:t>
            </a:r>
            <a:r>
              <a:rPr lang="en-US" altLang="zh-TW" sz="2800" spc="-1" dirty="0">
                <a:solidFill>
                  <a:srgbClr val="3333CC"/>
                </a:solidFill>
                <a:uFill>
                  <a:solidFill>
                    <a:srgbClr val="FFFFFF"/>
                  </a:solidFill>
                </a:uFill>
              </a:rPr>
              <a:t>H2OFlashLib.h</a:t>
            </a:r>
            <a:endParaRPr lang="en-US" altLang="zh-TW" sz="2800" spc="-1" dirty="0">
              <a:solidFill>
                <a:srgbClr val="3F3F3F"/>
              </a:solidFill>
              <a:uFill>
                <a:solidFill>
                  <a:srgbClr val="FFFFFF"/>
                </a:solidFill>
              </a:uFill>
            </a:endParaRPr>
          </a:p>
        </p:txBody>
      </p:sp>
      <p:pic>
        <p:nvPicPr>
          <p:cNvPr id="4" name="圖片 3">
            <a:extLst>
              <a:ext uri="{FF2B5EF4-FFF2-40B4-BE49-F238E27FC236}">
                <a16:creationId xmlns:a16="http://schemas.microsoft.com/office/drawing/2014/main" id="{96275A23-707B-4139-A1BC-5584665C6DE9}"/>
              </a:ext>
            </a:extLst>
          </p:cNvPr>
          <p:cNvPicPr>
            <a:picLocks noChangeAspect="1"/>
          </p:cNvPicPr>
          <p:nvPr/>
        </p:nvPicPr>
        <p:blipFill>
          <a:blip r:embed="rId2"/>
          <a:stretch>
            <a:fillRect/>
          </a:stretch>
        </p:blipFill>
        <p:spPr>
          <a:xfrm>
            <a:off x="2459154" y="1880313"/>
            <a:ext cx="6334125" cy="4657725"/>
          </a:xfrm>
          <a:prstGeom prst="rect">
            <a:avLst/>
          </a:prstGeom>
        </p:spPr>
      </p:pic>
    </p:spTree>
    <p:extLst>
      <p:ext uri="{BB962C8B-B14F-4D97-AF65-F5344CB8AC3E}">
        <p14:creationId xmlns:p14="http://schemas.microsoft.com/office/powerpoint/2010/main" val="3925512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B8ACED-EEBA-47C8-8C4B-8330AEE1364D}"/>
              </a:ext>
            </a:extLst>
          </p:cNvPr>
          <p:cNvSpPr>
            <a:spLocks noGrp="1"/>
          </p:cNvSpPr>
          <p:nvPr>
            <p:ph type="title"/>
          </p:nvPr>
        </p:nvSpPr>
        <p:spPr/>
        <p:txBody>
          <a:bodyPr>
            <a:normAutofit/>
          </a:bodyPr>
          <a:lstStyle/>
          <a:p>
            <a:r>
              <a:rPr lang="en-US" altLang="zh-TW" dirty="0"/>
              <a:t>H2O_FLASH_SPI_DEVICE</a:t>
            </a:r>
            <a:endParaRPr lang="zh-TW" altLang="en-US" dirty="0"/>
          </a:p>
        </p:txBody>
      </p:sp>
      <p:sp>
        <p:nvSpPr>
          <p:cNvPr id="3" name="內容版面配置區 2">
            <a:extLst>
              <a:ext uri="{FF2B5EF4-FFF2-40B4-BE49-F238E27FC236}">
                <a16:creationId xmlns:a16="http://schemas.microsoft.com/office/drawing/2014/main" id="{6E14EB75-DCA4-4F89-BB2C-2BCC89702682}"/>
              </a:ext>
            </a:extLst>
          </p:cNvPr>
          <p:cNvSpPr>
            <a:spLocks noGrp="1"/>
          </p:cNvSpPr>
          <p:nvPr>
            <p:ph idx="1"/>
          </p:nvPr>
        </p:nvSpPr>
        <p:spPr/>
        <p:txBody>
          <a:bodyPr/>
          <a:lstStyle/>
          <a:p>
            <a:pPr indent="-228240">
              <a:lnSpc>
                <a:spcPct val="100000"/>
              </a:lnSpc>
              <a:buClr>
                <a:srgbClr val="3F3F3F"/>
              </a:buClr>
              <a:buFont typeface="Arial"/>
              <a:buChar char="•"/>
            </a:pPr>
            <a:r>
              <a:rPr lang="en-US" altLang="zh-TW" sz="2800" spc="-1" dirty="0" err="1">
                <a:solidFill>
                  <a:srgbClr val="3F3F3F"/>
                </a:solidFill>
                <a:uFill>
                  <a:solidFill>
                    <a:srgbClr val="FFFFFF"/>
                  </a:solidFill>
                </a:uFill>
              </a:rPr>
              <a:t>Insyde</a:t>
            </a:r>
            <a:r>
              <a:rPr lang="en-US" altLang="zh-TW" spc="-1" dirty="0">
                <a:solidFill>
                  <a:srgbClr val="3F3F3F"/>
                </a:solidFill>
                <a:uFill>
                  <a:solidFill>
                    <a:srgbClr val="FFFFFF"/>
                  </a:solidFill>
                </a:uFill>
              </a:rPr>
              <a:t>/</a:t>
            </a:r>
            <a:r>
              <a:rPr lang="en-US" altLang="zh-TW" spc="-1" dirty="0" err="1">
                <a:solidFill>
                  <a:srgbClr val="3F3F3F"/>
                </a:solidFill>
                <a:uFill>
                  <a:solidFill>
                    <a:srgbClr val="FFFFFF"/>
                  </a:solidFill>
                </a:uFill>
              </a:rPr>
              <a:t>InsydeFlashDevicePkg</a:t>
            </a:r>
            <a:r>
              <a:rPr lang="en-US" altLang="zh-TW" spc="-1" dirty="0">
                <a:solidFill>
                  <a:srgbClr val="3F3F3F"/>
                </a:solidFill>
                <a:uFill>
                  <a:solidFill>
                    <a:srgbClr val="FFFFFF"/>
                  </a:solidFill>
                </a:uFill>
              </a:rPr>
              <a:t>/Include/</a:t>
            </a:r>
            <a:r>
              <a:rPr lang="en-US" altLang="zh-TW" spc="-1" dirty="0" err="1">
                <a:solidFill>
                  <a:srgbClr val="3333CC"/>
                </a:solidFill>
                <a:uFill>
                  <a:solidFill>
                    <a:srgbClr val="FFFFFF"/>
                  </a:solidFill>
                </a:uFill>
              </a:rPr>
              <a:t>SpiFlashDevice.h</a:t>
            </a:r>
            <a:endParaRPr lang="en-US" altLang="zh-TW" spc="-1" dirty="0">
              <a:solidFill>
                <a:srgbClr val="3F3F3F"/>
              </a:solidFill>
              <a:uFill>
                <a:solidFill>
                  <a:srgbClr val="FFFFFF"/>
                </a:solidFill>
              </a:uFill>
            </a:endParaRPr>
          </a:p>
        </p:txBody>
      </p:sp>
      <p:pic>
        <p:nvPicPr>
          <p:cNvPr id="5" name="圖片 4">
            <a:extLst>
              <a:ext uri="{FF2B5EF4-FFF2-40B4-BE49-F238E27FC236}">
                <a16:creationId xmlns:a16="http://schemas.microsoft.com/office/drawing/2014/main" id="{BC2B312D-C8D9-40EF-AB63-8C3DA485EA81}"/>
              </a:ext>
            </a:extLst>
          </p:cNvPr>
          <p:cNvPicPr>
            <a:picLocks noChangeAspect="1"/>
          </p:cNvPicPr>
          <p:nvPr/>
        </p:nvPicPr>
        <p:blipFill>
          <a:blip r:embed="rId2"/>
          <a:stretch>
            <a:fillRect/>
          </a:stretch>
        </p:blipFill>
        <p:spPr>
          <a:xfrm>
            <a:off x="3134993" y="1848768"/>
            <a:ext cx="4691936" cy="4747244"/>
          </a:xfrm>
          <a:prstGeom prst="rect">
            <a:avLst/>
          </a:prstGeom>
        </p:spPr>
      </p:pic>
    </p:spTree>
    <p:extLst>
      <p:ext uri="{BB962C8B-B14F-4D97-AF65-F5344CB8AC3E}">
        <p14:creationId xmlns:p14="http://schemas.microsoft.com/office/powerpoint/2010/main" val="2562080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B8ACED-EEBA-47C8-8C4B-8330AEE1364D}"/>
              </a:ext>
            </a:extLst>
          </p:cNvPr>
          <p:cNvSpPr>
            <a:spLocks noGrp="1"/>
          </p:cNvSpPr>
          <p:nvPr>
            <p:ph type="title"/>
          </p:nvPr>
        </p:nvSpPr>
        <p:spPr/>
        <p:txBody>
          <a:bodyPr>
            <a:normAutofit/>
          </a:bodyPr>
          <a:lstStyle/>
          <a:p>
            <a:r>
              <a:rPr lang="en-US" altLang="zh-TW" dirty="0"/>
              <a:t>H2O_FLASH_SPI_DEVICE</a:t>
            </a:r>
            <a:endParaRPr lang="zh-TW" altLang="en-US" dirty="0"/>
          </a:p>
        </p:txBody>
      </p:sp>
      <p:sp>
        <p:nvSpPr>
          <p:cNvPr id="3" name="內容版面配置區 2">
            <a:extLst>
              <a:ext uri="{FF2B5EF4-FFF2-40B4-BE49-F238E27FC236}">
                <a16:creationId xmlns:a16="http://schemas.microsoft.com/office/drawing/2014/main" id="{6E14EB75-DCA4-4F89-BB2C-2BCC89702682}"/>
              </a:ext>
            </a:extLst>
          </p:cNvPr>
          <p:cNvSpPr>
            <a:spLocks noGrp="1"/>
          </p:cNvSpPr>
          <p:nvPr>
            <p:ph idx="1"/>
          </p:nvPr>
        </p:nvSpPr>
        <p:spPr/>
        <p:txBody>
          <a:bodyPr/>
          <a:lstStyle/>
          <a:p>
            <a:pPr indent="-228240">
              <a:lnSpc>
                <a:spcPct val="100000"/>
              </a:lnSpc>
              <a:buClr>
                <a:srgbClr val="3F3F3F"/>
              </a:buClr>
              <a:buFont typeface="Arial"/>
              <a:buChar char="•"/>
            </a:pPr>
            <a:r>
              <a:rPr lang="en-US" altLang="zh-TW" sz="2800" spc="-1" dirty="0" err="1">
                <a:solidFill>
                  <a:srgbClr val="3F3F3F"/>
                </a:solidFill>
                <a:uFill>
                  <a:solidFill>
                    <a:srgbClr val="FFFFFF"/>
                  </a:solidFill>
                </a:uFill>
              </a:rPr>
              <a:t>Insyde</a:t>
            </a:r>
            <a:r>
              <a:rPr lang="en-US" altLang="zh-TW" spc="-1" dirty="0">
                <a:solidFill>
                  <a:srgbClr val="3F3F3F"/>
                </a:solidFill>
                <a:uFill>
                  <a:solidFill>
                    <a:srgbClr val="FFFFFF"/>
                  </a:solidFill>
                </a:uFill>
              </a:rPr>
              <a:t>/</a:t>
            </a:r>
            <a:r>
              <a:rPr lang="en-US" altLang="zh-TW" spc="-1" dirty="0" err="1">
                <a:solidFill>
                  <a:srgbClr val="3F3F3F"/>
                </a:solidFill>
                <a:uFill>
                  <a:solidFill>
                    <a:srgbClr val="FFFFFF"/>
                  </a:solidFill>
                </a:uFill>
              </a:rPr>
              <a:t>InsydeFlashDevicePkg</a:t>
            </a:r>
            <a:r>
              <a:rPr lang="en-US" altLang="zh-TW" spc="-1" dirty="0">
                <a:solidFill>
                  <a:srgbClr val="3F3F3F"/>
                </a:solidFill>
                <a:uFill>
                  <a:solidFill>
                    <a:srgbClr val="FFFFFF"/>
                  </a:solidFill>
                </a:uFill>
              </a:rPr>
              <a:t>/</a:t>
            </a:r>
            <a:r>
              <a:rPr lang="en-US" altLang="zh-TW" spc="-1" dirty="0" err="1">
                <a:solidFill>
                  <a:srgbClr val="3333CC"/>
                </a:solidFill>
                <a:uFill>
                  <a:solidFill>
                    <a:srgbClr val="FFFFFF"/>
                  </a:solidFill>
                </a:uFill>
              </a:rPr>
              <a:t>InsydeFlashDevicePkg.dsc</a:t>
            </a:r>
            <a:endParaRPr lang="en-US" altLang="zh-TW" spc="-1" dirty="0">
              <a:solidFill>
                <a:srgbClr val="3F3F3F"/>
              </a:solidFill>
              <a:uFill>
                <a:solidFill>
                  <a:srgbClr val="FFFFFF"/>
                </a:solidFill>
              </a:uFill>
            </a:endParaRPr>
          </a:p>
        </p:txBody>
      </p:sp>
      <p:pic>
        <p:nvPicPr>
          <p:cNvPr id="6" name="Picture 5">
            <a:extLst>
              <a:ext uri="{FF2B5EF4-FFF2-40B4-BE49-F238E27FC236}">
                <a16:creationId xmlns:a16="http://schemas.microsoft.com/office/drawing/2014/main" id="{79CE3272-DF22-4070-B832-B64787F02614}"/>
              </a:ext>
            </a:extLst>
          </p:cNvPr>
          <p:cNvPicPr>
            <a:picLocks noChangeAspect="1"/>
          </p:cNvPicPr>
          <p:nvPr/>
        </p:nvPicPr>
        <p:blipFill>
          <a:blip r:embed="rId2"/>
          <a:stretch>
            <a:fillRect/>
          </a:stretch>
        </p:blipFill>
        <p:spPr>
          <a:xfrm>
            <a:off x="0" y="1947862"/>
            <a:ext cx="12233103" cy="1481138"/>
          </a:xfrm>
          <a:prstGeom prst="rect">
            <a:avLst/>
          </a:prstGeom>
        </p:spPr>
      </p:pic>
    </p:spTree>
    <p:extLst>
      <p:ext uri="{BB962C8B-B14F-4D97-AF65-F5344CB8AC3E}">
        <p14:creationId xmlns:p14="http://schemas.microsoft.com/office/powerpoint/2010/main" val="1412777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B8ACED-EEBA-47C8-8C4B-8330AEE1364D}"/>
              </a:ext>
            </a:extLst>
          </p:cNvPr>
          <p:cNvSpPr>
            <a:spLocks noGrp="1"/>
          </p:cNvSpPr>
          <p:nvPr>
            <p:ph type="title"/>
          </p:nvPr>
        </p:nvSpPr>
        <p:spPr/>
        <p:txBody>
          <a:bodyPr>
            <a:normAutofit/>
          </a:bodyPr>
          <a:lstStyle/>
          <a:p>
            <a:r>
              <a:rPr lang="en-US" altLang="zh-TW" dirty="0"/>
              <a:t>H2O_FLASH_SPI_DEVICE</a:t>
            </a:r>
            <a:endParaRPr lang="zh-TW" altLang="en-US" dirty="0"/>
          </a:p>
        </p:txBody>
      </p:sp>
      <p:sp>
        <p:nvSpPr>
          <p:cNvPr id="3" name="內容版面配置區 2">
            <a:extLst>
              <a:ext uri="{FF2B5EF4-FFF2-40B4-BE49-F238E27FC236}">
                <a16:creationId xmlns:a16="http://schemas.microsoft.com/office/drawing/2014/main" id="{6E14EB75-DCA4-4F89-BB2C-2BCC89702682}"/>
              </a:ext>
            </a:extLst>
          </p:cNvPr>
          <p:cNvSpPr>
            <a:spLocks noGrp="1"/>
          </p:cNvSpPr>
          <p:nvPr>
            <p:ph idx="1"/>
          </p:nvPr>
        </p:nvSpPr>
        <p:spPr/>
        <p:txBody>
          <a:bodyPr>
            <a:normAutofit/>
          </a:bodyPr>
          <a:lstStyle/>
          <a:p>
            <a:pPr indent="-228240">
              <a:lnSpc>
                <a:spcPct val="100000"/>
              </a:lnSpc>
              <a:buClr>
                <a:srgbClr val="3F3F3F"/>
              </a:buClr>
              <a:buFont typeface="Arial"/>
              <a:buChar char="•"/>
            </a:pPr>
            <a:r>
              <a:rPr lang="en-US" altLang="zh-TW" sz="2400" spc="-1" dirty="0" err="1">
                <a:solidFill>
                  <a:srgbClr val="3F3F3F"/>
                </a:solidFill>
                <a:uFill>
                  <a:solidFill>
                    <a:srgbClr val="FFFFFF"/>
                  </a:solidFill>
                </a:uFill>
              </a:rPr>
              <a:t>Insyde</a:t>
            </a:r>
            <a:r>
              <a:rPr lang="en-US" altLang="zh-TW" sz="2400" spc="-1" dirty="0">
                <a:solidFill>
                  <a:srgbClr val="3F3F3F"/>
                </a:solidFill>
                <a:uFill>
                  <a:solidFill>
                    <a:srgbClr val="FFFFFF"/>
                  </a:solidFill>
                </a:uFill>
              </a:rPr>
              <a:t>/</a:t>
            </a:r>
            <a:r>
              <a:rPr lang="en-US" altLang="zh-TW" sz="2400" spc="-1" dirty="0" err="1">
                <a:solidFill>
                  <a:srgbClr val="3F3F3F"/>
                </a:solidFill>
                <a:uFill>
                  <a:solidFill>
                    <a:srgbClr val="FFFFFF"/>
                  </a:solidFill>
                </a:uFill>
              </a:rPr>
              <a:t>InsydeFlashDevicePkg</a:t>
            </a:r>
            <a:r>
              <a:rPr lang="en-US" altLang="zh-TW" sz="2400" spc="-1" dirty="0">
                <a:solidFill>
                  <a:srgbClr val="3F3F3F"/>
                </a:solidFill>
                <a:uFill>
                  <a:solidFill>
                    <a:srgbClr val="FFFFFF"/>
                  </a:solidFill>
                </a:uFill>
              </a:rPr>
              <a:t>/Library/</a:t>
            </a:r>
            <a:r>
              <a:rPr lang="en-US" altLang="zh-TW" sz="2400" spc="-1" dirty="0" err="1">
                <a:solidFill>
                  <a:srgbClr val="3F3F3F"/>
                </a:solidFill>
                <a:uFill>
                  <a:solidFill>
                    <a:srgbClr val="FFFFFF"/>
                  </a:solidFill>
                </a:uFill>
              </a:rPr>
              <a:t>FlashDevicesLib</a:t>
            </a:r>
            <a:r>
              <a:rPr lang="en-US" altLang="zh-TW" sz="2400" spc="-1" dirty="0">
                <a:solidFill>
                  <a:srgbClr val="3F3F3F"/>
                </a:solidFill>
                <a:uFill>
                  <a:solidFill>
                    <a:srgbClr val="FFFFFF"/>
                  </a:solidFill>
                </a:uFill>
              </a:rPr>
              <a:t>/</a:t>
            </a:r>
            <a:r>
              <a:rPr lang="en-US" altLang="zh-TW" sz="2400" spc="-1" dirty="0">
                <a:solidFill>
                  <a:srgbClr val="3333CC"/>
                </a:solidFill>
                <a:uFill>
                  <a:solidFill>
                    <a:srgbClr val="FFFFFF"/>
                  </a:solidFill>
                </a:uFill>
              </a:rPr>
              <a:t>FlashDevicesLib.inf</a:t>
            </a:r>
            <a:endParaRPr lang="en-US" altLang="zh-TW" sz="2400" spc="-1" dirty="0">
              <a:solidFill>
                <a:srgbClr val="3F3F3F"/>
              </a:solidFill>
              <a:uFill>
                <a:solidFill>
                  <a:srgbClr val="FFFFFF"/>
                </a:solidFill>
              </a:uFill>
            </a:endParaRPr>
          </a:p>
        </p:txBody>
      </p:sp>
      <p:pic>
        <p:nvPicPr>
          <p:cNvPr id="4" name="圖片 3">
            <a:extLst>
              <a:ext uri="{FF2B5EF4-FFF2-40B4-BE49-F238E27FC236}">
                <a16:creationId xmlns:a16="http://schemas.microsoft.com/office/drawing/2014/main" id="{B7CFCF53-EEFE-4F3B-AC36-09FF189691D6}"/>
              </a:ext>
            </a:extLst>
          </p:cNvPr>
          <p:cNvPicPr>
            <a:picLocks noChangeAspect="1"/>
          </p:cNvPicPr>
          <p:nvPr/>
        </p:nvPicPr>
        <p:blipFill>
          <a:blip r:embed="rId2"/>
          <a:stretch>
            <a:fillRect/>
          </a:stretch>
        </p:blipFill>
        <p:spPr>
          <a:xfrm>
            <a:off x="1630259" y="2180493"/>
            <a:ext cx="8931481" cy="1772529"/>
          </a:xfrm>
          <a:prstGeom prst="rect">
            <a:avLst/>
          </a:prstGeom>
        </p:spPr>
      </p:pic>
    </p:spTree>
    <p:extLst>
      <p:ext uri="{BB962C8B-B14F-4D97-AF65-F5344CB8AC3E}">
        <p14:creationId xmlns:p14="http://schemas.microsoft.com/office/powerpoint/2010/main" val="726576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0F5365-5A5E-4A20-BCE1-C70D6EF98A08}"/>
              </a:ext>
            </a:extLst>
          </p:cNvPr>
          <p:cNvSpPr>
            <a:spLocks noGrp="1"/>
          </p:cNvSpPr>
          <p:nvPr>
            <p:ph type="title"/>
          </p:nvPr>
        </p:nvSpPr>
        <p:spPr/>
        <p:txBody>
          <a:bodyPr/>
          <a:lstStyle/>
          <a:p>
            <a:r>
              <a:rPr lang="en-US" altLang="zh-TW" dirty="0" err="1"/>
              <a:t>FlashDeviceLib</a:t>
            </a:r>
            <a:r>
              <a:rPr lang="en-US" altLang="zh-TW" dirty="0"/>
              <a:t> – Library Instance</a:t>
            </a:r>
            <a:endParaRPr lang="zh-TW" altLang="en-US" dirty="0"/>
          </a:p>
        </p:txBody>
      </p:sp>
      <p:sp>
        <p:nvSpPr>
          <p:cNvPr id="3" name="內容版面配置區 2">
            <a:extLst>
              <a:ext uri="{FF2B5EF4-FFF2-40B4-BE49-F238E27FC236}">
                <a16:creationId xmlns:a16="http://schemas.microsoft.com/office/drawing/2014/main" id="{F793622F-CAE2-410F-B284-1F7E305A1082}"/>
              </a:ext>
            </a:extLst>
          </p:cNvPr>
          <p:cNvSpPr>
            <a:spLocks noGrp="1"/>
          </p:cNvSpPr>
          <p:nvPr>
            <p:ph idx="1"/>
          </p:nvPr>
        </p:nvSpPr>
        <p:spPr/>
        <p:txBody>
          <a:bodyPr>
            <a:normAutofit/>
          </a:bodyPr>
          <a:lstStyle/>
          <a:p>
            <a:r>
              <a:rPr lang="en-US" altLang="zh-TW" sz="2400" spc="-1" dirty="0" err="1">
                <a:solidFill>
                  <a:srgbClr val="3F3F3F"/>
                </a:solidFill>
                <a:uFill>
                  <a:solidFill>
                    <a:srgbClr val="FFFFFF"/>
                  </a:solidFill>
                </a:uFill>
              </a:rPr>
              <a:t>Insyde</a:t>
            </a:r>
            <a:r>
              <a:rPr lang="en-US" altLang="zh-TW" sz="2400" spc="-1" dirty="0">
                <a:solidFill>
                  <a:srgbClr val="3F3F3F"/>
                </a:solidFill>
                <a:uFill>
                  <a:solidFill>
                    <a:srgbClr val="FFFFFF"/>
                  </a:solidFill>
                </a:uFill>
              </a:rPr>
              <a:t>/</a:t>
            </a:r>
            <a:r>
              <a:rPr lang="en-US" altLang="zh-TW" sz="2400" spc="-1" dirty="0" err="1">
                <a:solidFill>
                  <a:srgbClr val="3F3F3F"/>
                </a:solidFill>
                <a:uFill>
                  <a:solidFill>
                    <a:srgbClr val="FFFFFF"/>
                  </a:solidFill>
                </a:uFill>
              </a:rPr>
              <a:t>InsydeFlashDevicePkg</a:t>
            </a:r>
            <a:r>
              <a:rPr lang="en-US" altLang="zh-TW" sz="2400" spc="-1" dirty="0">
                <a:solidFill>
                  <a:srgbClr val="3F3F3F"/>
                </a:solidFill>
                <a:uFill>
                  <a:solidFill>
                    <a:srgbClr val="FFFFFF"/>
                  </a:solidFill>
                </a:uFill>
              </a:rPr>
              <a:t>/Library/</a:t>
            </a:r>
            <a:r>
              <a:rPr lang="en-US" altLang="zh-TW" sz="2400" spc="-1" dirty="0" err="1">
                <a:solidFill>
                  <a:srgbClr val="3F3F3F"/>
                </a:solidFill>
                <a:uFill>
                  <a:solidFill>
                    <a:srgbClr val="FFFFFF"/>
                  </a:solidFill>
                </a:uFill>
              </a:rPr>
              <a:t>FlashDevicesLib</a:t>
            </a:r>
            <a:r>
              <a:rPr lang="en-US" altLang="zh-TW" sz="2400" spc="-1" dirty="0">
                <a:solidFill>
                  <a:srgbClr val="3F3F3F"/>
                </a:solidFill>
                <a:uFill>
                  <a:solidFill>
                    <a:srgbClr val="FFFFFF"/>
                  </a:solidFill>
                </a:uFill>
              </a:rPr>
              <a:t>/</a:t>
            </a:r>
            <a:r>
              <a:rPr lang="en-US" altLang="zh-TW" sz="2400" spc="-1" dirty="0" err="1">
                <a:solidFill>
                  <a:srgbClr val="3333CC"/>
                </a:solidFill>
                <a:uFill>
                  <a:solidFill>
                    <a:srgbClr val="FFFFFF"/>
                  </a:solidFill>
                </a:uFill>
              </a:rPr>
              <a:t>FlashDevicesLib.c</a:t>
            </a:r>
            <a:endParaRPr lang="en-US" altLang="zh-TW" sz="2400" spc="-1" dirty="0">
              <a:solidFill>
                <a:srgbClr val="3F3F3F"/>
              </a:solidFill>
              <a:uFill>
                <a:solidFill>
                  <a:srgbClr val="FFFFFF"/>
                </a:solidFill>
              </a:uFill>
            </a:endParaRPr>
          </a:p>
        </p:txBody>
      </p:sp>
      <p:grpSp>
        <p:nvGrpSpPr>
          <p:cNvPr id="4" name="群組 3">
            <a:extLst>
              <a:ext uri="{FF2B5EF4-FFF2-40B4-BE49-F238E27FC236}">
                <a16:creationId xmlns:a16="http://schemas.microsoft.com/office/drawing/2014/main" id="{567C97C3-9DBE-4A71-A4E6-3AA7448FC60C}"/>
              </a:ext>
            </a:extLst>
          </p:cNvPr>
          <p:cNvGrpSpPr/>
          <p:nvPr/>
        </p:nvGrpSpPr>
        <p:grpSpPr>
          <a:xfrm>
            <a:off x="1274299" y="2186558"/>
            <a:ext cx="9673101" cy="4303142"/>
            <a:chOff x="1274299" y="2186558"/>
            <a:chExt cx="9673101" cy="4303142"/>
          </a:xfrm>
        </p:grpSpPr>
        <p:sp>
          <p:nvSpPr>
            <p:cNvPr id="5" name="Rectangle 15">
              <a:extLst>
                <a:ext uri="{FF2B5EF4-FFF2-40B4-BE49-F238E27FC236}">
                  <a16:creationId xmlns:a16="http://schemas.microsoft.com/office/drawing/2014/main" id="{ECB234EA-A1E6-47FB-BD38-533C75459531}"/>
                </a:ext>
              </a:extLst>
            </p:cNvPr>
            <p:cNvSpPr>
              <a:spLocks noChangeArrowheads="1"/>
            </p:cNvSpPr>
            <p:nvPr/>
          </p:nvSpPr>
          <p:spPr bwMode="auto">
            <a:xfrm>
              <a:off x="1274299" y="2186558"/>
              <a:ext cx="2751601" cy="2059127"/>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6" name="Rectangle 16">
              <a:extLst>
                <a:ext uri="{FF2B5EF4-FFF2-40B4-BE49-F238E27FC236}">
                  <a16:creationId xmlns:a16="http://schemas.microsoft.com/office/drawing/2014/main" id="{93260169-9EF7-485A-8EFE-F98D1C95A70B}"/>
                </a:ext>
              </a:extLst>
            </p:cNvPr>
            <p:cNvSpPr>
              <a:spLocks noChangeArrowheads="1"/>
            </p:cNvSpPr>
            <p:nvPr/>
          </p:nvSpPr>
          <p:spPr bwMode="auto">
            <a:xfrm>
              <a:off x="1274299" y="2186559"/>
              <a:ext cx="2751601"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FlashDevicesLib.c</a:t>
              </a:r>
              <a:endParaRPr lang="zh-TW" altLang="en-US" sz="1200" dirty="0"/>
            </a:p>
          </p:txBody>
        </p:sp>
        <p:sp>
          <p:nvSpPr>
            <p:cNvPr id="7" name="Text Box 17">
              <a:extLst>
                <a:ext uri="{FF2B5EF4-FFF2-40B4-BE49-F238E27FC236}">
                  <a16:creationId xmlns:a16="http://schemas.microsoft.com/office/drawing/2014/main" id="{E716D701-683C-4E3F-A24D-6F1BDB09462E}"/>
                </a:ext>
              </a:extLst>
            </p:cNvPr>
            <p:cNvSpPr txBox="1">
              <a:spLocks noChangeArrowheads="1"/>
            </p:cNvSpPr>
            <p:nvPr/>
          </p:nvSpPr>
          <p:spPr bwMode="auto">
            <a:xfrm>
              <a:off x="1350499" y="2491359"/>
              <a:ext cx="2675401"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rgbClr val="5A9541"/>
                  </a:solidFill>
                </a:rPr>
                <a:t>EFI_STATUS</a:t>
              </a:r>
            </a:p>
            <a:p>
              <a:r>
                <a:rPr lang="en-US" altLang="zh-TW" sz="1200" dirty="0">
                  <a:solidFill>
                    <a:srgbClr val="FF0000"/>
                  </a:solidFill>
                </a:rPr>
                <a:t>EFIAPI</a:t>
              </a:r>
            </a:p>
            <a:p>
              <a:r>
                <a:rPr lang="en-US" altLang="zh-TW" sz="1200" dirty="0" err="1">
                  <a:solidFill>
                    <a:srgbClr val="0070C0"/>
                  </a:solidFill>
                </a:rPr>
                <a:t>FlashDevicesLibInit</a:t>
              </a:r>
              <a:r>
                <a:rPr lang="en-US" altLang="zh-TW" sz="1200" dirty="0"/>
                <a:t> (</a:t>
              </a:r>
            </a:p>
            <a:p>
              <a:r>
                <a:rPr lang="en-US" altLang="zh-TW" sz="1200" dirty="0"/>
                <a:t>  </a:t>
              </a:r>
              <a:r>
                <a:rPr lang="en-US" altLang="zh-TW" sz="1200" dirty="0">
                  <a:solidFill>
                    <a:srgbClr val="5A9541"/>
                  </a:solidFill>
                </a:rPr>
                <a:t>VOID</a:t>
              </a:r>
            </a:p>
            <a:p>
              <a:r>
                <a:rPr lang="en-US" altLang="zh-TW" sz="1200" dirty="0"/>
                <a:t>  )</a:t>
              </a:r>
            </a:p>
            <a:p>
              <a:r>
                <a:rPr lang="en-US" altLang="zh-TW" sz="1200" dirty="0"/>
                <a:t>{</a:t>
              </a:r>
            </a:p>
            <a:p>
              <a:r>
                <a:rPr lang="en-US" altLang="zh-TW" sz="1200" dirty="0"/>
                <a:t>  </a:t>
              </a:r>
              <a:r>
                <a:rPr lang="en-US" altLang="zh-TW" sz="1200" dirty="0">
                  <a:solidFill>
                    <a:srgbClr val="5A9541"/>
                  </a:solidFill>
                </a:rPr>
                <a:t>DetectH2OFlashDevice</a:t>
              </a:r>
              <a:r>
                <a:rPr lang="en-US" altLang="zh-TW" sz="1200" dirty="0"/>
                <a:t>();</a:t>
              </a:r>
            </a:p>
            <a:p>
              <a:r>
                <a:rPr lang="en-US" altLang="zh-TW" sz="1200" dirty="0"/>
                <a:t>  </a:t>
              </a:r>
              <a:r>
                <a:rPr lang="en-US" altLang="zh-TW" sz="1200" dirty="0">
                  <a:solidFill>
                    <a:srgbClr val="0070C0"/>
                  </a:solidFill>
                </a:rPr>
                <a:t>return</a:t>
              </a:r>
              <a:r>
                <a:rPr lang="en-US" altLang="zh-TW" sz="1200" dirty="0"/>
                <a:t> </a:t>
              </a:r>
              <a:r>
                <a:rPr lang="en-US" altLang="zh-TW" sz="1200" dirty="0">
                  <a:solidFill>
                    <a:srgbClr val="FF0000"/>
                  </a:solidFill>
                </a:rPr>
                <a:t>EFI_SUCCESS</a:t>
              </a:r>
              <a:r>
                <a:rPr lang="en-US" altLang="zh-TW" sz="1200" dirty="0"/>
                <a:t>;</a:t>
              </a:r>
            </a:p>
            <a:p>
              <a:r>
                <a:rPr lang="en-US" altLang="zh-TW" sz="1200" dirty="0"/>
                <a:t>}</a:t>
              </a:r>
            </a:p>
          </p:txBody>
        </p:sp>
        <p:sp>
          <p:nvSpPr>
            <p:cNvPr id="8" name="Rectangle 15">
              <a:extLst>
                <a:ext uri="{FF2B5EF4-FFF2-40B4-BE49-F238E27FC236}">
                  <a16:creationId xmlns:a16="http://schemas.microsoft.com/office/drawing/2014/main" id="{44519458-8C1A-4521-A730-ACA927636181}"/>
                </a:ext>
              </a:extLst>
            </p:cNvPr>
            <p:cNvSpPr>
              <a:spLocks noChangeArrowheads="1"/>
            </p:cNvSpPr>
            <p:nvPr/>
          </p:nvSpPr>
          <p:spPr bwMode="auto">
            <a:xfrm>
              <a:off x="4673600" y="2186558"/>
              <a:ext cx="6273800" cy="4303142"/>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9" name="Rectangle 16">
              <a:extLst>
                <a:ext uri="{FF2B5EF4-FFF2-40B4-BE49-F238E27FC236}">
                  <a16:creationId xmlns:a16="http://schemas.microsoft.com/office/drawing/2014/main" id="{06E9D718-1900-4E9B-9A9A-0C3BA7C78114}"/>
                </a:ext>
              </a:extLst>
            </p:cNvPr>
            <p:cNvSpPr>
              <a:spLocks noChangeArrowheads="1"/>
            </p:cNvSpPr>
            <p:nvPr/>
          </p:nvSpPr>
          <p:spPr bwMode="auto">
            <a:xfrm>
              <a:off x="4673600" y="2186559"/>
              <a:ext cx="6273800"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FlashDevicesLib.c</a:t>
              </a:r>
              <a:endParaRPr lang="zh-TW" altLang="en-US" sz="1200" dirty="0"/>
            </a:p>
          </p:txBody>
        </p:sp>
        <p:sp>
          <p:nvSpPr>
            <p:cNvPr id="10" name="Text Box 17">
              <a:extLst>
                <a:ext uri="{FF2B5EF4-FFF2-40B4-BE49-F238E27FC236}">
                  <a16:creationId xmlns:a16="http://schemas.microsoft.com/office/drawing/2014/main" id="{73E6188F-11D3-4599-A6B4-7887A6A2BC54}"/>
                </a:ext>
              </a:extLst>
            </p:cNvPr>
            <p:cNvSpPr txBox="1">
              <a:spLocks noChangeArrowheads="1"/>
            </p:cNvSpPr>
            <p:nvPr/>
          </p:nvSpPr>
          <p:spPr bwMode="auto">
            <a:xfrm>
              <a:off x="4673650" y="2491359"/>
              <a:ext cx="62737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rgbClr val="5A9541"/>
                  </a:solidFill>
                </a:rPr>
                <a:t>H2O_FLASH_DEVICE *</a:t>
              </a:r>
            </a:p>
            <a:p>
              <a:r>
                <a:rPr lang="en-US" altLang="zh-TW" sz="1200" dirty="0">
                  <a:solidFill>
                    <a:srgbClr val="0070C0"/>
                  </a:solidFill>
                </a:rPr>
                <a:t>DetectH2OFlashDevice</a:t>
              </a:r>
              <a:r>
                <a:rPr lang="en-US" altLang="zh-TW" sz="1200" dirty="0">
                  <a:solidFill>
                    <a:srgbClr val="5A9541"/>
                  </a:solidFill>
                </a:rPr>
                <a:t> </a:t>
              </a:r>
              <a:r>
                <a:rPr lang="en-US" altLang="zh-TW" sz="1200" dirty="0"/>
                <a:t>(</a:t>
              </a:r>
            </a:p>
            <a:p>
              <a:r>
                <a:rPr lang="en-US" altLang="zh-TW" sz="1200" dirty="0">
                  <a:solidFill>
                    <a:srgbClr val="5A9541"/>
                  </a:solidFill>
                </a:rPr>
                <a:t>  VOID</a:t>
              </a:r>
            </a:p>
            <a:p>
              <a:r>
                <a:rPr lang="en-US" altLang="zh-TW" sz="1200" dirty="0"/>
                <a:t>  )</a:t>
              </a:r>
            </a:p>
            <a:p>
              <a:r>
                <a:rPr lang="en-US" altLang="zh-TW" sz="1200" dirty="0"/>
                <a:t>{</a:t>
              </a:r>
            </a:p>
            <a:p>
              <a:r>
                <a:rPr lang="en-US" altLang="zh-TW" sz="1200" dirty="0"/>
                <a:t>  …</a:t>
              </a:r>
            </a:p>
            <a:p>
              <a:r>
                <a:rPr lang="en-US" altLang="zh-TW" sz="1200" dirty="0">
                  <a:solidFill>
                    <a:srgbClr val="203428"/>
                  </a:solidFill>
                </a:rPr>
                <a:t>  </a:t>
              </a:r>
              <a:r>
                <a:rPr lang="en-US" altLang="zh-TW" sz="1200" dirty="0" err="1">
                  <a:solidFill>
                    <a:srgbClr val="203428"/>
                  </a:solidFill>
                </a:rPr>
                <a:t>PcdTokenNumber</a:t>
              </a:r>
              <a:r>
                <a:rPr lang="en-US" altLang="zh-TW" sz="1200" dirty="0">
                  <a:solidFill>
                    <a:srgbClr val="5A9541"/>
                  </a:solidFill>
                </a:rPr>
                <a:t> = PcdGet32</a:t>
              </a:r>
              <a:r>
                <a:rPr lang="en-US" altLang="zh-TW" sz="1200" dirty="0">
                  <a:solidFill>
                    <a:srgbClr val="203428"/>
                  </a:solidFill>
                </a:rPr>
                <a:t> (</a:t>
              </a:r>
              <a:r>
                <a:rPr lang="en-US" altLang="zh-TW" sz="1200" dirty="0" err="1">
                  <a:solidFill>
                    <a:srgbClr val="203428"/>
                  </a:solidFill>
                </a:rPr>
                <a:t>PcdActiveFlashDeviceId</a:t>
              </a:r>
              <a:r>
                <a:rPr lang="en-US" altLang="zh-TW" sz="1200" dirty="0">
                  <a:solidFill>
                    <a:srgbClr val="203428"/>
                  </a:solidFill>
                </a:rPr>
                <a:t>);</a:t>
              </a:r>
            </a:p>
            <a:p>
              <a:endParaRPr lang="en-US" altLang="zh-TW" sz="1200" dirty="0">
                <a:solidFill>
                  <a:srgbClr val="203428"/>
                </a:solidFill>
              </a:endParaRPr>
            </a:p>
            <a:p>
              <a:r>
                <a:rPr lang="en-US" altLang="zh-TW" sz="1200" dirty="0">
                  <a:solidFill>
                    <a:srgbClr val="203428"/>
                  </a:solidFill>
                </a:rPr>
                <a:t>  if (</a:t>
              </a:r>
              <a:r>
                <a:rPr lang="en-US" altLang="zh-TW" sz="1200" dirty="0" err="1">
                  <a:solidFill>
                    <a:srgbClr val="203428"/>
                  </a:solidFill>
                </a:rPr>
                <a:t>PcdTokenNumber</a:t>
              </a:r>
              <a:r>
                <a:rPr lang="en-US" altLang="zh-TW" sz="1200" dirty="0">
                  <a:solidFill>
                    <a:srgbClr val="203428"/>
                  </a:solidFill>
                </a:rPr>
                <a:t> == 0) {</a:t>
              </a:r>
            </a:p>
            <a:p>
              <a:r>
                <a:rPr lang="en-US" altLang="zh-TW" sz="1200" dirty="0">
                  <a:solidFill>
                    <a:srgbClr val="203428"/>
                  </a:solidFill>
                </a:rPr>
                <a:t>    </a:t>
              </a:r>
              <a:r>
                <a:rPr lang="en-US" altLang="zh-TW" sz="1200" dirty="0" err="1">
                  <a:solidFill>
                    <a:srgbClr val="203428"/>
                  </a:solidFill>
                </a:rPr>
                <a:t>PcdTokenNumber</a:t>
              </a:r>
              <a:r>
                <a:rPr lang="en-US" altLang="zh-TW" sz="1200" dirty="0">
                  <a:solidFill>
                    <a:srgbClr val="203428"/>
                  </a:solidFill>
                </a:rPr>
                <a:t> = </a:t>
              </a:r>
              <a:r>
                <a:rPr lang="en-US" altLang="zh-TW" sz="1200" dirty="0" err="1">
                  <a:solidFill>
                    <a:srgbClr val="203428"/>
                  </a:solidFill>
                </a:rPr>
                <a:t>LibPcdGetNextToken</a:t>
              </a:r>
              <a:r>
                <a:rPr lang="en-US" altLang="zh-TW" sz="1200" dirty="0">
                  <a:solidFill>
                    <a:srgbClr val="203428"/>
                  </a:solidFill>
                </a:rPr>
                <a:t>(&amp;gH2OFlashDeviceGuid, </a:t>
              </a:r>
              <a:r>
                <a:rPr lang="en-US" altLang="zh-TW" sz="1200" dirty="0" err="1">
                  <a:solidFill>
                    <a:srgbClr val="203428"/>
                  </a:solidFill>
                </a:rPr>
                <a:t>PcdTokenNumber</a:t>
              </a:r>
              <a:r>
                <a:rPr lang="en-US" altLang="zh-TW" sz="1200" dirty="0">
                  <a:solidFill>
                    <a:srgbClr val="203428"/>
                  </a:solidFill>
                </a:rPr>
                <a:t>);</a:t>
              </a:r>
            </a:p>
            <a:p>
              <a:r>
                <a:rPr lang="en-US" altLang="zh-TW" sz="1200" dirty="0">
                  <a:solidFill>
                    <a:srgbClr val="203428"/>
                  </a:solidFill>
                </a:rPr>
                <a:t>    …</a:t>
              </a:r>
            </a:p>
            <a:p>
              <a:r>
                <a:rPr lang="en-US" altLang="zh-TW" sz="1200" dirty="0">
                  <a:solidFill>
                    <a:srgbClr val="203428"/>
                  </a:solidFill>
                </a:rPr>
                <a:t>  }</a:t>
              </a:r>
            </a:p>
            <a:p>
              <a:endParaRPr lang="en-US" altLang="zh-TW" sz="1200" dirty="0">
                <a:solidFill>
                  <a:srgbClr val="203428"/>
                </a:solidFill>
              </a:endParaRPr>
            </a:p>
            <a:p>
              <a:r>
                <a:rPr lang="en-US" altLang="zh-TW" sz="1200" dirty="0">
                  <a:solidFill>
                    <a:srgbClr val="203428"/>
                  </a:solidFill>
                </a:rPr>
                <a:t>   while (</a:t>
              </a:r>
              <a:r>
                <a:rPr lang="en-US" altLang="zh-TW" sz="1200" dirty="0" err="1">
                  <a:solidFill>
                    <a:srgbClr val="203428"/>
                  </a:solidFill>
                </a:rPr>
                <a:t>PcdTokenNumber</a:t>
              </a:r>
              <a:r>
                <a:rPr lang="en-US" altLang="zh-TW" sz="1200" dirty="0">
                  <a:solidFill>
                    <a:srgbClr val="203428"/>
                  </a:solidFill>
                </a:rPr>
                <a:t>) {</a:t>
              </a:r>
            </a:p>
            <a:p>
              <a:r>
                <a:rPr lang="en-US" altLang="zh-TW" sz="1200" dirty="0">
                  <a:solidFill>
                    <a:srgbClr val="203428"/>
                  </a:solidFill>
                </a:rPr>
                <a:t>     …</a:t>
              </a:r>
            </a:p>
            <a:p>
              <a:r>
                <a:rPr lang="en-US" altLang="zh-TW" sz="1200" dirty="0">
                  <a:solidFill>
                    <a:srgbClr val="203428"/>
                  </a:solidFill>
                </a:rPr>
                <a:t>   }</a:t>
              </a:r>
            </a:p>
            <a:p>
              <a:endParaRPr lang="en-US" altLang="zh-TW" sz="1200" dirty="0">
                <a:solidFill>
                  <a:srgbClr val="203428"/>
                </a:solidFill>
              </a:endParaRPr>
            </a:p>
            <a:p>
              <a:r>
                <a:rPr lang="en-US" altLang="zh-TW" sz="1200" dirty="0">
                  <a:solidFill>
                    <a:srgbClr val="5A9541"/>
                  </a:solidFill>
                </a:rPr>
                <a:t>  </a:t>
              </a:r>
              <a:r>
                <a:rPr lang="en-US" altLang="zh-TW" sz="1200" dirty="0">
                  <a:solidFill>
                    <a:srgbClr val="203428"/>
                  </a:solidFill>
                </a:rPr>
                <a:t>Status = </a:t>
              </a:r>
              <a:r>
                <a:rPr lang="en-US" altLang="zh-TW" sz="1200" dirty="0">
                  <a:solidFill>
                    <a:srgbClr val="5A9541"/>
                  </a:solidFill>
                </a:rPr>
                <a:t>PcdSet32S</a:t>
              </a:r>
              <a:r>
                <a:rPr lang="en-US" altLang="zh-TW" sz="1200" dirty="0">
                  <a:solidFill>
                    <a:srgbClr val="203428"/>
                  </a:solidFill>
                </a:rPr>
                <a:t> (</a:t>
              </a:r>
              <a:r>
                <a:rPr lang="en-US" altLang="zh-TW" sz="1200" dirty="0" err="1">
                  <a:solidFill>
                    <a:srgbClr val="203428"/>
                  </a:solidFill>
                </a:rPr>
                <a:t>PcdActiveFlashDeviceId</a:t>
              </a:r>
              <a:r>
                <a:rPr lang="en-US" altLang="zh-TW" sz="1200" dirty="0">
                  <a:solidFill>
                    <a:srgbClr val="203428"/>
                  </a:solidFill>
                </a:rPr>
                <a:t>, (UINT32)</a:t>
              </a:r>
              <a:r>
                <a:rPr lang="en-US" altLang="zh-TW" sz="1200" dirty="0" err="1">
                  <a:solidFill>
                    <a:srgbClr val="203428"/>
                  </a:solidFill>
                </a:rPr>
                <a:t>PcdTokenNumber</a:t>
              </a:r>
              <a:r>
                <a:rPr lang="en-US" altLang="zh-TW" sz="1200" dirty="0">
                  <a:solidFill>
                    <a:srgbClr val="203428"/>
                  </a:solidFill>
                </a:rPr>
                <a:t>);</a:t>
              </a:r>
            </a:p>
            <a:p>
              <a:r>
                <a:rPr lang="en-US" altLang="zh-TW" sz="1200" dirty="0">
                  <a:solidFill>
                    <a:srgbClr val="5A9541"/>
                  </a:solidFill>
                </a:rPr>
                <a:t>  ASSERT_EFI_ERROR</a:t>
              </a:r>
              <a:r>
                <a:rPr lang="en-US" altLang="zh-TW" sz="1200" dirty="0">
                  <a:solidFill>
                    <a:srgbClr val="203428"/>
                  </a:solidFill>
                </a:rPr>
                <a:t>(Status);</a:t>
              </a:r>
            </a:p>
            <a:p>
              <a:r>
                <a:rPr lang="en-US" altLang="zh-TW" sz="1200" dirty="0">
                  <a:solidFill>
                    <a:srgbClr val="5A9541"/>
                  </a:solidFill>
                </a:rPr>
                <a:t>  </a:t>
              </a:r>
              <a:r>
                <a:rPr lang="en-US" altLang="zh-TW" sz="1200" dirty="0">
                  <a:solidFill>
                    <a:srgbClr val="0070C0"/>
                  </a:solidFill>
                </a:rPr>
                <a:t>return</a:t>
              </a:r>
              <a:r>
                <a:rPr lang="en-US" altLang="zh-TW" sz="1200" dirty="0">
                  <a:solidFill>
                    <a:srgbClr val="5A9541"/>
                  </a:solidFill>
                </a:rPr>
                <a:t> </a:t>
              </a:r>
              <a:r>
                <a:rPr lang="en-US" altLang="zh-TW" sz="1200" dirty="0" err="1"/>
                <a:t>FlashDeviceInstance</a:t>
              </a:r>
              <a:r>
                <a:rPr lang="en-US" altLang="zh-TW" sz="1200" dirty="0">
                  <a:solidFill>
                    <a:srgbClr val="5A9541"/>
                  </a:solidFill>
                </a:rPr>
                <a:t>;</a:t>
              </a:r>
            </a:p>
            <a:p>
              <a:r>
                <a:rPr lang="en-US" altLang="zh-TW" sz="1200" dirty="0">
                  <a:solidFill>
                    <a:srgbClr val="5A9541"/>
                  </a:solidFill>
                </a:rPr>
                <a:t>}</a:t>
              </a:r>
              <a:endParaRPr lang="en-US" altLang="zh-TW" sz="1200" dirty="0"/>
            </a:p>
          </p:txBody>
        </p:sp>
      </p:grpSp>
    </p:spTree>
    <p:extLst>
      <p:ext uri="{BB962C8B-B14F-4D97-AF65-F5344CB8AC3E}">
        <p14:creationId xmlns:p14="http://schemas.microsoft.com/office/powerpoint/2010/main" val="2896990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0F5365-5A5E-4A20-BCE1-C70D6EF98A08}"/>
              </a:ext>
            </a:extLst>
          </p:cNvPr>
          <p:cNvSpPr>
            <a:spLocks noGrp="1"/>
          </p:cNvSpPr>
          <p:nvPr>
            <p:ph type="title"/>
          </p:nvPr>
        </p:nvSpPr>
        <p:spPr/>
        <p:txBody>
          <a:bodyPr/>
          <a:lstStyle/>
          <a:p>
            <a:r>
              <a:rPr lang="en-US" altLang="zh-TW" dirty="0" err="1"/>
              <a:t>FlashDeviceLib</a:t>
            </a:r>
            <a:r>
              <a:rPr lang="en-US" altLang="zh-TW" dirty="0"/>
              <a:t> – Library Instance</a:t>
            </a:r>
            <a:endParaRPr lang="zh-TW" altLang="en-US" dirty="0"/>
          </a:p>
        </p:txBody>
      </p:sp>
      <p:sp>
        <p:nvSpPr>
          <p:cNvPr id="3" name="內容版面配置區 2">
            <a:extLst>
              <a:ext uri="{FF2B5EF4-FFF2-40B4-BE49-F238E27FC236}">
                <a16:creationId xmlns:a16="http://schemas.microsoft.com/office/drawing/2014/main" id="{F793622F-CAE2-410F-B284-1F7E305A1082}"/>
              </a:ext>
            </a:extLst>
          </p:cNvPr>
          <p:cNvSpPr>
            <a:spLocks noGrp="1"/>
          </p:cNvSpPr>
          <p:nvPr>
            <p:ph idx="1"/>
          </p:nvPr>
        </p:nvSpPr>
        <p:spPr/>
        <p:txBody>
          <a:bodyPr>
            <a:normAutofit/>
          </a:bodyPr>
          <a:lstStyle/>
          <a:p>
            <a:r>
              <a:rPr lang="en-US" altLang="zh-TW" sz="2400" spc="-1" dirty="0" err="1">
                <a:solidFill>
                  <a:srgbClr val="3F3F3F"/>
                </a:solidFill>
                <a:uFill>
                  <a:solidFill>
                    <a:srgbClr val="FFFFFF"/>
                  </a:solidFill>
                </a:uFill>
              </a:rPr>
              <a:t>Insyde</a:t>
            </a:r>
            <a:r>
              <a:rPr lang="en-US" altLang="zh-TW" sz="2400" spc="-1" dirty="0">
                <a:solidFill>
                  <a:srgbClr val="3F3F3F"/>
                </a:solidFill>
                <a:uFill>
                  <a:solidFill>
                    <a:srgbClr val="FFFFFF"/>
                  </a:solidFill>
                </a:uFill>
              </a:rPr>
              <a:t>/</a:t>
            </a:r>
            <a:r>
              <a:rPr lang="en-US" altLang="zh-TW" sz="2400" spc="-1" dirty="0" err="1">
                <a:solidFill>
                  <a:srgbClr val="3F3F3F"/>
                </a:solidFill>
                <a:uFill>
                  <a:solidFill>
                    <a:srgbClr val="FFFFFF"/>
                  </a:solidFill>
                </a:uFill>
              </a:rPr>
              <a:t>InsydeFlashDevicePkg</a:t>
            </a:r>
            <a:r>
              <a:rPr lang="en-US" altLang="zh-TW" sz="2400" spc="-1" dirty="0">
                <a:solidFill>
                  <a:srgbClr val="3F3F3F"/>
                </a:solidFill>
                <a:uFill>
                  <a:solidFill>
                    <a:srgbClr val="FFFFFF"/>
                  </a:solidFill>
                </a:uFill>
              </a:rPr>
              <a:t>/Library/</a:t>
            </a:r>
            <a:r>
              <a:rPr lang="en-US" altLang="zh-TW" sz="2400" spc="-1" dirty="0" err="1">
                <a:solidFill>
                  <a:srgbClr val="3F3F3F"/>
                </a:solidFill>
                <a:uFill>
                  <a:solidFill>
                    <a:srgbClr val="FFFFFF"/>
                  </a:solidFill>
                </a:uFill>
              </a:rPr>
              <a:t>FlashDevicesLib</a:t>
            </a:r>
            <a:r>
              <a:rPr lang="en-US" altLang="zh-TW" sz="2400" spc="-1" dirty="0">
                <a:solidFill>
                  <a:srgbClr val="3F3F3F"/>
                </a:solidFill>
                <a:uFill>
                  <a:solidFill>
                    <a:srgbClr val="FFFFFF"/>
                  </a:solidFill>
                </a:uFill>
              </a:rPr>
              <a:t>/</a:t>
            </a:r>
            <a:r>
              <a:rPr lang="en-US" altLang="zh-TW" sz="2400" spc="-1" dirty="0" err="1">
                <a:solidFill>
                  <a:srgbClr val="3333CC"/>
                </a:solidFill>
                <a:uFill>
                  <a:solidFill>
                    <a:srgbClr val="FFFFFF"/>
                  </a:solidFill>
                </a:uFill>
              </a:rPr>
              <a:t>FlashDevicesLib.c</a:t>
            </a:r>
            <a:endParaRPr lang="en-US" altLang="zh-TW" sz="2400" spc="-1" dirty="0">
              <a:solidFill>
                <a:srgbClr val="3F3F3F"/>
              </a:solidFill>
              <a:uFill>
                <a:solidFill>
                  <a:srgbClr val="FFFFFF"/>
                </a:solidFill>
              </a:uFill>
            </a:endParaRPr>
          </a:p>
        </p:txBody>
      </p:sp>
      <p:grpSp>
        <p:nvGrpSpPr>
          <p:cNvPr id="11" name="群組 10">
            <a:extLst>
              <a:ext uri="{FF2B5EF4-FFF2-40B4-BE49-F238E27FC236}">
                <a16:creationId xmlns:a16="http://schemas.microsoft.com/office/drawing/2014/main" id="{8E00E4D7-37DB-4F8B-A720-3A60766BA592}"/>
              </a:ext>
            </a:extLst>
          </p:cNvPr>
          <p:cNvGrpSpPr/>
          <p:nvPr/>
        </p:nvGrpSpPr>
        <p:grpSpPr>
          <a:xfrm>
            <a:off x="2857499" y="1792965"/>
            <a:ext cx="6873730" cy="4667374"/>
            <a:chOff x="2857475" y="2066191"/>
            <a:chExt cx="6477000" cy="4340923"/>
          </a:xfrm>
        </p:grpSpPr>
        <p:sp>
          <p:nvSpPr>
            <p:cNvPr id="12" name="Rectangle 15">
              <a:extLst>
                <a:ext uri="{FF2B5EF4-FFF2-40B4-BE49-F238E27FC236}">
                  <a16:creationId xmlns:a16="http://schemas.microsoft.com/office/drawing/2014/main" id="{215A5ADF-091B-4B72-8A8A-70061ED622C5}"/>
                </a:ext>
              </a:extLst>
            </p:cNvPr>
            <p:cNvSpPr>
              <a:spLocks noChangeArrowheads="1"/>
            </p:cNvSpPr>
            <p:nvPr/>
          </p:nvSpPr>
          <p:spPr bwMode="auto">
            <a:xfrm>
              <a:off x="2857475" y="2066191"/>
              <a:ext cx="6477000" cy="4275119"/>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3" name="Rectangle 16">
              <a:extLst>
                <a:ext uri="{FF2B5EF4-FFF2-40B4-BE49-F238E27FC236}">
                  <a16:creationId xmlns:a16="http://schemas.microsoft.com/office/drawing/2014/main" id="{9EB75F87-9CB7-4018-99FC-3BE152B45D40}"/>
                </a:ext>
              </a:extLst>
            </p:cNvPr>
            <p:cNvSpPr>
              <a:spLocks noChangeArrowheads="1"/>
            </p:cNvSpPr>
            <p:nvPr/>
          </p:nvSpPr>
          <p:spPr bwMode="auto">
            <a:xfrm>
              <a:off x="2857475" y="2066193"/>
              <a:ext cx="6477000" cy="315493"/>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FlashDevicesLib.c</a:t>
              </a:r>
              <a:endParaRPr lang="zh-TW" altLang="en-US" sz="1200" dirty="0"/>
            </a:p>
          </p:txBody>
        </p:sp>
        <p:sp>
          <p:nvSpPr>
            <p:cNvPr id="14" name="Text Box 17">
              <a:extLst>
                <a:ext uri="{FF2B5EF4-FFF2-40B4-BE49-F238E27FC236}">
                  <a16:creationId xmlns:a16="http://schemas.microsoft.com/office/drawing/2014/main" id="{0ADAEEC0-0CD0-42FE-9365-B6375CADDB1F}"/>
                </a:ext>
              </a:extLst>
            </p:cNvPr>
            <p:cNvSpPr txBox="1">
              <a:spLocks noChangeArrowheads="1"/>
            </p:cNvSpPr>
            <p:nvPr/>
          </p:nvSpPr>
          <p:spPr bwMode="auto">
            <a:xfrm>
              <a:off x="2857525" y="2370993"/>
              <a:ext cx="6476950" cy="4036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rgbClr val="5A9541"/>
                  </a:solidFill>
                </a:rPr>
                <a:t>H2O_FLASH_DEVICE *</a:t>
              </a:r>
            </a:p>
            <a:p>
              <a:r>
                <a:rPr lang="en-US" altLang="zh-TW" sz="1200" dirty="0">
                  <a:solidFill>
                    <a:srgbClr val="0070C0"/>
                  </a:solidFill>
                </a:rPr>
                <a:t>DetectH2OFlashDevice</a:t>
              </a:r>
              <a:r>
                <a:rPr lang="en-US" altLang="zh-TW" sz="1200" dirty="0">
                  <a:solidFill>
                    <a:srgbClr val="5A9541"/>
                  </a:solidFill>
                </a:rPr>
                <a:t> </a:t>
              </a:r>
              <a:r>
                <a:rPr lang="en-US" altLang="zh-TW" sz="1200" dirty="0"/>
                <a:t>(</a:t>
              </a:r>
            </a:p>
            <a:p>
              <a:r>
                <a:rPr lang="en-US" altLang="zh-TW" sz="1200" dirty="0">
                  <a:solidFill>
                    <a:srgbClr val="5A9541"/>
                  </a:solidFill>
                </a:rPr>
                <a:t>  VOID</a:t>
              </a:r>
            </a:p>
            <a:p>
              <a:r>
                <a:rPr lang="en-US" altLang="zh-TW" sz="1200" dirty="0"/>
                <a:t>  )</a:t>
              </a:r>
            </a:p>
            <a:p>
              <a:r>
                <a:rPr lang="en-US" altLang="zh-TW" sz="1200" dirty="0"/>
                <a:t>{</a:t>
              </a:r>
            </a:p>
            <a:p>
              <a:r>
                <a:rPr lang="en-US" altLang="zh-TW" sz="1200" dirty="0"/>
                <a:t>  …</a:t>
              </a:r>
            </a:p>
            <a:p>
              <a:r>
                <a:rPr lang="en-US" altLang="zh-TW" sz="1200" dirty="0"/>
                <a:t>  while (</a:t>
              </a:r>
              <a:r>
                <a:rPr lang="en-US" altLang="zh-TW" sz="1200" dirty="0" err="1"/>
                <a:t>PcdTokenNumber</a:t>
              </a:r>
              <a:r>
                <a:rPr lang="en-US" altLang="zh-TW" sz="1200" dirty="0"/>
                <a:t>) {</a:t>
              </a:r>
            </a:p>
            <a:p>
              <a:r>
                <a:rPr lang="en-US" altLang="zh-TW" sz="1200" dirty="0"/>
                <a:t>    …</a:t>
              </a:r>
            </a:p>
            <a:p>
              <a:r>
                <a:rPr lang="en-US" altLang="zh-TW" sz="1200" dirty="0">
                  <a:solidFill>
                    <a:srgbClr val="203428"/>
                  </a:solidFill>
                </a:rPr>
                <a:t>      </a:t>
              </a:r>
              <a:r>
                <a:rPr lang="en-US" altLang="zh-TW" sz="1200" dirty="0" err="1">
                  <a:solidFill>
                    <a:srgbClr val="203428"/>
                  </a:solidFill>
                </a:rPr>
                <a:t>FlashDeviceInstance</a:t>
              </a:r>
              <a:r>
                <a:rPr lang="en-US" altLang="zh-TW" sz="1200" dirty="0">
                  <a:solidFill>
                    <a:srgbClr val="203428"/>
                  </a:solidFill>
                </a:rPr>
                <a:t> = </a:t>
              </a:r>
              <a:r>
                <a:rPr lang="en-US" altLang="zh-TW" sz="1200" dirty="0" err="1">
                  <a:solidFill>
                    <a:srgbClr val="5A9541"/>
                  </a:solidFill>
                </a:rPr>
                <a:t>RecognizeFlashDeviceByPcdEx</a:t>
              </a:r>
              <a:r>
                <a:rPr lang="en-US" altLang="zh-TW" sz="1200" dirty="0">
                  <a:solidFill>
                    <a:srgbClr val="203428"/>
                  </a:solidFill>
                </a:rPr>
                <a:t> (&amp;</a:t>
              </a:r>
              <a:r>
                <a:rPr lang="en-US" altLang="zh-TW" sz="1200" dirty="0" err="1">
                  <a:solidFill>
                    <a:srgbClr val="203428"/>
                  </a:solidFill>
                </a:rPr>
                <a:t>PcdTokenNumber</a:t>
              </a:r>
              <a:r>
                <a:rPr lang="en-US" altLang="zh-TW" sz="1200" dirty="0">
                  <a:solidFill>
                    <a:srgbClr val="203428"/>
                  </a:solidFill>
                </a:rPr>
                <a:t>);</a:t>
              </a:r>
            </a:p>
            <a:p>
              <a:r>
                <a:rPr lang="en-US" altLang="zh-TW" sz="1200" dirty="0">
                  <a:solidFill>
                    <a:srgbClr val="203428"/>
                  </a:solidFill>
                </a:rPr>
                <a:t>      if (</a:t>
              </a:r>
              <a:r>
                <a:rPr lang="en-US" altLang="zh-TW" sz="1200" dirty="0" err="1">
                  <a:solidFill>
                    <a:srgbClr val="203428"/>
                  </a:solidFill>
                </a:rPr>
                <a:t>FlashDeviceInstance</a:t>
              </a:r>
              <a:r>
                <a:rPr lang="en-US" altLang="zh-TW" sz="1200" dirty="0">
                  <a:solidFill>
                    <a:srgbClr val="203428"/>
                  </a:solidFill>
                </a:rPr>
                <a:t>){</a:t>
              </a:r>
            </a:p>
            <a:p>
              <a:r>
                <a:rPr lang="en-US" altLang="zh-TW" sz="1200" dirty="0">
                  <a:solidFill>
                    <a:srgbClr val="203428"/>
                  </a:solidFill>
                </a:rPr>
                <a:t>        break;</a:t>
              </a:r>
            </a:p>
            <a:p>
              <a:r>
                <a:rPr lang="en-US" altLang="zh-TW" sz="1200" dirty="0">
                  <a:solidFill>
                    <a:srgbClr val="203428"/>
                  </a:solidFill>
                </a:rPr>
                <a:t>      }</a:t>
              </a:r>
            </a:p>
            <a:p>
              <a:r>
                <a:rPr lang="en-US" altLang="zh-TW" sz="1200" dirty="0">
                  <a:solidFill>
                    <a:srgbClr val="203428"/>
                  </a:solidFill>
                </a:rPr>
                <a:t>    …</a:t>
              </a:r>
            </a:p>
            <a:p>
              <a:r>
                <a:rPr lang="en-US" altLang="zh-TW" sz="1200" dirty="0">
                  <a:solidFill>
                    <a:srgbClr val="203428"/>
                  </a:solidFill>
                </a:rPr>
                <a:t> </a:t>
              </a:r>
              <a:r>
                <a:rPr lang="en-US" altLang="zh-TW" sz="1200" dirty="0">
                  <a:solidFill>
                    <a:srgbClr val="FF0000"/>
                  </a:solidFill>
                </a:rPr>
                <a:t>   // Rescan flash devices if flash device with </a:t>
              </a:r>
              <a:r>
                <a:rPr lang="en-US" altLang="zh-TW" sz="1200" dirty="0" err="1">
                  <a:solidFill>
                    <a:srgbClr val="FF0000"/>
                  </a:solidFill>
                </a:rPr>
                <a:t>PcdActiveFlashDeviceId</a:t>
              </a:r>
              <a:r>
                <a:rPr lang="en-US" altLang="zh-TW" sz="1200" dirty="0">
                  <a:solidFill>
                    <a:srgbClr val="FF0000"/>
                  </a:solidFill>
                </a:rPr>
                <a:t> cannot be recognized</a:t>
              </a:r>
            </a:p>
            <a:p>
              <a:r>
                <a:rPr lang="en-US" altLang="zh-TW" sz="1200" dirty="0">
                  <a:solidFill>
                    <a:srgbClr val="203428"/>
                  </a:solidFill>
                </a:rPr>
                <a:t>    </a:t>
              </a:r>
              <a:r>
                <a:rPr lang="en-US" altLang="zh-TW" sz="1200" dirty="0" err="1">
                  <a:solidFill>
                    <a:srgbClr val="203428"/>
                  </a:solidFill>
                </a:rPr>
                <a:t>PcdTokenNumber</a:t>
              </a:r>
              <a:r>
                <a:rPr lang="en-US" altLang="zh-TW" sz="1200" dirty="0">
                  <a:solidFill>
                    <a:srgbClr val="203428"/>
                  </a:solidFill>
                </a:rPr>
                <a:t> = </a:t>
              </a:r>
              <a:r>
                <a:rPr lang="en-US" altLang="zh-TW" sz="1200" dirty="0" err="1">
                  <a:solidFill>
                    <a:srgbClr val="203428"/>
                  </a:solidFill>
                </a:rPr>
                <a:t>LibPcdGetNextToken</a:t>
              </a:r>
              <a:r>
                <a:rPr lang="en-US" altLang="zh-TW" sz="1200" dirty="0">
                  <a:solidFill>
                    <a:srgbClr val="203428"/>
                  </a:solidFill>
                </a:rPr>
                <a:t> (&amp;gH2OFlashDeviceGuid, </a:t>
              </a:r>
              <a:r>
                <a:rPr lang="en-US" altLang="zh-TW" sz="1200" dirty="0" err="1">
                  <a:solidFill>
                    <a:srgbClr val="203428"/>
                  </a:solidFill>
                </a:rPr>
                <a:t>PcdTokenNumber</a:t>
              </a:r>
              <a:r>
                <a:rPr lang="en-US" altLang="zh-TW" sz="1200" dirty="0">
                  <a:solidFill>
                    <a:srgbClr val="203428"/>
                  </a:solidFill>
                </a:rPr>
                <a:t>);</a:t>
              </a:r>
            </a:p>
            <a:p>
              <a:r>
                <a:rPr lang="en-US" altLang="zh-TW" sz="1200" dirty="0">
                  <a:solidFill>
                    <a:srgbClr val="203428"/>
                  </a:solidFill>
                </a:rPr>
                <a:t>    …</a:t>
              </a:r>
            </a:p>
            <a:p>
              <a:r>
                <a:rPr lang="en-US" altLang="zh-TW" sz="1200" dirty="0">
                  <a:solidFill>
                    <a:srgbClr val="203428"/>
                  </a:solidFill>
                </a:rPr>
                <a:t>    // Skip common </a:t>
              </a:r>
              <a:r>
                <a:rPr lang="en-US" altLang="zh-TW" sz="1200" dirty="0" err="1">
                  <a:solidFill>
                    <a:srgbClr val="203428"/>
                  </a:solidFill>
                </a:rPr>
                <a:t>spi</a:t>
              </a:r>
              <a:endParaRPr lang="en-US" altLang="zh-TW" sz="1200" dirty="0">
                <a:solidFill>
                  <a:srgbClr val="203428"/>
                </a:solidFill>
              </a:endParaRPr>
            </a:p>
            <a:p>
              <a:r>
                <a:rPr lang="en-US" altLang="zh-TW" sz="1200" dirty="0">
                  <a:solidFill>
                    <a:srgbClr val="203428"/>
                  </a:solidFill>
                </a:rPr>
                <a:t>    if (</a:t>
              </a:r>
              <a:r>
                <a:rPr lang="en-US" altLang="zh-TW" sz="1200" dirty="0" err="1">
                  <a:solidFill>
                    <a:srgbClr val="203428"/>
                  </a:solidFill>
                </a:rPr>
                <a:t>PcdTokenNumber</a:t>
              </a:r>
              <a:r>
                <a:rPr lang="en-US" altLang="zh-TW" sz="1200" dirty="0">
                  <a:solidFill>
                    <a:srgbClr val="203428"/>
                  </a:solidFill>
                </a:rPr>
                <a:t> == COMMON_SPI_TOKEN_NUMBER){</a:t>
              </a:r>
            </a:p>
            <a:p>
              <a:r>
                <a:rPr lang="en-US" altLang="zh-TW" sz="1200" dirty="0">
                  <a:solidFill>
                    <a:srgbClr val="203428"/>
                  </a:solidFill>
                </a:rPr>
                <a:t>      </a:t>
              </a:r>
              <a:r>
                <a:rPr lang="en-US" altLang="zh-TW" sz="1200" dirty="0" err="1">
                  <a:solidFill>
                    <a:srgbClr val="203428"/>
                  </a:solidFill>
                </a:rPr>
                <a:t>PcdTokenNumber</a:t>
              </a:r>
              <a:r>
                <a:rPr lang="en-US" altLang="zh-TW" sz="1200" dirty="0">
                  <a:solidFill>
                    <a:srgbClr val="203428"/>
                  </a:solidFill>
                </a:rPr>
                <a:t> = </a:t>
              </a:r>
              <a:r>
                <a:rPr lang="en-US" altLang="zh-TW" sz="1200" dirty="0" err="1">
                  <a:solidFill>
                    <a:srgbClr val="203428"/>
                  </a:solidFill>
                </a:rPr>
                <a:t>LibPcdGetNextToken</a:t>
              </a:r>
              <a:r>
                <a:rPr lang="en-US" altLang="zh-TW" sz="1200" dirty="0">
                  <a:solidFill>
                    <a:srgbClr val="203428"/>
                  </a:solidFill>
                </a:rPr>
                <a:t> (&amp;gH2OFlashDeviceGuid, </a:t>
              </a:r>
              <a:r>
                <a:rPr lang="en-US" altLang="zh-TW" sz="1200" dirty="0" err="1">
                  <a:solidFill>
                    <a:srgbClr val="203428"/>
                  </a:solidFill>
                </a:rPr>
                <a:t>PcdTokenNumber</a:t>
              </a:r>
              <a:r>
                <a:rPr lang="en-US" altLang="zh-TW" sz="1200" dirty="0">
                  <a:solidFill>
                    <a:srgbClr val="203428"/>
                  </a:solidFill>
                </a:rPr>
                <a:t>);</a:t>
              </a:r>
            </a:p>
            <a:p>
              <a:r>
                <a:rPr lang="en-US" altLang="zh-TW" sz="1200" dirty="0">
                  <a:solidFill>
                    <a:srgbClr val="203428"/>
                  </a:solidFill>
                </a:rPr>
                <a:t>    }</a:t>
              </a:r>
            </a:p>
            <a:p>
              <a:r>
                <a:rPr lang="en-US" altLang="zh-TW" sz="1200" dirty="0">
                  <a:solidFill>
                    <a:srgbClr val="203428"/>
                  </a:solidFill>
                </a:rPr>
                <a:t>  }  </a:t>
              </a:r>
            </a:p>
            <a:p>
              <a:r>
                <a:rPr lang="en-US" altLang="zh-TW" sz="1200" dirty="0">
                  <a:solidFill>
                    <a:srgbClr val="203428"/>
                  </a:solidFill>
                </a:rPr>
                <a:t>…</a:t>
              </a:r>
              <a:endParaRPr lang="en-US" altLang="zh-TW" sz="1200" dirty="0">
                <a:solidFill>
                  <a:srgbClr val="5A9541"/>
                </a:solidFill>
              </a:endParaRPr>
            </a:p>
            <a:p>
              <a:r>
                <a:rPr lang="en-US" altLang="zh-TW" sz="1200" dirty="0"/>
                <a:t>}</a:t>
              </a:r>
            </a:p>
          </p:txBody>
        </p:sp>
      </p:grpSp>
    </p:spTree>
    <p:extLst>
      <p:ext uri="{BB962C8B-B14F-4D97-AF65-F5344CB8AC3E}">
        <p14:creationId xmlns:p14="http://schemas.microsoft.com/office/powerpoint/2010/main" val="2954894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0F5365-5A5E-4A20-BCE1-C70D6EF98A08}"/>
              </a:ext>
            </a:extLst>
          </p:cNvPr>
          <p:cNvSpPr>
            <a:spLocks noGrp="1"/>
          </p:cNvSpPr>
          <p:nvPr>
            <p:ph type="title"/>
          </p:nvPr>
        </p:nvSpPr>
        <p:spPr/>
        <p:txBody>
          <a:bodyPr/>
          <a:lstStyle/>
          <a:p>
            <a:r>
              <a:rPr lang="en-US" altLang="zh-TW" dirty="0"/>
              <a:t>PCD Declaration</a:t>
            </a:r>
            <a:endParaRPr lang="zh-TW" altLang="en-US" dirty="0"/>
          </a:p>
        </p:txBody>
      </p:sp>
      <p:sp>
        <p:nvSpPr>
          <p:cNvPr id="3" name="內容版面配置區 2">
            <a:extLst>
              <a:ext uri="{FF2B5EF4-FFF2-40B4-BE49-F238E27FC236}">
                <a16:creationId xmlns:a16="http://schemas.microsoft.com/office/drawing/2014/main" id="{F793622F-CAE2-410F-B284-1F7E305A1082}"/>
              </a:ext>
            </a:extLst>
          </p:cNvPr>
          <p:cNvSpPr>
            <a:spLocks noGrp="1"/>
          </p:cNvSpPr>
          <p:nvPr>
            <p:ph idx="1"/>
          </p:nvPr>
        </p:nvSpPr>
        <p:spPr/>
        <p:txBody>
          <a:bodyPr>
            <a:normAutofit/>
          </a:bodyPr>
          <a:lstStyle/>
          <a:p>
            <a:pPr indent="-228240">
              <a:lnSpc>
                <a:spcPct val="100000"/>
              </a:lnSpc>
              <a:buClr>
                <a:srgbClr val="FF0000"/>
              </a:buClr>
              <a:buFont typeface="Arial"/>
              <a:buChar char="•"/>
            </a:pPr>
            <a:r>
              <a:rPr lang="en-US" altLang="zh-TW" sz="2400" spc="-1" dirty="0">
                <a:solidFill>
                  <a:srgbClr val="FF0000"/>
                </a:solidFill>
                <a:uFill>
                  <a:solidFill>
                    <a:srgbClr val="FFFFFF"/>
                  </a:solidFill>
                </a:uFill>
              </a:rPr>
              <a:t>Board/Intel/$(PROJECT_PKG)/</a:t>
            </a:r>
            <a:r>
              <a:rPr lang="en-US" altLang="zh-TW" sz="2400" spc="-1" dirty="0" err="1">
                <a:solidFill>
                  <a:srgbClr val="FF0000"/>
                </a:solidFill>
                <a:uFill>
                  <a:solidFill>
                    <a:srgbClr val="FFFFFF"/>
                  </a:solidFill>
                </a:uFill>
              </a:rPr>
              <a:t>Project.dec</a:t>
            </a:r>
            <a:endParaRPr lang="en-US" altLang="zh-TW" sz="2400" spc="-1" dirty="0">
              <a:solidFill>
                <a:srgbClr val="3F3F3F"/>
              </a:solidFill>
              <a:uFill>
                <a:solidFill>
                  <a:srgbClr val="FFFFFF"/>
                </a:solidFill>
              </a:uFill>
            </a:endParaRPr>
          </a:p>
        </p:txBody>
      </p:sp>
      <p:grpSp>
        <p:nvGrpSpPr>
          <p:cNvPr id="8" name="群組 7">
            <a:extLst>
              <a:ext uri="{FF2B5EF4-FFF2-40B4-BE49-F238E27FC236}">
                <a16:creationId xmlns:a16="http://schemas.microsoft.com/office/drawing/2014/main" id="{08D94E49-5FCF-4B3E-9382-B3C226F6C30E}"/>
              </a:ext>
            </a:extLst>
          </p:cNvPr>
          <p:cNvGrpSpPr/>
          <p:nvPr/>
        </p:nvGrpSpPr>
        <p:grpSpPr>
          <a:xfrm>
            <a:off x="1105883" y="1841128"/>
            <a:ext cx="8227851" cy="2636717"/>
            <a:chOff x="2857499" y="2040791"/>
            <a:chExt cx="8227851" cy="2636717"/>
          </a:xfrm>
        </p:grpSpPr>
        <p:sp>
          <p:nvSpPr>
            <p:cNvPr id="9" name="Rectangle 15">
              <a:extLst>
                <a:ext uri="{FF2B5EF4-FFF2-40B4-BE49-F238E27FC236}">
                  <a16:creationId xmlns:a16="http://schemas.microsoft.com/office/drawing/2014/main" id="{954B7540-6528-4B5F-A979-14E8C221EA99}"/>
                </a:ext>
              </a:extLst>
            </p:cNvPr>
            <p:cNvSpPr>
              <a:spLocks noChangeArrowheads="1"/>
            </p:cNvSpPr>
            <p:nvPr/>
          </p:nvSpPr>
          <p:spPr bwMode="auto">
            <a:xfrm>
              <a:off x="2857499" y="2040791"/>
              <a:ext cx="8227787" cy="2636717"/>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8760176F-50EB-4C83-92F2-65F82C57CD10}"/>
                </a:ext>
              </a:extLst>
            </p:cNvPr>
            <p:cNvSpPr>
              <a:spLocks noChangeArrowheads="1"/>
            </p:cNvSpPr>
            <p:nvPr/>
          </p:nvSpPr>
          <p:spPr bwMode="auto">
            <a:xfrm>
              <a:off x="2857499" y="2040793"/>
              <a:ext cx="8227851" cy="315493"/>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400" dirty="0" err="1"/>
                <a:t>Project.dec</a:t>
              </a:r>
              <a:endParaRPr lang="zh-TW" altLang="en-US" sz="1400" dirty="0"/>
            </a:p>
          </p:txBody>
        </p:sp>
        <p:sp>
          <p:nvSpPr>
            <p:cNvPr id="15" name="Text Box 17">
              <a:extLst>
                <a:ext uri="{FF2B5EF4-FFF2-40B4-BE49-F238E27FC236}">
                  <a16:creationId xmlns:a16="http://schemas.microsoft.com/office/drawing/2014/main" id="{2A01EE62-F076-4C6C-9168-D245F2B42558}"/>
                </a:ext>
              </a:extLst>
            </p:cNvPr>
            <p:cNvSpPr txBox="1">
              <a:spLocks noChangeArrowheads="1"/>
            </p:cNvSpPr>
            <p:nvPr/>
          </p:nvSpPr>
          <p:spPr bwMode="auto">
            <a:xfrm>
              <a:off x="2857555" y="2345593"/>
              <a:ext cx="8227787" cy="196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400" b="1" spc="-1" dirty="0">
                  <a:solidFill>
                    <a:srgbClr val="3F3F3F"/>
                  </a:solidFill>
                  <a:uFill>
                    <a:solidFill>
                      <a:srgbClr val="FFFFFF"/>
                    </a:solidFill>
                  </a:uFill>
                  <a:latin typeface="Segoe UI"/>
                </a:rPr>
                <a:t>[</a:t>
              </a:r>
              <a:r>
                <a:rPr lang="en-US" altLang="zh-TW" sz="1400" b="1" spc="-1" dirty="0" err="1">
                  <a:solidFill>
                    <a:srgbClr val="3F3F3F"/>
                  </a:solidFill>
                  <a:uFill>
                    <a:solidFill>
                      <a:srgbClr val="FFFFFF"/>
                    </a:solidFill>
                  </a:uFill>
                  <a:latin typeface="Segoe UI"/>
                </a:rPr>
                <a:t>PcdsFeatureFlag</a:t>
              </a:r>
              <a:r>
                <a:rPr lang="en-US" altLang="zh-TW" sz="1400" b="1" spc="-1" dirty="0">
                  <a:solidFill>
                    <a:srgbClr val="3F3F3F"/>
                  </a:solidFill>
                  <a:uFill>
                    <a:solidFill>
                      <a:srgbClr val="FFFFFF"/>
                    </a:solidFill>
                  </a:uFill>
                  <a:latin typeface="Segoe UI"/>
                </a:rPr>
                <a:t>]</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gH2OFlashDeviceEnableGuid.Pcd</a:t>
              </a:r>
              <a:r>
                <a:rPr lang="en-US" altLang="zh-TW" sz="1400" b="1" spc="-1" dirty="0">
                  <a:solidFill>
                    <a:srgbClr val="FF0000"/>
                  </a:solidFill>
                  <a:uFill>
                    <a:solidFill>
                      <a:srgbClr val="FFFFFF"/>
                    </a:solidFill>
                  </a:uFill>
                  <a:latin typeface="Segoe UI"/>
                </a:rPr>
                <a:t>VendorDevice</a:t>
              </a:r>
              <a:r>
                <a:rPr lang="en-US" altLang="zh-TW" sz="1400" b="1" spc="-1" dirty="0">
                  <a:solidFill>
                    <a:srgbClr val="3F3F3F"/>
                  </a:solidFill>
                  <a:uFill>
                    <a:solidFill>
                      <a:srgbClr val="FFFFFF"/>
                    </a:solidFill>
                  </a:uFill>
                  <a:latin typeface="Segoe UI"/>
                </a:rPr>
                <a:t>SpiEnable|</a:t>
              </a:r>
              <a:r>
                <a:rPr lang="en-US" altLang="zh-TW" sz="1400" b="1" spc="-1" dirty="0">
                  <a:solidFill>
                    <a:srgbClr val="FF0000"/>
                  </a:solidFill>
                  <a:uFill>
                    <a:solidFill>
                      <a:srgbClr val="FFFFFF"/>
                    </a:solidFill>
                  </a:uFill>
                  <a:latin typeface="Segoe UI"/>
                </a:rPr>
                <a:t>TRUE</a:t>
              </a:r>
              <a:r>
                <a:rPr lang="en-US" altLang="zh-TW" sz="1400" b="1" spc="-1" dirty="0">
                  <a:solidFill>
                    <a:srgbClr val="3F3F3F"/>
                  </a:solidFill>
                  <a:uFill>
                    <a:solidFill>
                      <a:srgbClr val="FFFFFF"/>
                    </a:solidFill>
                  </a:uFill>
                  <a:latin typeface="Segoe UI"/>
                </a:rPr>
                <a:t>|BOOLEAN|</a:t>
              </a:r>
              <a:r>
                <a:rPr lang="en-US" altLang="zh-TW" sz="1400" b="1" spc="-1" dirty="0">
                  <a:solidFill>
                    <a:srgbClr val="FF0000"/>
                  </a:solidFill>
                  <a:uFill>
                    <a:solidFill>
                      <a:srgbClr val="FFFFFF"/>
                    </a:solidFill>
                  </a:uFill>
                  <a:latin typeface="Segoe UI"/>
                </a:rPr>
                <a:t>0x00001234</a:t>
              </a:r>
              <a:endParaRPr lang="en-US" altLang="zh-TW" sz="2400" spc="-1" dirty="0">
                <a:solidFill>
                  <a:srgbClr val="3F3F3F"/>
                </a:solidFill>
                <a:uFill>
                  <a:solidFill>
                    <a:srgbClr val="FFFFFF"/>
                  </a:solidFill>
                </a:uFill>
                <a:latin typeface="Segoe UI"/>
              </a:endParaRPr>
            </a:p>
            <a:p>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a:t>
              </a:r>
              <a:r>
                <a:rPr lang="en-US" altLang="zh-TW" sz="1400" b="1" spc="-1" dirty="0" err="1">
                  <a:solidFill>
                    <a:srgbClr val="3F3F3F"/>
                  </a:solidFill>
                  <a:uFill>
                    <a:solidFill>
                      <a:srgbClr val="FFFFFF"/>
                    </a:solidFill>
                  </a:uFill>
                  <a:latin typeface="Segoe UI"/>
                </a:rPr>
                <a:t>PcdsDynamicEx</a:t>
              </a:r>
              <a:r>
                <a:rPr lang="en-US" altLang="zh-TW" sz="1400" b="1" spc="-1" dirty="0">
                  <a:solidFill>
                    <a:srgbClr val="3F3F3F"/>
                  </a:solidFill>
                  <a:uFill>
                    <a:solidFill>
                      <a:srgbClr val="FFFFFF"/>
                    </a:solidFill>
                  </a:uFill>
                  <a:latin typeface="Segoe UI"/>
                </a:rPr>
                <a:t>]</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gH2OFlashDeviceGuid.Pcd</a:t>
              </a:r>
              <a:r>
                <a:rPr lang="en-US" altLang="zh-TW" sz="1400" b="1" spc="-1" dirty="0">
                  <a:solidFill>
                    <a:srgbClr val="FF0000"/>
                  </a:solidFill>
                  <a:uFill>
                    <a:solidFill>
                      <a:srgbClr val="FFFFFF"/>
                    </a:solidFill>
                  </a:uFill>
                  <a:latin typeface="Segoe UI"/>
                </a:rPr>
                <a:t>VendorDevice</a:t>
              </a:r>
              <a:r>
                <a:rPr lang="en-US" altLang="zh-TW" sz="1400" b="1" spc="-1" dirty="0">
                  <a:solidFill>
                    <a:srgbClr val="3F3F3F"/>
                  </a:solidFill>
                  <a:uFill>
                    <a:solidFill>
                      <a:srgbClr val="FFFFFF"/>
                    </a:solidFill>
                  </a:uFill>
                  <a:latin typeface="Segoe UI"/>
                </a:rPr>
                <a:t>Spi|{0}|VOID*|</a:t>
              </a:r>
              <a:r>
                <a:rPr lang="en-US" altLang="zh-TW" sz="1400" b="1" spc="-1" dirty="0">
                  <a:solidFill>
                    <a:srgbClr val="FF0000"/>
                  </a:solidFill>
                  <a:uFill>
                    <a:solidFill>
                      <a:srgbClr val="FFFFFF"/>
                    </a:solidFill>
                  </a:uFill>
                  <a:latin typeface="Segoe UI"/>
                </a:rPr>
                <a:t>0x00001234</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gH2OFlashDeviceMfrNameGuid.Pcd</a:t>
              </a:r>
              <a:r>
                <a:rPr lang="en-US" altLang="zh-TW" sz="1400" b="1" spc="-1" dirty="0">
                  <a:solidFill>
                    <a:srgbClr val="FF0000"/>
                  </a:solidFill>
                  <a:uFill>
                    <a:solidFill>
                      <a:srgbClr val="FFFFFF"/>
                    </a:solidFill>
                  </a:uFill>
                  <a:latin typeface="Segoe UI"/>
                </a:rPr>
                <a:t>VendorDevice</a:t>
              </a:r>
              <a:r>
                <a:rPr lang="en-US" altLang="zh-TW" sz="1400" b="1" spc="-1" dirty="0">
                  <a:solidFill>
                    <a:srgbClr val="3F3F3F"/>
                  </a:solidFill>
                  <a:uFill>
                    <a:solidFill>
                      <a:srgbClr val="FFFFFF"/>
                    </a:solidFill>
                  </a:uFill>
                  <a:latin typeface="Segoe UI"/>
                </a:rPr>
                <a:t>SpiMfrName|"</a:t>
              </a:r>
              <a:r>
                <a:rPr lang="en-US" altLang="zh-TW" sz="1400" b="1" spc="-1" dirty="0">
                  <a:solidFill>
                    <a:srgbClr val="FF0000"/>
                  </a:solidFill>
                  <a:uFill>
                    <a:solidFill>
                      <a:srgbClr val="FFFFFF"/>
                    </a:solidFill>
                  </a:uFill>
                  <a:latin typeface="Segoe UI"/>
                </a:rPr>
                <a:t>Vendor</a:t>
              </a:r>
              <a:r>
                <a:rPr lang="en-US" altLang="zh-TW" sz="1400" b="1" spc="-1" dirty="0">
                  <a:solidFill>
                    <a:srgbClr val="3F3F3F"/>
                  </a:solidFill>
                  <a:uFill>
                    <a:solidFill>
                      <a:srgbClr val="FFFFFF"/>
                    </a:solidFill>
                  </a:uFill>
                  <a:latin typeface="Segoe UI"/>
                </a:rPr>
                <a:t>"|VOID*|</a:t>
              </a:r>
              <a:r>
                <a:rPr lang="en-US" altLang="zh-TW" sz="1400" b="1" spc="-1" dirty="0">
                  <a:solidFill>
                    <a:srgbClr val="FF0000"/>
                  </a:solidFill>
                  <a:uFill>
                    <a:solidFill>
                      <a:srgbClr val="FFFFFF"/>
                    </a:solidFill>
                  </a:uFill>
                  <a:latin typeface="Segoe UI"/>
                </a:rPr>
                <a:t>0x00001234</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gH2OFlashDevicePartNameGuid.Pcd</a:t>
              </a:r>
              <a:r>
                <a:rPr lang="en-US" altLang="zh-TW" sz="1400" b="1" spc="-1" dirty="0">
                  <a:solidFill>
                    <a:srgbClr val="FF0000"/>
                  </a:solidFill>
                  <a:uFill>
                    <a:solidFill>
                      <a:srgbClr val="FFFFFF"/>
                    </a:solidFill>
                  </a:uFill>
                  <a:latin typeface="Segoe UI"/>
                </a:rPr>
                <a:t>VendorDevice</a:t>
              </a:r>
              <a:r>
                <a:rPr lang="en-US" altLang="zh-TW" sz="1400" b="1" spc="-1" dirty="0">
                  <a:solidFill>
                    <a:srgbClr val="3F3F3F"/>
                  </a:solidFill>
                  <a:uFill>
                    <a:solidFill>
                      <a:srgbClr val="FFFFFF"/>
                    </a:solidFill>
                  </a:uFill>
                  <a:latin typeface="Segoe UI"/>
                </a:rPr>
                <a:t>SpiPartName|"</a:t>
              </a:r>
              <a:r>
                <a:rPr lang="en-US" altLang="zh-TW" sz="1400" b="1" spc="-1" dirty="0">
                  <a:solidFill>
                    <a:srgbClr val="FF0000"/>
                  </a:solidFill>
                  <a:uFill>
                    <a:solidFill>
                      <a:srgbClr val="FFFFFF"/>
                    </a:solidFill>
                  </a:uFill>
                  <a:latin typeface="Segoe UI"/>
                </a:rPr>
                <a:t>Device</a:t>
              </a:r>
              <a:r>
                <a:rPr lang="en-US" altLang="zh-TW" sz="1400" b="1" spc="-1" dirty="0">
                  <a:solidFill>
                    <a:srgbClr val="3F3F3F"/>
                  </a:solidFill>
                  <a:uFill>
                    <a:solidFill>
                      <a:srgbClr val="FFFFFF"/>
                    </a:solidFill>
                  </a:uFill>
                  <a:latin typeface="Segoe UI"/>
                </a:rPr>
                <a:t>"|VOID*|</a:t>
              </a:r>
              <a:r>
                <a:rPr lang="en-US" altLang="zh-TW" sz="1400" b="1" spc="-1" dirty="0">
                  <a:solidFill>
                    <a:srgbClr val="FF0000"/>
                  </a:solidFill>
                  <a:uFill>
                    <a:solidFill>
                      <a:srgbClr val="FFFFFF"/>
                    </a:solidFill>
                  </a:uFill>
                  <a:latin typeface="Segoe UI"/>
                </a:rPr>
                <a:t>0x00001234</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gH2OFlashDeviceConfigGuid.Pcd</a:t>
              </a:r>
              <a:r>
                <a:rPr lang="en-US" altLang="zh-TW" sz="1400" b="1" spc="-1" dirty="0">
                  <a:solidFill>
                    <a:srgbClr val="FF0000"/>
                  </a:solidFill>
                  <a:uFill>
                    <a:solidFill>
                      <a:srgbClr val="FFFFFF"/>
                    </a:solidFill>
                  </a:uFill>
                  <a:latin typeface="Segoe UI"/>
                </a:rPr>
                <a:t>VendorDevice</a:t>
              </a:r>
              <a:r>
                <a:rPr lang="en-US" altLang="zh-TW" sz="1400" b="1" spc="-1" dirty="0">
                  <a:solidFill>
                    <a:srgbClr val="3F3F3F"/>
                  </a:solidFill>
                  <a:uFill>
                    <a:solidFill>
                      <a:srgbClr val="FFFFFF"/>
                    </a:solidFill>
                  </a:uFill>
                  <a:latin typeface="Segoe UI"/>
                </a:rPr>
                <a:t>SpiConfig|{0}|VOID*|</a:t>
              </a:r>
              <a:r>
                <a:rPr lang="en-US" altLang="zh-TW" sz="1400" b="1" spc="-1" dirty="0">
                  <a:solidFill>
                    <a:srgbClr val="FF0000"/>
                  </a:solidFill>
                  <a:uFill>
                    <a:solidFill>
                      <a:srgbClr val="FFFFFF"/>
                    </a:solidFill>
                  </a:uFill>
                  <a:latin typeface="Segoe UI"/>
                </a:rPr>
                <a:t>0x00001234</a:t>
              </a:r>
              <a:endParaRPr lang="en-US" altLang="zh-TW" sz="1400" dirty="0"/>
            </a:p>
          </p:txBody>
        </p:sp>
      </p:grpSp>
    </p:spTree>
    <p:extLst>
      <p:ext uri="{BB962C8B-B14F-4D97-AF65-F5344CB8AC3E}">
        <p14:creationId xmlns:p14="http://schemas.microsoft.com/office/powerpoint/2010/main" val="2351783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0F5365-5A5E-4A20-BCE1-C70D6EF98A08}"/>
              </a:ext>
            </a:extLst>
          </p:cNvPr>
          <p:cNvSpPr>
            <a:spLocks noGrp="1"/>
          </p:cNvSpPr>
          <p:nvPr>
            <p:ph type="title"/>
          </p:nvPr>
        </p:nvSpPr>
        <p:spPr/>
        <p:txBody>
          <a:bodyPr/>
          <a:lstStyle/>
          <a:p>
            <a:r>
              <a:rPr lang="en-US" altLang="zh-TW" dirty="0"/>
              <a:t>PCD Customization</a:t>
            </a:r>
            <a:endParaRPr lang="zh-TW" altLang="en-US" dirty="0"/>
          </a:p>
        </p:txBody>
      </p:sp>
      <p:sp>
        <p:nvSpPr>
          <p:cNvPr id="3" name="內容版面配置區 2">
            <a:extLst>
              <a:ext uri="{FF2B5EF4-FFF2-40B4-BE49-F238E27FC236}">
                <a16:creationId xmlns:a16="http://schemas.microsoft.com/office/drawing/2014/main" id="{F793622F-CAE2-410F-B284-1F7E305A1082}"/>
              </a:ext>
            </a:extLst>
          </p:cNvPr>
          <p:cNvSpPr>
            <a:spLocks noGrp="1"/>
          </p:cNvSpPr>
          <p:nvPr>
            <p:ph idx="1"/>
          </p:nvPr>
        </p:nvSpPr>
        <p:spPr/>
        <p:txBody>
          <a:bodyPr>
            <a:normAutofit/>
          </a:bodyPr>
          <a:lstStyle/>
          <a:p>
            <a:pPr indent="-228240">
              <a:lnSpc>
                <a:spcPct val="100000"/>
              </a:lnSpc>
              <a:buClr>
                <a:srgbClr val="FF0000"/>
              </a:buClr>
              <a:buFont typeface="Arial"/>
              <a:buChar char="•"/>
            </a:pPr>
            <a:r>
              <a:rPr lang="en-US" altLang="zh-TW" sz="2400" spc="-1" dirty="0">
                <a:solidFill>
                  <a:srgbClr val="FF0000"/>
                </a:solidFill>
                <a:uFill>
                  <a:solidFill>
                    <a:srgbClr val="FFFFFF"/>
                  </a:solidFill>
                </a:uFill>
              </a:rPr>
              <a:t>Board/Intel/$(PROJECT_PKG)/</a:t>
            </a:r>
            <a:r>
              <a:rPr lang="en-US" altLang="zh-TW" sz="2400" spc="-1" dirty="0" err="1">
                <a:solidFill>
                  <a:srgbClr val="FF0000"/>
                </a:solidFill>
                <a:uFill>
                  <a:solidFill>
                    <a:srgbClr val="FFFFFF"/>
                  </a:solidFill>
                </a:uFill>
              </a:rPr>
              <a:t>Project.dsc</a:t>
            </a:r>
            <a:endParaRPr lang="en-US" altLang="zh-TW" sz="2400" spc="-1" dirty="0">
              <a:solidFill>
                <a:srgbClr val="3F3F3F"/>
              </a:solidFill>
              <a:uFill>
                <a:solidFill>
                  <a:srgbClr val="FFFFFF"/>
                </a:solidFill>
              </a:uFill>
            </a:endParaRPr>
          </a:p>
        </p:txBody>
      </p:sp>
      <p:grpSp>
        <p:nvGrpSpPr>
          <p:cNvPr id="12" name="群組 11">
            <a:extLst>
              <a:ext uri="{FF2B5EF4-FFF2-40B4-BE49-F238E27FC236}">
                <a16:creationId xmlns:a16="http://schemas.microsoft.com/office/drawing/2014/main" id="{76ED2E13-F69D-40F9-8979-EC8ABE744794}"/>
              </a:ext>
            </a:extLst>
          </p:cNvPr>
          <p:cNvGrpSpPr/>
          <p:nvPr/>
        </p:nvGrpSpPr>
        <p:grpSpPr>
          <a:xfrm>
            <a:off x="102990" y="1837959"/>
            <a:ext cx="11985960" cy="4311171"/>
            <a:chOff x="102990" y="1955405"/>
            <a:chExt cx="11985960" cy="4375057"/>
          </a:xfrm>
        </p:grpSpPr>
        <p:sp>
          <p:nvSpPr>
            <p:cNvPr id="13" name="Rectangle 15">
              <a:extLst>
                <a:ext uri="{FF2B5EF4-FFF2-40B4-BE49-F238E27FC236}">
                  <a16:creationId xmlns:a16="http://schemas.microsoft.com/office/drawing/2014/main" id="{2F689987-40F1-45DB-850A-B9A281C19057}"/>
                </a:ext>
              </a:extLst>
            </p:cNvPr>
            <p:cNvSpPr>
              <a:spLocks noChangeArrowheads="1"/>
            </p:cNvSpPr>
            <p:nvPr/>
          </p:nvSpPr>
          <p:spPr bwMode="auto">
            <a:xfrm>
              <a:off x="102990" y="1955405"/>
              <a:ext cx="11985959" cy="4375057"/>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4" name="Rectangle 16">
              <a:extLst>
                <a:ext uri="{FF2B5EF4-FFF2-40B4-BE49-F238E27FC236}">
                  <a16:creationId xmlns:a16="http://schemas.microsoft.com/office/drawing/2014/main" id="{61A73FCE-959F-4B1A-ADF3-C1D6E28BFC76}"/>
                </a:ext>
              </a:extLst>
            </p:cNvPr>
            <p:cNvSpPr>
              <a:spLocks noChangeArrowheads="1"/>
            </p:cNvSpPr>
            <p:nvPr/>
          </p:nvSpPr>
          <p:spPr bwMode="auto">
            <a:xfrm>
              <a:off x="102991" y="1955407"/>
              <a:ext cx="11985959" cy="315493"/>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400" dirty="0" err="1"/>
                <a:t>Project.dsc</a:t>
              </a:r>
              <a:endParaRPr lang="zh-TW" altLang="en-US" sz="1400" dirty="0"/>
            </a:p>
          </p:txBody>
        </p:sp>
        <p:sp>
          <p:nvSpPr>
            <p:cNvPr id="16" name="Text Box 17">
              <a:extLst>
                <a:ext uri="{FF2B5EF4-FFF2-40B4-BE49-F238E27FC236}">
                  <a16:creationId xmlns:a16="http://schemas.microsoft.com/office/drawing/2014/main" id="{861BED45-29BF-429B-BC1F-A5954E7FA55C}"/>
                </a:ext>
              </a:extLst>
            </p:cNvPr>
            <p:cNvSpPr txBox="1">
              <a:spLocks noChangeArrowheads="1"/>
            </p:cNvSpPr>
            <p:nvPr/>
          </p:nvSpPr>
          <p:spPr bwMode="auto">
            <a:xfrm>
              <a:off x="103051" y="2274275"/>
              <a:ext cx="11901595"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400" b="1" spc="-1" dirty="0">
                  <a:solidFill>
                    <a:srgbClr val="3F3F3F"/>
                  </a:solidFill>
                  <a:uFill>
                    <a:solidFill>
                      <a:srgbClr val="FFFFFF"/>
                    </a:solidFill>
                  </a:uFill>
                  <a:latin typeface="Segoe UI"/>
                </a:rPr>
                <a:t>[</a:t>
              </a:r>
              <a:r>
                <a:rPr lang="en-US" altLang="zh-TW" sz="1400" b="1" spc="-1" dirty="0" err="1">
                  <a:solidFill>
                    <a:srgbClr val="3F3F3F"/>
                  </a:solidFill>
                  <a:uFill>
                    <a:solidFill>
                      <a:srgbClr val="FFFFFF"/>
                    </a:solidFill>
                  </a:uFill>
                  <a:latin typeface="Segoe UI"/>
                </a:rPr>
                <a:t>PcdsFeatureFlag</a:t>
              </a:r>
              <a:r>
                <a:rPr lang="en-US" altLang="zh-TW" sz="1400" b="1" spc="-1" dirty="0">
                  <a:solidFill>
                    <a:srgbClr val="3F3F3F"/>
                  </a:solidFill>
                  <a:uFill>
                    <a:solidFill>
                      <a:srgbClr val="FFFFFF"/>
                    </a:solidFill>
                  </a:uFill>
                  <a:latin typeface="Segoe UI"/>
                </a:rPr>
                <a:t>]</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gH2OFlashDeviceEnableGuid.Pcd</a:t>
              </a:r>
              <a:r>
                <a:rPr lang="en-US" altLang="zh-TW" sz="1400" b="1" spc="-1" dirty="0">
                  <a:solidFill>
                    <a:srgbClr val="FF0000"/>
                  </a:solidFill>
                  <a:uFill>
                    <a:solidFill>
                      <a:srgbClr val="FFFFFF"/>
                    </a:solidFill>
                  </a:uFill>
                  <a:latin typeface="Segoe UI"/>
                </a:rPr>
                <a:t>VendorDevice</a:t>
              </a:r>
              <a:r>
                <a:rPr lang="en-US" altLang="zh-TW" sz="1400" b="1" spc="-1" dirty="0">
                  <a:solidFill>
                    <a:srgbClr val="3F3F3F"/>
                  </a:solidFill>
                  <a:uFill>
                    <a:solidFill>
                      <a:srgbClr val="FFFFFF"/>
                    </a:solidFill>
                  </a:uFill>
                  <a:latin typeface="Segoe UI"/>
                </a:rPr>
                <a:t>SpiEnable|</a:t>
              </a:r>
              <a:r>
                <a:rPr lang="en-US" altLang="zh-TW" sz="1400" b="1" spc="-1" dirty="0">
                  <a:solidFill>
                    <a:srgbClr val="FF0000"/>
                  </a:solidFill>
                  <a:uFill>
                    <a:solidFill>
                      <a:srgbClr val="FFFFFF"/>
                    </a:solidFill>
                  </a:uFill>
                  <a:latin typeface="Segoe UI"/>
                </a:rPr>
                <a:t>TRUE</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a:t>
              </a:r>
              <a:r>
                <a:rPr lang="en-US" altLang="zh-TW" sz="1400" b="1" spc="-1" dirty="0" err="1">
                  <a:solidFill>
                    <a:srgbClr val="3F3F3F"/>
                  </a:solidFill>
                  <a:uFill>
                    <a:solidFill>
                      <a:srgbClr val="FFFFFF"/>
                    </a:solidFill>
                  </a:uFill>
                  <a:latin typeface="Segoe UI"/>
                </a:rPr>
                <a:t>PcdsDynamicExDefault</a:t>
              </a:r>
              <a:r>
                <a:rPr lang="en-US" altLang="zh-TW" sz="1400" b="1" spc="-1" dirty="0">
                  <a:solidFill>
                    <a:srgbClr val="3F3F3F"/>
                  </a:solidFill>
                  <a:uFill>
                    <a:solidFill>
                      <a:srgbClr val="FFFFFF"/>
                    </a:solidFill>
                  </a:uFill>
                  <a:latin typeface="Segoe UI"/>
                </a:rPr>
                <a:t>]</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gH2OFlashDeviceGuid.PcdActiveFlashDeviceId|</a:t>
              </a:r>
              <a:r>
                <a:rPr lang="en-US" altLang="zh-TW" sz="1400" b="1" spc="-1" dirty="0">
                  <a:solidFill>
                    <a:srgbClr val="FF0000"/>
                  </a:solidFill>
                  <a:uFill>
                    <a:solidFill>
                      <a:srgbClr val="FFFFFF"/>
                    </a:solidFill>
                  </a:uFill>
                  <a:latin typeface="Segoe UI"/>
                </a:rPr>
                <a:t>0x00654321</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gH2OFlashDeviceMfrNameGuid. </a:t>
              </a:r>
              <a:r>
                <a:rPr lang="en-US" altLang="zh-TW" sz="1400" b="1" spc="-1" dirty="0" err="1">
                  <a:solidFill>
                    <a:srgbClr val="3F3F3F"/>
                  </a:solidFill>
                  <a:uFill>
                    <a:solidFill>
                      <a:srgbClr val="FFFFFF"/>
                    </a:solidFill>
                  </a:uFill>
                  <a:latin typeface="Segoe UI"/>
                </a:rPr>
                <a:t>Pcd</a:t>
              </a:r>
              <a:r>
                <a:rPr lang="en-US" altLang="zh-TW" sz="1400" b="1" spc="-1" dirty="0" err="1">
                  <a:solidFill>
                    <a:srgbClr val="FF0000"/>
                  </a:solidFill>
                  <a:uFill>
                    <a:solidFill>
                      <a:srgbClr val="FFFFFF"/>
                    </a:solidFill>
                  </a:uFill>
                  <a:latin typeface="Segoe UI"/>
                </a:rPr>
                <a:t>VendorDevice</a:t>
              </a:r>
              <a:r>
                <a:rPr lang="en-US" altLang="zh-TW" sz="1400" b="1" spc="-1" dirty="0" err="1">
                  <a:solidFill>
                    <a:srgbClr val="3F3F3F"/>
                  </a:solidFill>
                  <a:uFill>
                    <a:solidFill>
                      <a:srgbClr val="FFFFFF"/>
                    </a:solidFill>
                  </a:uFill>
                  <a:latin typeface="Segoe UI"/>
                </a:rPr>
                <a:t>SpiMfrName</a:t>
              </a:r>
              <a:r>
                <a:rPr lang="en-US" altLang="zh-TW" sz="1400" b="1" spc="-1" dirty="0">
                  <a:solidFill>
                    <a:srgbClr val="3F3F3F"/>
                  </a:solidFill>
                  <a:uFill>
                    <a:solidFill>
                      <a:srgbClr val="FFFFFF"/>
                    </a:solidFill>
                  </a:uFill>
                  <a:latin typeface="Segoe UI"/>
                </a:rPr>
                <a:t>|“</a:t>
              </a:r>
              <a:r>
                <a:rPr lang="en-US" altLang="zh-TW" sz="1400" b="1" spc="-1" dirty="0">
                  <a:solidFill>
                    <a:srgbClr val="FF0000"/>
                  </a:solidFill>
                  <a:uFill>
                    <a:solidFill>
                      <a:srgbClr val="FFFFFF"/>
                    </a:solidFill>
                  </a:uFill>
                  <a:latin typeface="Segoe UI"/>
                </a:rPr>
                <a:t>Vendor</a:t>
              </a:r>
              <a:r>
                <a:rPr lang="en-US" altLang="zh-TW" sz="1400" b="1" spc="-1" dirty="0">
                  <a:solidFill>
                    <a:srgbClr val="3F3F3F"/>
                  </a:solidFill>
                  <a:uFill>
                    <a:solidFill>
                      <a:srgbClr val="FFFFFF"/>
                    </a:solidFill>
                  </a:uFill>
                  <a:latin typeface="Segoe UI"/>
                </a:rPr>
                <a:t>"</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gH2OFlashDevicePartNameGuid. Pcd</a:t>
              </a:r>
              <a:r>
                <a:rPr lang="en-US" altLang="zh-TW" sz="1400" b="1" spc="-1" dirty="0">
                  <a:solidFill>
                    <a:srgbClr val="FF0000"/>
                  </a:solidFill>
                  <a:uFill>
                    <a:solidFill>
                      <a:srgbClr val="FFFFFF"/>
                    </a:solidFill>
                  </a:uFill>
                  <a:latin typeface="Segoe UI"/>
                </a:rPr>
                <a:t>VendorDevice</a:t>
              </a:r>
              <a:r>
                <a:rPr lang="en-US" altLang="zh-TW" sz="1400" b="1" spc="-1" dirty="0">
                  <a:solidFill>
                    <a:srgbClr val="3F3F3F"/>
                  </a:solidFill>
                  <a:uFill>
                    <a:solidFill>
                      <a:srgbClr val="FFFFFF"/>
                    </a:solidFill>
                  </a:uFill>
                  <a:latin typeface="Segoe UI"/>
                </a:rPr>
                <a:t>SpiPartName|“</a:t>
              </a:r>
              <a:r>
                <a:rPr lang="en-US" altLang="zh-TW" sz="1400" b="1" spc="-1" dirty="0">
                  <a:solidFill>
                    <a:srgbClr val="FF0000"/>
                  </a:solidFill>
                  <a:uFill>
                    <a:solidFill>
                      <a:srgbClr val="FFFFFF"/>
                    </a:solidFill>
                  </a:uFill>
                  <a:latin typeface="Segoe UI"/>
                </a:rPr>
                <a:t>ES001</a:t>
              </a:r>
              <a:r>
                <a:rPr lang="en-US" altLang="zh-TW" sz="1400" b="1" spc="-1" dirty="0">
                  <a:solidFill>
                    <a:srgbClr val="3F3F3F"/>
                  </a:solidFill>
                  <a:uFill>
                    <a:solidFill>
                      <a:srgbClr val="FFFFFF"/>
                    </a:solidFill>
                  </a:uFill>
                  <a:latin typeface="Segoe UI"/>
                </a:rPr>
                <a:t>"</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gH2OFlashDeviceGuid. </a:t>
              </a:r>
              <a:r>
                <a:rPr lang="en-US" altLang="zh-TW" sz="1400" b="1" spc="-1" dirty="0" err="1">
                  <a:solidFill>
                    <a:srgbClr val="3F3F3F"/>
                  </a:solidFill>
                  <a:uFill>
                    <a:solidFill>
                      <a:srgbClr val="FFFFFF"/>
                    </a:solidFill>
                  </a:uFill>
                  <a:latin typeface="Segoe UI"/>
                </a:rPr>
                <a:t>Pcd</a:t>
              </a:r>
              <a:r>
                <a:rPr lang="en-US" altLang="zh-TW" sz="1400" b="1" spc="-1" dirty="0" err="1">
                  <a:solidFill>
                    <a:srgbClr val="FF0000"/>
                  </a:solidFill>
                  <a:uFill>
                    <a:solidFill>
                      <a:srgbClr val="FFFFFF"/>
                    </a:solidFill>
                  </a:uFill>
                  <a:latin typeface="Segoe UI"/>
                </a:rPr>
                <a:t>VendorDevice</a:t>
              </a:r>
              <a:r>
                <a:rPr lang="en-US" altLang="zh-TW" sz="1400" b="1" spc="-1" dirty="0" err="1">
                  <a:solidFill>
                    <a:srgbClr val="3F3F3F"/>
                  </a:solidFill>
                  <a:uFill>
                    <a:solidFill>
                      <a:srgbClr val="FFFFFF"/>
                    </a:solidFill>
                  </a:uFill>
                  <a:latin typeface="Segoe UI"/>
                </a:rPr>
                <a:t>Spi</a:t>
              </a:r>
              <a:r>
                <a:rPr lang="en-US" altLang="zh-TW" sz="1400" b="1" spc="-1" dirty="0">
                  <a:solidFill>
                    <a:srgbClr val="3F3F3F"/>
                  </a:solidFill>
                  <a:uFill>
                    <a:solidFill>
                      <a:srgbClr val="FFFFFF"/>
                    </a:solidFill>
                  </a:uFill>
                  <a:latin typeface="Segoe UI"/>
                </a:rPr>
                <a:t>|{ \ # Vendor ES001</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    </a:t>
              </a:r>
              <a:r>
                <a:rPr lang="en-US" altLang="zh-TW" sz="1400" b="1" spc="-1" dirty="0">
                  <a:solidFill>
                    <a:srgbClr val="FF0000"/>
                  </a:solidFill>
                  <a:uFill>
                    <a:solidFill>
                      <a:srgbClr val="FFFFFF"/>
                    </a:solidFill>
                  </a:uFill>
                  <a:latin typeface="Segoe UI"/>
                </a:rPr>
                <a:t>0x03, 0x00, 0x00, 0x00, 0x34, 0x12, 0x00, 0x00,</a:t>
              </a:r>
              <a:r>
                <a:rPr lang="en-US" altLang="zh-TW" sz="1400" b="1" spc="-1" dirty="0">
                  <a:solidFill>
                    <a:srgbClr val="3F3F3F"/>
                  </a:solidFill>
                  <a:uFill>
                    <a:solidFill>
                      <a:srgbClr val="FFFFFF"/>
                    </a:solidFill>
                  </a:uFill>
                  <a:latin typeface="Segoe UI"/>
                </a:rPr>
                <a:t>  \# </a:t>
              </a:r>
              <a:r>
                <a:rPr lang="en-US" altLang="zh-TW" sz="1400" b="1" spc="-1" dirty="0" err="1">
                  <a:solidFill>
                    <a:srgbClr val="3F3F3F"/>
                  </a:solidFill>
                  <a:uFill>
                    <a:solidFill>
                      <a:srgbClr val="FFFFFF"/>
                    </a:solidFill>
                  </a:uFill>
                  <a:latin typeface="Segoe UI"/>
                </a:rPr>
                <a:t>DeviceType</a:t>
              </a:r>
              <a:r>
                <a:rPr lang="en-US" altLang="zh-TW" sz="1400" b="1" spc="-1" dirty="0">
                  <a:solidFill>
                    <a:srgbClr val="3F3F3F"/>
                  </a:solidFill>
                  <a:uFill>
                    <a:solidFill>
                      <a:srgbClr val="FFFFFF"/>
                    </a:solidFill>
                  </a:uFill>
                  <a:latin typeface="Segoe UI"/>
                </a:rPr>
                <a:t> = 03  Id = 00001234</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    </a:t>
              </a:r>
              <a:r>
                <a:rPr lang="en-US" altLang="zh-TW" sz="1400" b="1" spc="-1" dirty="0">
                  <a:solidFill>
                    <a:srgbClr val="FF0000"/>
                  </a:solidFill>
                  <a:uFill>
                    <a:solidFill>
                      <a:srgbClr val="FFFFFF"/>
                    </a:solidFill>
                  </a:uFill>
                  <a:latin typeface="Segoe UI"/>
                </a:rPr>
                <a:t>0x00, 0x00, 0x00, 0x00, 0x10, 0x00, 0x80, 0x00</a:t>
              </a:r>
              <a:r>
                <a:rPr lang="en-US" altLang="zh-TW" sz="1400" b="1" spc="-1" dirty="0">
                  <a:solidFill>
                    <a:srgbClr val="3F3F3F"/>
                  </a:solidFill>
                  <a:uFill>
                    <a:solidFill>
                      <a:srgbClr val="FFFFFF"/>
                    </a:solidFill>
                  </a:uFill>
                  <a:latin typeface="Segoe UI"/>
                </a:rPr>
                <a:t>  \# </a:t>
              </a:r>
              <a:r>
                <a:rPr lang="en-US" altLang="zh-TW" sz="1400" b="1" spc="-1" dirty="0" err="1">
                  <a:solidFill>
                    <a:srgbClr val="3F3F3F"/>
                  </a:solidFill>
                  <a:uFill>
                    <a:solidFill>
                      <a:srgbClr val="FFFFFF"/>
                    </a:solidFill>
                  </a:uFill>
                  <a:latin typeface="Segoe UI"/>
                </a:rPr>
                <a:t>ExtId</a:t>
              </a:r>
              <a:r>
                <a:rPr lang="en-US" altLang="zh-TW" sz="1400" b="1" spc="-1" dirty="0">
                  <a:solidFill>
                    <a:srgbClr val="3F3F3F"/>
                  </a:solidFill>
                  <a:uFill>
                    <a:solidFill>
                      <a:srgbClr val="FFFFFF"/>
                    </a:solidFill>
                  </a:uFill>
                  <a:latin typeface="Segoe UI"/>
                </a:rPr>
                <a:t> = 00000000  </a:t>
              </a:r>
              <a:r>
                <a:rPr lang="en-US" altLang="zh-TW" sz="1400" b="1" spc="-1" dirty="0" err="1">
                  <a:solidFill>
                    <a:srgbClr val="3F3F3F"/>
                  </a:solidFill>
                  <a:uFill>
                    <a:solidFill>
                      <a:srgbClr val="FFFFFF"/>
                    </a:solidFill>
                  </a:uFill>
                  <a:latin typeface="Segoe UI"/>
                </a:rPr>
                <a:t>BlockSize</a:t>
              </a:r>
              <a:r>
                <a:rPr lang="en-US" altLang="zh-TW" sz="1400" b="1" spc="-1" dirty="0">
                  <a:solidFill>
                    <a:srgbClr val="3F3F3F"/>
                  </a:solidFill>
                  <a:uFill>
                    <a:solidFill>
                      <a:srgbClr val="FFFFFF"/>
                    </a:solidFill>
                  </a:uFill>
                  <a:latin typeface="Segoe UI"/>
                </a:rPr>
                <a:t> = 0010  Multiple = 0080</a:t>
              </a:r>
              <a:endParaRPr lang="en-US" altLang="zh-TW" sz="1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a:t>
              </a:r>
            </a:p>
            <a:p>
              <a:r>
                <a:rPr lang="en-US" altLang="zh-TW" sz="1400" b="1" spc="-1" dirty="0">
                  <a:solidFill>
                    <a:srgbClr val="3F3F3F"/>
                  </a:solidFill>
                  <a:uFill>
                    <a:solidFill>
                      <a:srgbClr val="FFFFFF"/>
                    </a:solidFill>
                  </a:uFill>
                  <a:latin typeface="Segoe UI"/>
                </a:rPr>
                <a:t>gH2OFlashDeviceConfigGuid. </a:t>
              </a:r>
              <a:r>
                <a:rPr lang="en-US" altLang="zh-TW" sz="1400" b="1" spc="-1" dirty="0" err="1">
                  <a:solidFill>
                    <a:srgbClr val="3F3F3F"/>
                  </a:solidFill>
                  <a:uFill>
                    <a:solidFill>
                      <a:srgbClr val="FFFFFF"/>
                    </a:solidFill>
                  </a:uFill>
                  <a:latin typeface="Segoe UI"/>
                </a:rPr>
                <a:t>Pcd</a:t>
              </a:r>
              <a:r>
                <a:rPr lang="en-US" altLang="zh-TW" sz="1400" b="1" spc="-1" dirty="0" err="1">
                  <a:solidFill>
                    <a:srgbClr val="FF0000"/>
                  </a:solidFill>
                  <a:uFill>
                    <a:solidFill>
                      <a:srgbClr val="FFFFFF"/>
                    </a:solidFill>
                  </a:uFill>
                  <a:latin typeface="Segoe UI"/>
                </a:rPr>
                <a:t>VendorDevice</a:t>
              </a:r>
              <a:r>
                <a:rPr lang="en-US" altLang="zh-TW" sz="1400" b="1" spc="-1" dirty="0" err="1">
                  <a:solidFill>
                    <a:srgbClr val="3F3F3F"/>
                  </a:solidFill>
                  <a:uFill>
                    <a:solidFill>
                      <a:srgbClr val="FFFFFF"/>
                    </a:solidFill>
                  </a:uFill>
                  <a:latin typeface="Segoe UI"/>
                </a:rPr>
                <a:t>SpiConfig</a:t>
              </a:r>
              <a:r>
                <a:rPr lang="en-US" altLang="zh-TW" sz="1400" b="1" spc="-1" dirty="0">
                  <a:solidFill>
                    <a:srgbClr val="3F3F3F"/>
                  </a:solidFill>
                  <a:uFill>
                    <a:solidFill>
                      <a:srgbClr val="FFFFFF"/>
                    </a:solidFill>
                  </a:uFill>
                  <a:latin typeface="Segoe UI"/>
                </a:rPr>
                <a:t>|{ \ # Vendor  ES001</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    </a:t>
              </a:r>
              <a:r>
                <a:rPr lang="en-US" altLang="zh-TW" sz="1400" b="1" spc="-1" dirty="0">
                  <a:solidFill>
                    <a:srgbClr val="FF0000"/>
                  </a:solidFill>
                  <a:uFill>
                    <a:solidFill>
                      <a:srgbClr val="FFFFFF"/>
                    </a:solidFill>
                  </a:uFill>
                  <a:latin typeface="Segoe UI"/>
                </a:rPr>
                <a:t>0x28, 0x00, 0x00, 0x00, 0x90, 0x20, 0x02, 0x01</a:t>
              </a:r>
              <a:r>
                <a:rPr lang="en-US" altLang="zh-TW" sz="1400" b="1" spc="-1" dirty="0">
                  <a:solidFill>
                    <a:srgbClr val="3F3F3F"/>
                  </a:solidFill>
                  <a:uFill>
                    <a:solidFill>
                      <a:srgbClr val="FFFFFF"/>
                    </a:solidFill>
                  </a:uFill>
                  <a:latin typeface="Segoe UI"/>
                </a:rPr>
                <a:t>,  \ # Size = 00000028#  </a:t>
              </a:r>
              <a:r>
                <a:rPr lang="en-US" altLang="zh-TW" sz="1400" b="1" spc="-1" dirty="0" err="1">
                  <a:solidFill>
                    <a:srgbClr val="3F3F3F"/>
                  </a:solidFill>
                  <a:uFill>
                    <a:solidFill>
                      <a:srgbClr val="FFFFFF"/>
                    </a:solidFill>
                  </a:uFill>
                  <a:latin typeface="Segoe UI"/>
                </a:rPr>
                <a:t>ReadIdOp</a:t>
              </a:r>
              <a:r>
                <a:rPr lang="en-US" altLang="zh-TW" sz="1400" b="1" spc="-1" dirty="0">
                  <a:solidFill>
                    <a:srgbClr val="3F3F3F"/>
                  </a:solidFill>
                  <a:uFill>
                    <a:solidFill>
                      <a:srgbClr val="FFFFFF"/>
                    </a:solidFill>
                  </a:uFill>
                  <a:latin typeface="Segoe UI"/>
                </a:rPr>
                <a:t> = 90  </a:t>
              </a:r>
              <a:r>
                <a:rPr lang="en-US" altLang="zh-TW" sz="1400" b="1" spc="-1" dirty="0" err="1">
                  <a:solidFill>
                    <a:srgbClr val="3F3F3F"/>
                  </a:solidFill>
                  <a:uFill>
                    <a:solidFill>
                      <a:srgbClr val="FFFFFF"/>
                    </a:solidFill>
                  </a:uFill>
                  <a:latin typeface="Segoe UI"/>
                </a:rPr>
                <a:t>EraseOp</a:t>
              </a:r>
              <a:r>
                <a:rPr lang="en-US" altLang="zh-TW" sz="1400" b="1" spc="-1" dirty="0">
                  <a:solidFill>
                    <a:srgbClr val="3F3F3F"/>
                  </a:solidFill>
                  <a:uFill>
                    <a:solidFill>
                      <a:srgbClr val="FFFFFF"/>
                    </a:solidFill>
                  </a:uFill>
                  <a:latin typeface="Segoe UI"/>
                </a:rPr>
                <a:t> = 20 </a:t>
              </a:r>
              <a:r>
                <a:rPr lang="en-US" altLang="zh-TW" sz="1400" b="1" spc="-1" dirty="0" err="1">
                  <a:solidFill>
                    <a:srgbClr val="3F3F3F"/>
                  </a:solidFill>
                  <a:uFill>
                    <a:solidFill>
                      <a:srgbClr val="FFFFFF"/>
                    </a:solidFill>
                  </a:uFill>
                  <a:latin typeface="Segoe UI"/>
                </a:rPr>
                <a:t>riteOp</a:t>
              </a:r>
              <a:r>
                <a:rPr lang="en-US" altLang="zh-TW" sz="1400" b="1" spc="-1" dirty="0">
                  <a:solidFill>
                    <a:srgbClr val="3F3F3F"/>
                  </a:solidFill>
                  <a:uFill>
                    <a:solidFill>
                      <a:srgbClr val="FFFFFF"/>
                    </a:solidFill>
                  </a:uFill>
                  <a:latin typeface="Segoe UI"/>
                </a:rPr>
                <a:t> = 02  </a:t>
              </a:r>
              <a:r>
                <a:rPr lang="en-US" altLang="zh-TW" sz="1400" b="1" spc="-1" dirty="0" err="1">
                  <a:solidFill>
                    <a:srgbClr val="3F3F3F"/>
                  </a:solidFill>
                  <a:uFill>
                    <a:solidFill>
                      <a:srgbClr val="FFFFFF"/>
                    </a:solidFill>
                  </a:uFill>
                  <a:latin typeface="Segoe UI"/>
                </a:rPr>
                <a:t>WriteStatusOp</a:t>
              </a:r>
              <a:r>
                <a:rPr lang="en-US" altLang="zh-TW" sz="1400" b="1" spc="-1" dirty="0">
                  <a:solidFill>
                    <a:srgbClr val="3F3F3F"/>
                  </a:solidFill>
                  <a:uFill>
                    <a:solidFill>
                      <a:srgbClr val="FFFFFF"/>
                    </a:solidFill>
                  </a:uFill>
                  <a:latin typeface="Segoe UI"/>
                </a:rPr>
                <a:t> = 01</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    </a:t>
              </a:r>
              <a:r>
                <a:rPr lang="en-US" altLang="zh-TW" sz="1400" b="1" spc="-1" dirty="0">
                  <a:solidFill>
                    <a:srgbClr val="FF0000"/>
                  </a:solidFill>
                  <a:uFill>
                    <a:solidFill>
                      <a:srgbClr val="FFFFFF"/>
                    </a:solidFill>
                  </a:uFill>
                  <a:latin typeface="Segoe UI"/>
                </a:rPr>
                <a:t>0x03, 0x05, 0x00, 0x00, 0x7e, 0xf2, 0x06, 0x50</a:t>
              </a:r>
              <a:r>
                <a:rPr lang="en-US" altLang="zh-TW" sz="1400" b="1" spc="-1" dirty="0">
                  <a:solidFill>
                    <a:srgbClr val="3F3F3F"/>
                  </a:solidFill>
                  <a:uFill>
                    <a:solidFill>
                      <a:srgbClr val="FFFFFF"/>
                    </a:solidFill>
                  </a:uFill>
                  <a:latin typeface="Segoe UI"/>
                </a:rPr>
                <a:t>,  \# </a:t>
              </a:r>
              <a:r>
                <a:rPr lang="en-US" altLang="zh-TW" sz="1400" b="1" spc="-1" dirty="0" err="1">
                  <a:solidFill>
                    <a:srgbClr val="3F3F3F"/>
                  </a:solidFill>
                  <a:uFill>
                    <a:solidFill>
                      <a:srgbClr val="FFFFFF"/>
                    </a:solidFill>
                  </a:uFill>
                  <a:latin typeface="Segoe UI"/>
                </a:rPr>
                <a:t>ReadOp</a:t>
              </a:r>
              <a:r>
                <a:rPr lang="en-US" altLang="zh-TW" sz="1400" b="1" spc="-1" dirty="0">
                  <a:solidFill>
                    <a:srgbClr val="3F3F3F"/>
                  </a:solidFill>
                  <a:uFill>
                    <a:solidFill>
                      <a:srgbClr val="FFFFFF"/>
                    </a:solidFill>
                  </a:uFill>
                  <a:latin typeface="Segoe UI"/>
                </a:rPr>
                <a:t> = 03  </a:t>
              </a:r>
              <a:r>
                <a:rPr lang="en-US" altLang="zh-TW" sz="1400" b="1" spc="-1" dirty="0" err="1">
                  <a:solidFill>
                    <a:srgbClr val="3F3F3F"/>
                  </a:solidFill>
                  <a:uFill>
                    <a:solidFill>
                      <a:srgbClr val="FFFFFF"/>
                    </a:solidFill>
                  </a:uFill>
                  <a:latin typeface="Segoe UI"/>
                </a:rPr>
                <a:t>ReadStatusOp</a:t>
              </a:r>
              <a:r>
                <a:rPr lang="en-US" altLang="zh-TW" sz="1400" b="1" spc="-1" dirty="0">
                  <a:solidFill>
                    <a:srgbClr val="3F3F3F"/>
                  </a:solidFill>
                  <a:uFill>
                    <a:solidFill>
                      <a:srgbClr val="FFFFFF"/>
                    </a:solidFill>
                  </a:uFill>
                  <a:latin typeface="Segoe UI"/>
                </a:rPr>
                <a:t> = 05 # </a:t>
              </a:r>
              <a:r>
                <a:rPr lang="en-US" altLang="zh-TW" sz="1400" b="1" spc="-1" dirty="0" err="1">
                  <a:solidFill>
                    <a:srgbClr val="3F3F3F"/>
                  </a:solidFill>
                  <a:uFill>
                    <a:solidFill>
                      <a:srgbClr val="FFFFFF"/>
                    </a:solidFill>
                  </a:uFill>
                  <a:latin typeface="Segoe UI"/>
                </a:rPr>
                <a:t>OpType</a:t>
              </a:r>
              <a:r>
                <a:rPr lang="en-US" altLang="zh-TW" sz="1400" b="1" spc="-1" dirty="0">
                  <a:solidFill>
                    <a:srgbClr val="3F3F3F"/>
                  </a:solidFill>
                  <a:uFill>
                    <a:solidFill>
                      <a:srgbClr val="FFFFFF"/>
                    </a:solidFill>
                  </a:uFill>
                  <a:latin typeface="Segoe UI"/>
                </a:rPr>
                <a:t> = F27E  </a:t>
              </a:r>
              <a:r>
                <a:rPr lang="en-US" altLang="zh-TW" sz="1400" b="1" spc="-1" dirty="0" err="1">
                  <a:solidFill>
                    <a:srgbClr val="3F3F3F"/>
                  </a:solidFill>
                  <a:uFill>
                    <a:solidFill>
                      <a:srgbClr val="FFFFFF"/>
                    </a:solidFill>
                  </a:uFill>
                  <a:latin typeface="Segoe UI"/>
                </a:rPr>
                <a:t>WriteEnablePrefix</a:t>
              </a:r>
              <a:r>
                <a:rPr lang="en-US" altLang="zh-TW" sz="1400" b="1" spc="-1" dirty="0">
                  <a:solidFill>
                    <a:srgbClr val="3F3F3F"/>
                  </a:solidFill>
                  <a:uFill>
                    <a:solidFill>
                      <a:srgbClr val="FFFFFF"/>
                    </a:solidFill>
                  </a:uFill>
                  <a:latin typeface="Segoe UI"/>
                </a:rPr>
                <a:t> = 06  </a:t>
              </a:r>
              <a:r>
                <a:rPr lang="en-US" altLang="zh-TW" sz="1400" b="1" spc="-1" dirty="0" err="1">
                  <a:solidFill>
                    <a:srgbClr val="3F3F3F"/>
                  </a:solidFill>
                  <a:uFill>
                    <a:solidFill>
                      <a:srgbClr val="FFFFFF"/>
                    </a:solidFill>
                  </a:uFill>
                  <a:latin typeface="Segoe UI"/>
                </a:rPr>
                <a:t>WriteStatusEnablePrefix</a:t>
              </a:r>
              <a:r>
                <a:rPr lang="en-US" altLang="zh-TW" sz="1400" b="1" spc="-1" dirty="0">
                  <a:solidFill>
                    <a:srgbClr val="3F3F3F"/>
                  </a:solidFill>
                  <a:uFill>
                    <a:solidFill>
                      <a:srgbClr val="FFFFFF"/>
                    </a:solidFill>
                  </a:uFill>
                  <a:latin typeface="Segoe UI"/>
                </a:rPr>
                <a:t> = 50</a:t>
              </a:r>
              <a:endParaRPr lang="en-US" altLang="zh-TW" sz="2400" spc="-1" dirty="0">
                <a:solidFill>
                  <a:srgbClr val="3F3F3F"/>
                </a:solidFill>
                <a:uFill>
                  <a:solidFill>
                    <a:srgbClr val="FFFFFF"/>
                  </a:solidFill>
                </a:uFill>
                <a:latin typeface="Segoe UI"/>
              </a:endParaRPr>
            </a:p>
            <a:p>
              <a:r>
                <a:rPr lang="en-US" altLang="zh-TW" sz="1400" b="1" spc="-1" dirty="0">
                  <a:solidFill>
                    <a:srgbClr val="FF0000"/>
                  </a:solidFill>
                  <a:uFill>
                    <a:solidFill>
                      <a:srgbClr val="FFFFFF"/>
                    </a:solidFill>
                  </a:uFill>
                  <a:latin typeface="Segoe UI"/>
                </a:rPr>
                <a:t>    0x01, 0x00, 0x00, 0x00, 0x02, 0x01, 0x00, 0x00</a:t>
              </a:r>
              <a:r>
                <a:rPr lang="en-US" altLang="zh-TW" sz="1400" b="1" spc="-1" dirty="0">
                  <a:solidFill>
                    <a:srgbClr val="3F3F3F"/>
                  </a:solidFill>
                  <a:uFill>
                    <a:solidFill>
                      <a:srgbClr val="FFFFFF"/>
                    </a:solidFill>
                  </a:uFill>
                  <a:latin typeface="Segoe UI"/>
                </a:rPr>
                <a:t>,  \# </a:t>
              </a:r>
              <a:r>
                <a:rPr lang="en-US" altLang="zh-TW" sz="1400" b="1" spc="-1" dirty="0" err="1">
                  <a:solidFill>
                    <a:srgbClr val="3F3F3F"/>
                  </a:solidFill>
                  <a:uFill>
                    <a:solidFill>
                      <a:srgbClr val="FFFFFF"/>
                    </a:solidFill>
                  </a:uFill>
                  <a:latin typeface="Segoe UI"/>
                </a:rPr>
                <a:t>GlobalProtectAvailable</a:t>
              </a:r>
              <a:r>
                <a:rPr lang="en-US" altLang="zh-TW" sz="1400" b="1" spc="-1" dirty="0">
                  <a:solidFill>
                    <a:srgbClr val="3F3F3F"/>
                  </a:solidFill>
                  <a:uFill>
                    <a:solidFill>
                      <a:srgbClr val="FFFFFF"/>
                    </a:solidFill>
                  </a:uFill>
                  <a:latin typeface="Segoe UI"/>
                </a:rPr>
                <a:t> = 01  </a:t>
              </a:r>
              <a:r>
                <a:rPr lang="en-US" altLang="zh-TW" sz="1400" b="1" spc="-1" dirty="0" err="1">
                  <a:solidFill>
                    <a:srgbClr val="3F3F3F"/>
                  </a:solidFill>
                  <a:uFill>
                    <a:solidFill>
                      <a:srgbClr val="FFFFFF"/>
                    </a:solidFill>
                  </a:uFill>
                  <a:latin typeface="Segoe UI"/>
                </a:rPr>
                <a:t>BLockProtectAvailable</a:t>
              </a:r>
              <a:r>
                <a:rPr lang="en-US" altLang="zh-TW" sz="1400" b="1" spc="-1" dirty="0">
                  <a:solidFill>
                    <a:srgbClr val="3F3F3F"/>
                  </a:solidFill>
                  <a:uFill>
                    <a:solidFill>
                      <a:srgbClr val="FFFFFF"/>
                    </a:solidFill>
                  </a:uFill>
                  <a:latin typeface="Segoe UI"/>
                </a:rPr>
                <a:t> = 00 # </a:t>
              </a:r>
              <a:r>
                <a:rPr lang="en-US" altLang="zh-TW" sz="1400" b="1" spc="-1" dirty="0" err="1">
                  <a:solidFill>
                    <a:srgbClr val="3F3F3F"/>
                  </a:solidFill>
                  <a:uFill>
                    <a:solidFill>
                      <a:srgbClr val="FFFFFF"/>
                    </a:solidFill>
                  </a:uFill>
                  <a:latin typeface="Segoe UI"/>
                </a:rPr>
                <a:t>BlockProtectCodeRequired</a:t>
              </a:r>
              <a:r>
                <a:rPr lang="en-US" altLang="zh-TW" sz="1400" b="1" spc="-1" dirty="0">
                  <a:solidFill>
                    <a:srgbClr val="3F3F3F"/>
                  </a:solidFill>
                  <a:uFill>
                    <a:solidFill>
                      <a:srgbClr val="FFFFFF"/>
                    </a:solidFill>
                  </a:uFill>
                  <a:latin typeface="Segoe UI"/>
                </a:rPr>
                <a:t> = 00  </a:t>
              </a:r>
              <a:r>
                <a:rPr lang="en-US" altLang="zh-TW" sz="1400" b="1" spc="-1" dirty="0" err="1">
                  <a:solidFill>
                    <a:srgbClr val="3F3F3F"/>
                  </a:solidFill>
                  <a:uFill>
                    <a:solidFill>
                      <a:srgbClr val="FFFFFF"/>
                    </a:solidFill>
                  </a:uFill>
                  <a:latin typeface="Segoe UI"/>
                </a:rPr>
                <a:t>MultiByteProgramAvailable</a:t>
              </a:r>
              <a:r>
                <a:rPr lang="en-US" altLang="zh-TW" sz="1400" b="1" spc="-1" dirty="0">
                  <a:solidFill>
                    <a:srgbClr val="3F3F3F"/>
                  </a:solidFill>
                  <a:uFill>
                    <a:solidFill>
                      <a:srgbClr val="FFFFFF"/>
                    </a:solidFill>
                  </a:uFill>
                  <a:latin typeface="Segoe UI"/>
                </a:rPr>
                <a:t> = 00# </a:t>
              </a:r>
              <a:r>
                <a:rPr lang="en-US" altLang="zh-TW" sz="1400" b="1" spc="-1" dirty="0" err="1">
                  <a:solidFill>
                    <a:srgbClr val="3F3F3F"/>
                  </a:solidFill>
                  <a:uFill>
                    <a:solidFill>
                      <a:srgbClr val="FFFFFF"/>
                    </a:solidFill>
                  </a:uFill>
                  <a:latin typeface="Segoe UI"/>
                </a:rPr>
                <a:t>BytesOfId</a:t>
              </a:r>
              <a:r>
                <a:rPr lang="en-US" altLang="zh-TW" sz="1400" b="1" spc="-1" dirty="0">
                  <a:solidFill>
                    <a:srgbClr val="3F3F3F"/>
                  </a:solidFill>
                  <a:uFill>
                    <a:solidFill>
                      <a:srgbClr val="FFFFFF"/>
                    </a:solidFill>
                  </a:uFill>
                  <a:latin typeface="Segoe UI"/>
                </a:rPr>
                <a:t> = 02  </a:t>
              </a:r>
              <a:r>
                <a:rPr lang="en-US" altLang="zh-TW" sz="1400" b="1" spc="-1" dirty="0" err="1">
                  <a:solidFill>
                    <a:srgbClr val="3F3F3F"/>
                  </a:solidFill>
                  <a:uFill>
                    <a:solidFill>
                      <a:srgbClr val="FFFFFF"/>
                    </a:solidFill>
                  </a:uFill>
                  <a:latin typeface="Segoe UI"/>
                </a:rPr>
                <a:t>MinBytePerProgRead</a:t>
              </a:r>
              <a:r>
                <a:rPr lang="en-US" altLang="zh-TW" sz="1400" b="1" spc="-1" dirty="0">
                  <a:solidFill>
                    <a:srgbClr val="3F3F3F"/>
                  </a:solidFill>
                  <a:uFill>
                    <a:solidFill>
                      <a:srgbClr val="FFFFFF"/>
                    </a:solidFill>
                  </a:uFill>
                  <a:latin typeface="Segoe UI"/>
                </a:rPr>
                <a:t> = 01  </a:t>
              </a:r>
              <a:r>
                <a:rPr lang="en-US" altLang="zh-TW" sz="1400" b="1" spc="-1" dirty="0" err="1">
                  <a:solidFill>
                    <a:srgbClr val="3F3F3F"/>
                  </a:solidFill>
                  <a:uFill>
                    <a:solidFill>
                      <a:srgbClr val="FFFFFF"/>
                    </a:solidFill>
                  </a:uFill>
                  <a:latin typeface="Segoe UI"/>
                </a:rPr>
                <a:t>NoVolStatusAvailable</a:t>
              </a:r>
              <a:r>
                <a:rPr lang="en-US" altLang="zh-TW" sz="1400" b="1" spc="-1" dirty="0">
                  <a:solidFill>
                    <a:srgbClr val="3F3F3F"/>
                  </a:solidFill>
                  <a:uFill>
                    <a:solidFill>
                      <a:srgbClr val="FFFFFF"/>
                    </a:solidFill>
                  </a:uFill>
                  <a:latin typeface="Segoe UI"/>
                </a:rPr>
                <a:t> = 00</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    …</a:t>
              </a:r>
              <a:endParaRPr lang="en-US" altLang="zh-TW" sz="2400" spc="-1" dirty="0">
                <a:solidFill>
                  <a:srgbClr val="3F3F3F"/>
                </a:solidFill>
                <a:uFill>
                  <a:solidFill>
                    <a:srgbClr val="FFFFFF"/>
                  </a:solidFill>
                </a:uFill>
                <a:latin typeface="Segoe UI"/>
              </a:endParaRPr>
            </a:p>
            <a:p>
              <a:r>
                <a:rPr lang="en-US" altLang="zh-TW" sz="1400" b="1" spc="-1" dirty="0">
                  <a:solidFill>
                    <a:srgbClr val="3F3F3F"/>
                  </a:solidFill>
                  <a:uFill>
                    <a:solidFill>
                      <a:srgbClr val="FFFFFF"/>
                    </a:solidFill>
                  </a:uFill>
                  <a:latin typeface="Segoe UI"/>
                </a:rPr>
                <a:t>}</a:t>
              </a:r>
              <a:endParaRPr lang="en-US" altLang="zh-TW" sz="1400" spc="-1" dirty="0">
                <a:solidFill>
                  <a:srgbClr val="3F3F3F"/>
                </a:solidFill>
                <a:uFill>
                  <a:solidFill>
                    <a:srgbClr val="FFFFFF"/>
                  </a:solidFill>
                </a:uFill>
                <a:latin typeface="Segoe UI"/>
              </a:endParaRPr>
            </a:p>
          </p:txBody>
        </p:sp>
      </p:grpSp>
    </p:spTree>
    <p:extLst>
      <p:ext uri="{BB962C8B-B14F-4D97-AF65-F5344CB8AC3E}">
        <p14:creationId xmlns:p14="http://schemas.microsoft.com/office/powerpoint/2010/main" val="3277395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19</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Customization Steps</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pPr indent="-228240">
              <a:lnSpc>
                <a:spcPct val="100000"/>
              </a:lnSpc>
              <a:buClr>
                <a:srgbClr val="3F3F3F"/>
              </a:buClr>
              <a:buFont typeface="Arial"/>
              <a:buChar char="•"/>
            </a:pPr>
            <a:r>
              <a:rPr lang="en-US" altLang="zh-TW" spc="-1" dirty="0">
                <a:solidFill>
                  <a:srgbClr val="3F3F3F"/>
                </a:solidFill>
                <a:uFill>
                  <a:solidFill>
                    <a:srgbClr val="FFFFFF"/>
                  </a:solidFill>
                </a:uFill>
              </a:rPr>
              <a:t>Modify </a:t>
            </a:r>
            <a:r>
              <a:rPr lang="en-US" altLang="zh-TW" spc="-1" dirty="0" err="1">
                <a:solidFill>
                  <a:srgbClr val="FF0000"/>
                </a:solidFill>
                <a:uFill>
                  <a:solidFill>
                    <a:srgbClr val="FFFFFF"/>
                  </a:solidFill>
                </a:uFill>
              </a:rPr>
              <a:t>Project.dec</a:t>
            </a:r>
            <a:r>
              <a:rPr lang="en-US" altLang="zh-TW" spc="-1" dirty="0">
                <a:solidFill>
                  <a:srgbClr val="FF0000"/>
                </a:solidFill>
                <a:uFill>
                  <a:solidFill>
                    <a:srgbClr val="FFFFFF"/>
                  </a:solidFill>
                </a:uFill>
              </a:rPr>
              <a:t> &amp; </a:t>
            </a:r>
            <a:r>
              <a:rPr lang="en-US" altLang="zh-TW" spc="-1" dirty="0" err="1">
                <a:solidFill>
                  <a:srgbClr val="FF0000"/>
                </a:solidFill>
                <a:uFill>
                  <a:solidFill>
                    <a:srgbClr val="FFFFFF"/>
                  </a:solidFill>
                </a:uFill>
              </a:rPr>
              <a:t>Project.dsc</a:t>
            </a:r>
            <a:endParaRPr lang="en-US" altLang="zh-TW" spc="-1" dirty="0">
              <a:solidFill>
                <a:srgbClr val="3F3F3F"/>
              </a:solidFill>
              <a:uFill>
                <a:solidFill>
                  <a:srgbClr val="FFFFFF"/>
                </a:solidFill>
              </a:uFill>
            </a:endParaRPr>
          </a:p>
          <a:p>
            <a:pPr lvl="1" indent="-228240">
              <a:lnSpc>
                <a:spcPct val="100000"/>
              </a:lnSpc>
              <a:buClr>
                <a:srgbClr val="3F3F3F"/>
              </a:buClr>
              <a:buFont typeface="Arial"/>
              <a:buChar char="•"/>
            </a:pPr>
            <a:r>
              <a:rPr lang="en-US" altLang="zh-TW" sz="2000" spc="-1" dirty="0">
                <a:solidFill>
                  <a:srgbClr val="3F3F3F"/>
                </a:solidFill>
                <a:uFill>
                  <a:solidFill>
                    <a:srgbClr val="FFFFFF"/>
                  </a:solidFill>
                </a:uFill>
              </a:rPr>
              <a:t>Add following PCDs declaration &amp; customization</a:t>
            </a:r>
            <a:endParaRPr lang="en-US" altLang="zh-TW" sz="1800" spc="-1" dirty="0">
              <a:solidFill>
                <a:srgbClr val="3F3F3F"/>
              </a:solidFill>
              <a:uFill>
                <a:solidFill>
                  <a:srgbClr val="FFFFFF"/>
                </a:solidFill>
              </a:uFill>
            </a:endParaRPr>
          </a:p>
          <a:p>
            <a:pPr lvl="2" indent="-228240">
              <a:lnSpc>
                <a:spcPct val="100000"/>
              </a:lnSpc>
              <a:buClr>
                <a:srgbClr val="3F3F3F"/>
              </a:buClr>
              <a:buFont typeface="Arial"/>
              <a:buChar char="•"/>
            </a:pPr>
            <a:r>
              <a:rPr lang="en-US" altLang="zh-TW" spc="-1" dirty="0">
                <a:solidFill>
                  <a:srgbClr val="3F3F3F"/>
                </a:solidFill>
                <a:uFill>
                  <a:solidFill>
                    <a:srgbClr val="FFFFFF"/>
                  </a:solidFill>
                </a:uFill>
              </a:rPr>
              <a:t>gH2OFlashDeviceEnableGuid.Pcd</a:t>
            </a:r>
            <a:r>
              <a:rPr lang="en-US" altLang="zh-TW" spc="-1" dirty="0">
                <a:solidFill>
                  <a:srgbClr val="FF0000"/>
                </a:solidFill>
                <a:uFill>
                  <a:solidFill>
                    <a:srgbClr val="FFFFFF"/>
                  </a:solidFill>
                </a:uFill>
              </a:rPr>
              <a:t>VendorDevice</a:t>
            </a:r>
            <a:r>
              <a:rPr lang="en-US" altLang="zh-TW" spc="-1" dirty="0">
                <a:solidFill>
                  <a:srgbClr val="3F3F3F"/>
                </a:solidFill>
                <a:uFill>
                  <a:solidFill>
                    <a:srgbClr val="FFFFFF"/>
                  </a:solidFill>
                </a:uFill>
              </a:rPr>
              <a:t>SpiEnable</a:t>
            </a:r>
            <a:endParaRPr lang="en-US" altLang="zh-TW" sz="1600" spc="-1" dirty="0">
              <a:solidFill>
                <a:srgbClr val="3F3F3F"/>
              </a:solidFill>
              <a:uFill>
                <a:solidFill>
                  <a:srgbClr val="FFFFFF"/>
                </a:solidFill>
              </a:uFill>
            </a:endParaRPr>
          </a:p>
          <a:p>
            <a:pPr lvl="2" indent="-228240">
              <a:lnSpc>
                <a:spcPct val="100000"/>
              </a:lnSpc>
              <a:buClr>
                <a:srgbClr val="3F3F3F"/>
              </a:buClr>
              <a:buFont typeface="Arial"/>
              <a:buChar char="•"/>
            </a:pPr>
            <a:r>
              <a:rPr lang="en-US" altLang="zh-TW" spc="-1" dirty="0">
                <a:solidFill>
                  <a:srgbClr val="3F3F3F"/>
                </a:solidFill>
                <a:uFill>
                  <a:solidFill>
                    <a:srgbClr val="FFFFFF"/>
                  </a:solidFill>
                </a:uFill>
              </a:rPr>
              <a:t>gH2OFlashDeviceGuid.Pcd</a:t>
            </a:r>
            <a:r>
              <a:rPr lang="en-US" altLang="zh-TW" spc="-1" dirty="0">
                <a:solidFill>
                  <a:srgbClr val="FF0000"/>
                </a:solidFill>
                <a:uFill>
                  <a:solidFill>
                    <a:srgbClr val="FFFFFF"/>
                  </a:solidFill>
                </a:uFill>
              </a:rPr>
              <a:t>VendorDevice</a:t>
            </a:r>
            <a:r>
              <a:rPr lang="en-US" altLang="zh-TW" spc="-1" dirty="0">
                <a:solidFill>
                  <a:srgbClr val="3F3F3F"/>
                </a:solidFill>
                <a:uFill>
                  <a:solidFill>
                    <a:srgbClr val="FFFFFF"/>
                  </a:solidFill>
                </a:uFill>
              </a:rPr>
              <a:t>Spi</a:t>
            </a:r>
            <a:endParaRPr lang="en-US" altLang="zh-TW" sz="1600" spc="-1" dirty="0">
              <a:solidFill>
                <a:srgbClr val="3F3F3F"/>
              </a:solidFill>
              <a:uFill>
                <a:solidFill>
                  <a:srgbClr val="FFFFFF"/>
                </a:solidFill>
              </a:uFill>
            </a:endParaRPr>
          </a:p>
          <a:p>
            <a:pPr lvl="2" indent="-228240">
              <a:lnSpc>
                <a:spcPct val="100000"/>
              </a:lnSpc>
              <a:buClr>
                <a:srgbClr val="3F3F3F"/>
              </a:buClr>
              <a:buFont typeface="Arial"/>
              <a:buChar char="•"/>
            </a:pPr>
            <a:r>
              <a:rPr lang="en-US" altLang="zh-TW" spc="-1" dirty="0">
                <a:solidFill>
                  <a:srgbClr val="3F3F3F"/>
                </a:solidFill>
                <a:uFill>
                  <a:solidFill>
                    <a:srgbClr val="FFFFFF"/>
                  </a:solidFill>
                </a:uFill>
              </a:rPr>
              <a:t>gH2OFlashDeviceMfrNameGuid.Pcd</a:t>
            </a:r>
            <a:r>
              <a:rPr lang="en-US" altLang="zh-TW" spc="-1" dirty="0">
                <a:solidFill>
                  <a:srgbClr val="FF0000"/>
                </a:solidFill>
                <a:uFill>
                  <a:solidFill>
                    <a:srgbClr val="FFFFFF"/>
                  </a:solidFill>
                </a:uFill>
              </a:rPr>
              <a:t>VendorDevice</a:t>
            </a:r>
            <a:r>
              <a:rPr lang="en-US" altLang="zh-TW" spc="-1" dirty="0">
                <a:solidFill>
                  <a:srgbClr val="3F3F3F"/>
                </a:solidFill>
                <a:uFill>
                  <a:solidFill>
                    <a:srgbClr val="FFFFFF"/>
                  </a:solidFill>
                </a:uFill>
              </a:rPr>
              <a:t>SpiMfrName</a:t>
            </a:r>
            <a:endParaRPr lang="en-US" altLang="zh-TW" sz="1600" spc="-1" dirty="0">
              <a:solidFill>
                <a:srgbClr val="3F3F3F"/>
              </a:solidFill>
              <a:uFill>
                <a:solidFill>
                  <a:srgbClr val="FFFFFF"/>
                </a:solidFill>
              </a:uFill>
            </a:endParaRPr>
          </a:p>
          <a:p>
            <a:pPr lvl="2" indent="-228240">
              <a:lnSpc>
                <a:spcPct val="100000"/>
              </a:lnSpc>
              <a:buClr>
                <a:srgbClr val="3F3F3F"/>
              </a:buClr>
              <a:buFont typeface="Arial"/>
              <a:buChar char="•"/>
            </a:pPr>
            <a:r>
              <a:rPr lang="en-US" altLang="zh-TW" spc="-1" dirty="0">
                <a:solidFill>
                  <a:srgbClr val="3F3F3F"/>
                </a:solidFill>
                <a:uFill>
                  <a:solidFill>
                    <a:srgbClr val="FFFFFF"/>
                  </a:solidFill>
                </a:uFill>
              </a:rPr>
              <a:t>gH2OFlashDevicePartNameGuid.Pcd</a:t>
            </a:r>
            <a:r>
              <a:rPr lang="en-US" altLang="zh-TW" spc="-1" dirty="0">
                <a:solidFill>
                  <a:srgbClr val="FF0000"/>
                </a:solidFill>
                <a:uFill>
                  <a:solidFill>
                    <a:srgbClr val="FFFFFF"/>
                  </a:solidFill>
                </a:uFill>
              </a:rPr>
              <a:t>VendorDevice</a:t>
            </a:r>
            <a:r>
              <a:rPr lang="en-US" altLang="zh-TW" spc="-1" dirty="0">
                <a:solidFill>
                  <a:srgbClr val="3F3F3F"/>
                </a:solidFill>
                <a:uFill>
                  <a:solidFill>
                    <a:srgbClr val="FFFFFF"/>
                  </a:solidFill>
                </a:uFill>
              </a:rPr>
              <a:t>SpiPartName</a:t>
            </a:r>
            <a:endParaRPr lang="en-US" altLang="zh-TW" sz="1600" spc="-1" dirty="0">
              <a:solidFill>
                <a:srgbClr val="3F3F3F"/>
              </a:solidFill>
              <a:uFill>
                <a:solidFill>
                  <a:srgbClr val="FFFFFF"/>
                </a:solidFill>
              </a:uFill>
            </a:endParaRPr>
          </a:p>
          <a:p>
            <a:pPr lvl="2" indent="-228240">
              <a:lnSpc>
                <a:spcPct val="100000"/>
              </a:lnSpc>
              <a:buClr>
                <a:srgbClr val="3F3F3F"/>
              </a:buClr>
              <a:buFont typeface="Arial"/>
              <a:buChar char="•"/>
            </a:pPr>
            <a:r>
              <a:rPr lang="en-US" altLang="zh-TW" spc="-1" dirty="0">
                <a:solidFill>
                  <a:srgbClr val="3F3F3F"/>
                </a:solidFill>
                <a:uFill>
                  <a:solidFill>
                    <a:srgbClr val="FFFFFF"/>
                  </a:solidFill>
                </a:uFill>
              </a:rPr>
              <a:t>gH2OFlashDeviceConfigGuid.Pcd</a:t>
            </a:r>
            <a:r>
              <a:rPr lang="en-US" altLang="zh-TW" spc="-1" dirty="0">
                <a:solidFill>
                  <a:srgbClr val="FF0000"/>
                </a:solidFill>
                <a:uFill>
                  <a:solidFill>
                    <a:srgbClr val="FFFFFF"/>
                  </a:solidFill>
                </a:uFill>
              </a:rPr>
              <a:t>VendorDevice</a:t>
            </a:r>
            <a:r>
              <a:rPr lang="en-US" altLang="zh-TW" spc="-1" dirty="0">
                <a:solidFill>
                  <a:srgbClr val="3F3F3F"/>
                </a:solidFill>
                <a:uFill>
                  <a:solidFill>
                    <a:srgbClr val="FFFFFF"/>
                  </a:solidFill>
                </a:uFill>
              </a:rPr>
              <a:t>SpiConfig</a:t>
            </a:r>
            <a:endParaRPr lang="en-US" altLang="zh-TW" sz="1600" spc="-1" dirty="0">
              <a:solidFill>
                <a:srgbClr val="3F3F3F"/>
              </a:solidFill>
              <a:uFill>
                <a:solidFill>
                  <a:srgbClr val="FFFFFF"/>
                </a:solidFill>
              </a:uFill>
            </a:endParaRPr>
          </a:p>
          <a:p>
            <a:pPr>
              <a:lnSpc>
                <a:spcPct val="100000"/>
              </a:lnSpc>
            </a:pPr>
            <a:endParaRPr lang="en-US" altLang="zh-TW" spc="-1" dirty="0">
              <a:solidFill>
                <a:srgbClr val="3F3F3F"/>
              </a:solidFill>
              <a:uFill>
                <a:solidFill>
                  <a:srgbClr val="FFFFFF"/>
                </a:solidFill>
              </a:uFill>
            </a:endParaRPr>
          </a:p>
          <a:p>
            <a:pPr indent="-228240">
              <a:lnSpc>
                <a:spcPct val="100000"/>
              </a:lnSpc>
              <a:buClr>
                <a:srgbClr val="3F3F3F"/>
              </a:buClr>
              <a:buFont typeface="Arial"/>
              <a:buChar char="•"/>
            </a:pPr>
            <a:r>
              <a:rPr lang="en-US" altLang="zh-TW" spc="-1" dirty="0">
                <a:solidFill>
                  <a:srgbClr val="3F3F3F"/>
                </a:solidFill>
                <a:uFill>
                  <a:solidFill>
                    <a:srgbClr val="FFFFFF"/>
                  </a:solidFill>
                </a:uFill>
              </a:rPr>
              <a:t>Modify </a:t>
            </a:r>
            <a:r>
              <a:rPr lang="en-US" altLang="zh-TW" spc="-1" dirty="0" err="1">
                <a:solidFill>
                  <a:srgbClr val="FF0000"/>
                </a:solidFill>
                <a:uFill>
                  <a:solidFill>
                    <a:srgbClr val="FFFFFF"/>
                  </a:solidFill>
                </a:uFill>
              </a:rPr>
              <a:t>Project.dsc</a:t>
            </a:r>
            <a:endParaRPr lang="en-US" altLang="zh-TW" spc="-1" dirty="0">
              <a:solidFill>
                <a:srgbClr val="3F3F3F"/>
              </a:solidFill>
              <a:uFill>
                <a:solidFill>
                  <a:srgbClr val="FFFFFF"/>
                </a:solidFill>
              </a:uFill>
            </a:endParaRPr>
          </a:p>
          <a:p>
            <a:pPr lvl="1" indent="-228240">
              <a:lnSpc>
                <a:spcPct val="100000"/>
              </a:lnSpc>
              <a:buClr>
                <a:srgbClr val="3F3F3F"/>
              </a:buClr>
              <a:buFont typeface="Arial"/>
              <a:buChar char="•"/>
            </a:pPr>
            <a:r>
              <a:rPr lang="en-US" altLang="zh-TW" sz="2000" spc="-1" dirty="0">
                <a:solidFill>
                  <a:srgbClr val="3F3F3F"/>
                </a:solidFill>
                <a:uFill>
                  <a:solidFill>
                    <a:srgbClr val="FFFFFF"/>
                  </a:solidFill>
                </a:uFill>
              </a:rPr>
              <a:t>If the project just support single flash device:</a:t>
            </a:r>
            <a:endParaRPr lang="en-US" altLang="zh-TW" sz="1800" spc="-1" dirty="0">
              <a:solidFill>
                <a:srgbClr val="3F3F3F"/>
              </a:solidFill>
              <a:uFill>
                <a:solidFill>
                  <a:srgbClr val="FFFFFF"/>
                </a:solidFill>
              </a:uFill>
            </a:endParaRPr>
          </a:p>
          <a:p>
            <a:pPr lvl="2" indent="-228240">
              <a:lnSpc>
                <a:spcPct val="100000"/>
              </a:lnSpc>
              <a:buClr>
                <a:srgbClr val="3F3F3F"/>
              </a:buClr>
              <a:buFont typeface="Arial"/>
              <a:buChar char="•"/>
            </a:pPr>
            <a:r>
              <a:rPr lang="en-US" altLang="zh-TW" spc="-1" dirty="0">
                <a:solidFill>
                  <a:srgbClr val="3F3F3F"/>
                </a:solidFill>
                <a:uFill>
                  <a:solidFill>
                    <a:srgbClr val="FFFFFF"/>
                  </a:solidFill>
                </a:uFill>
              </a:rPr>
              <a:t>gH2OFlashDeviceGuid.</a:t>
            </a:r>
            <a:r>
              <a:rPr lang="en-US" altLang="zh-TW" b="1" spc="-1" dirty="0">
                <a:solidFill>
                  <a:srgbClr val="FF0000"/>
                </a:solidFill>
                <a:uFill>
                  <a:solidFill>
                    <a:srgbClr val="FFFFFF"/>
                  </a:solidFill>
                </a:uFill>
              </a:rPr>
              <a:t>PcdActiveFlashDeviceId</a:t>
            </a:r>
            <a:endParaRPr lang="en-US" altLang="zh-TW" sz="1600" spc="-1" dirty="0">
              <a:solidFill>
                <a:srgbClr val="3F3F3F"/>
              </a:solidFill>
              <a:uFill>
                <a:solidFill>
                  <a:srgbClr val="FFFFFF"/>
                </a:solidFill>
              </a:uFill>
            </a:endParaRPr>
          </a:p>
        </p:txBody>
      </p:sp>
    </p:spTree>
    <p:extLst>
      <p:ext uri="{BB962C8B-B14F-4D97-AF65-F5344CB8AC3E}">
        <p14:creationId xmlns:p14="http://schemas.microsoft.com/office/powerpoint/2010/main" val="2152331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21</a:t>
            </a:fld>
            <a:endParaRPr lang="en-US" dirty="0"/>
          </a:p>
        </p:txBody>
      </p:sp>
    </p:spTree>
    <p:extLst>
      <p:ext uri="{BB962C8B-B14F-4D97-AF65-F5344CB8AC3E}">
        <p14:creationId xmlns:p14="http://schemas.microsoft.com/office/powerpoint/2010/main" val="1394164092"/>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7187</TotalTime>
  <Words>1147</Words>
  <Application>Microsoft Office PowerPoint</Application>
  <PresentationFormat>Widescreen</PresentationFormat>
  <Paragraphs>160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Segoe UI</vt:lpstr>
      <vt:lpstr>2018 Theme</vt:lpstr>
      <vt:lpstr>SPI Flash Parts</vt:lpstr>
      <vt:lpstr>Copyright 2021 Insyde Software Corp., All Rights Reserved.</vt:lpstr>
      <vt:lpstr>Agenda</vt:lpstr>
      <vt:lpstr>Goals &amp; Target Audience</vt:lpstr>
      <vt:lpstr>Goals &amp; Target Audience</vt:lpstr>
      <vt:lpstr>Related Files</vt:lpstr>
      <vt:lpstr>Related Files</vt:lpstr>
      <vt:lpstr>FLASH_DEVICE</vt:lpstr>
      <vt:lpstr>FLASH_DEVICE</vt:lpstr>
      <vt:lpstr>SPI_CONFIG_BLOCK</vt:lpstr>
      <vt:lpstr>H2O_PCD_FLASH_DEVICE &amp; H2O_FLASH_DEVICE</vt:lpstr>
      <vt:lpstr>H2O_FLASH_SPI_DEVICE</vt:lpstr>
      <vt:lpstr>H2O_FLASH_SPI_DEVICE</vt:lpstr>
      <vt:lpstr>H2O_FLASH_SPI_DEVICE</vt:lpstr>
      <vt:lpstr>FlashDeviceLib – Library Instance</vt:lpstr>
      <vt:lpstr>FlashDeviceLib – Library Instance</vt:lpstr>
      <vt:lpstr>PCD Declaration</vt:lpstr>
      <vt:lpstr>PCD Customization</vt:lpstr>
      <vt:lpstr>Customization Steps</vt:lpstr>
      <vt:lpstr>Customization Steps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117</cp:revision>
  <dcterms:created xsi:type="dcterms:W3CDTF">2018-02-02T23:50:52Z</dcterms:created>
  <dcterms:modified xsi:type="dcterms:W3CDTF">2021-03-31T07:05:47Z</dcterms:modified>
</cp:coreProperties>
</file>