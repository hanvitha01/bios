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36"/>
  </p:notesMasterIdLst>
  <p:sldIdLst>
    <p:sldId id="351" r:id="rId2"/>
    <p:sldId id="364" r:id="rId3"/>
    <p:sldId id="365" r:id="rId4"/>
    <p:sldId id="366" r:id="rId5"/>
    <p:sldId id="367" r:id="rId6"/>
    <p:sldId id="368" r:id="rId7"/>
    <p:sldId id="436" r:id="rId8"/>
    <p:sldId id="459" r:id="rId9"/>
    <p:sldId id="460" r:id="rId10"/>
    <p:sldId id="461" r:id="rId11"/>
    <p:sldId id="462" r:id="rId12"/>
    <p:sldId id="463" r:id="rId13"/>
    <p:sldId id="464" r:id="rId14"/>
    <p:sldId id="465" r:id="rId15"/>
    <p:sldId id="466" r:id="rId16"/>
    <p:sldId id="467" r:id="rId17"/>
    <p:sldId id="468" r:id="rId18"/>
    <p:sldId id="469" r:id="rId19"/>
    <p:sldId id="470" r:id="rId20"/>
    <p:sldId id="471" r:id="rId21"/>
    <p:sldId id="472" r:id="rId22"/>
    <p:sldId id="473" r:id="rId23"/>
    <p:sldId id="474" r:id="rId24"/>
    <p:sldId id="475" r:id="rId25"/>
    <p:sldId id="488" r:id="rId26"/>
    <p:sldId id="477" r:id="rId27"/>
    <p:sldId id="479" r:id="rId28"/>
    <p:sldId id="481" r:id="rId29"/>
    <p:sldId id="482" r:id="rId30"/>
    <p:sldId id="483" r:id="rId31"/>
    <p:sldId id="484" r:id="rId32"/>
    <p:sldId id="485" r:id="rId33"/>
    <p:sldId id="486" r:id="rId34"/>
    <p:sldId id="487"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83" d="100"/>
          <a:sy n="83" d="100"/>
        </p:scale>
        <p:origin x="114" y="6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5/16/2022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5/16/2022</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Flash Map</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13140982"/>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Goals &amp; Target Audience</a:t>
            </a:r>
            <a:endParaRPr lang="en-US" altLang="zh-TW" sz="2800" b="0" strike="noStrike" spc="-1" dirty="0">
              <a:solidFill>
                <a:srgbClr val="3F3F3F"/>
              </a:solidFill>
              <a:latin typeface="Segoe UI"/>
            </a:endParaRPr>
          </a:p>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Flash Description File</a:t>
            </a:r>
            <a:endParaRPr lang="en-US" altLang="zh-TW" sz="2800" b="0" strike="noStrike" spc="-1" dirty="0">
              <a:solidFill>
                <a:srgbClr val="3F3F3F"/>
              </a:solidFill>
              <a:latin typeface="Segoe UI"/>
            </a:endParaRPr>
          </a:p>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How to Adjust Flash Layout</a:t>
            </a:r>
            <a:endParaRPr lang="en-US" altLang="zh-TW" sz="2800" b="0" strike="noStrike" spc="-1" dirty="0">
              <a:solidFill>
                <a:srgbClr val="3F3F3F"/>
              </a:solidFill>
              <a:latin typeface="Segoe UI"/>
            </a:endParaRPr>
          </a:p>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How to Change Execution Order</a:t>
            </a:r>
            <a:endParaRPr lang="en-US" altLang="zh-TW" sz="2800" b="0" strike="noStrike" spc="-1" dirty="0">
              <a:solidFill>
                <a:srgbClr val="3F3F3F"/>
              </a:solidFill>
              <a:latin typeface="Segoe UI"/>
            </a:endParaRPr>
          </a:p>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How to Disable Module</a:t>
            </a:r>
            <a:endParaRPr lang="en-US" altLang="zh-TW" sz="2800" b="0" strike="noStrike" spc="-1" dirty="0">
              <a:solidFill>
                <a:srgbClr val="3F3F3F"/>
              </a:solidFill>
              <a:latin typeface="Segoe UI"/>
            </a:endParaRPr>
          </a:p>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Build Report</a:t>
            </a:r>
            <a:endParaRPr lang="en-US" altLang="zh-TW" sz="2800" b="0" strike="noStrike" spc="-1" dirty="0">
              <a:solidFill>
                <a:srgbClr val="3F3F3F"/>
              </a:solidFill>
              <a:latin typeface="Segoe UI"/>
            </a:endParaRP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130341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3954175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8240">
              <a:lnSpc>
                <a:spcPct val="90000"/>
              </a:lnSpc>
              <a:spcBef>
                <a:spcPts val="1001"/>
              </a:spcBef>
              <a:buClr>
                <a:srgbClr val="3F3F3F"/>
              </a:buClr>
              <a:buFont typeface="Arial"/>
              <a:buChar char="•"/>
            </a:pPr>
            <a:r>
              <a:rPr lang="en-US" altLang="zh-TW" sz="2800" b="1" strike="noStrike" spc="-1" dirty="0">
                <a:solidFill>
                  <a:srgbClr val="3F3F3F"/>
                </a:solidFill>
                <a:latin typeface="Segoe UI"/>
              </a:rPr>
              <a:t>Target Audience:</a:t>
            </a:r>
            <a:endParaRPr lang="en-US" altLang="zh-TW" sz="2800" b="0" strike="noStrike" spc="-1" dirty="0">
              <a:solidFill>
                <a:srgbClr val="3F3F3F"/>
              </a:solidFill>
              <a:latin typeface="Segoe UI"/>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BIOS developers who use InsydeH2O 5.4 (EDK II) to create their firmware products.</a:t>
            </a:r>
          </a:p>
          <a:p>
            <a:pPr>
              <a:lnSpc>
                <a:spcPct val="90000"/>
              </a:lnSpc>
              <a:spcBef>
                <a:spcPts val="1001"/>
              </a:spcBef>
            </a:pPr>
            <a:endParaRPr lang="en-US" altLang="zh-TW" sz="2400" b="0" strike="noStrike" spc="-1" dirty="0">
              <a:solidFill>
                <a:srgbClr val="3F3F3F"/>
              </a:solidFill>
              <a:latin typeface="Segoe UI"/>
            </a:endParaRPr>
          </a:p>
          <a:p>
            <a:pPr marL="228600" indent="-228240">
              <a:lnSpc>
                <a:spcPct val="90000"/>
              </a:lnSpc>
              <a:spcBef>
                <a:spcPts val="1001"/>
              </a:spcBef>
              <a:buClr>
                <a:srgbClr val="3F3F3F"/>
              </a:buClr>
              <a:buFont typeface="Arial"/>
              <a:buChar char="•"/>
            </a:pPr>
            <a:r>
              <a:rPr lang="en-US" altLang="zh-TW" sz="2800" b="1" strike="noStrike" spc="-1" dirty="0">
                <a:solidFill>
                  <a:srgbClr val="3F3F3F"/>
                </a:solidFill>
                <a:latin typeface="Segoe UI"/>
              </a:rPr>
              <a:t>Goals:</a:t>
            </a:r>
            <a:endParaRPr lang="en-US" altLang="zh-TW" sz="2800" b="0" strike="noStrike" spc="-1" dirty="0">
              <a:solidFill>
                <a:srgbClr val="3F3F3F"/>
              </a:solidFill>
              <a:latin typeface="Segoe UI"/>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Know how to modify Flash Map in InsydeH2O 5.4.</a:t>
            </a: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Know how to change the execution order of modules</a:t>
            </a:r>
          </a:p>
          <a:p>
            <a:pPr>
              <a:lnSpc>
                <a:spcPct val="90000"/>
              </a:lnSpc>
              <a:spcBef>
                <a:spcPts val="1001"/>
              </a:spcBef>
            </a:pPr>
            <a:endParaRPr lang="en-US" altLang="zh-TW" sz="2400" b="0" strike="noStrike" spc="-1" dirty="0">
              <a:solidFill>
                <a:srgbClr val="3F3F3F"/>
              </a:solidFill>
              <a:latin typeface="Segoe UI"/>
            </a:endParaRPr>
          </a:p>
          <a:p>
            <a:pPr marL="228600" indent="-228240">
              <a:lnSpc>
                <a:spcPct val="90000"/>
              </a:lnSpc>
              <a:spcBef>
                <a:spcPts val="1001"/>
              </a:spcBef>
              <a:buClr>
                <a:srgbClr val="3F3F3F"/>
              </a:buClr>
              <a:buFont typeface="Arial"/>
              <a:buChar char="•"/>
            </a:pPr>
            <a:r>
              <a:rPr lang="en-US" altLang="zh-TW" sz="2800" b="1" strike="noStrike" spc="-1" dirty="0">
                <a:solidFill>
                  <a:srgbClr val="3F3F3F"/>
                </a:solidFill>
                <a:latin typeface="Segoe UI"/>
              </a:rPr>
              <a:t>Requirements:</a:t>
            </a:r>
            <a:endParaRPr lang="en-US" altLang="zh-TW" sz="2800" b="0" strike="noStrike" spc="-1" dirty="0">
              <a:solidFill>
                <a:srgbClr val="3F3F3F"/>
              </a:solidFill>
              <a:latin typeface="Segoe UI"/>
            </a:endParaRPr>
          </a:p>
          <a:p>
            <a:pPr marL="685800" lvl="1" indent="-228240">
              <a:lnSpc>
                <a:spcPct val="90000"/>
              </a:lnSpc>
              <a:spcBef>
                <a:spcPts val="499"/>
              </a:spcBef>
              <a:buClr>
                <a:srgbClr val="3F3F3F"/>
              </a:buClr>
              <a:buFont typeface="Arial"/>
              <a:buChar char="•"/>
            </a:pPr>
            <a:r>
              <a:rPr lang="en-US" altLang="zh-TW" sz="2400" b="0" strike="noStrike" spc="-1" dirty="0">
                <a:solidFill>
                  <a:srgbClr val="3F3F3F"/>
                </a:solidFill>
                <a:latin typeface="Segoe UI"/>
              </a:rPr>
              <a:t>InsydeH2O 5.4 source code</a:t>
            </a: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Flash Description File</a:t>
            </a:r>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latin typeface="Segoe UI"/>
                <a:ea typeface="新細明體"/>
              </a:rPr>
              <a:t>[FD]</a:t>
            </a:r>
            <a:endParaRPr lang="en-US" altLang="zh-TW" sz="2800" b="0" strike="noStrike" spc="-1" dirty="0">
              <a:solidFill>
                <a:srgbClr val="3F3F3F"/>
              </a:solidFill>
              <a:latin typeface="Segoe UI"/>
            </a:endParaRPr>
          </a:p>
          <a:p>
            <a:pPr marL="228600" indent="-227520">
              <a:lnSpc>
                <a:spcPct val="100000"/>
              </a:lnSpc>
              <a:spcBef>
                <a:spcPts val="1001"/>
              </a:spcBef>
              <a:buClr>
                <a:srgbClr val="262626"/>
              </a:buClr>
              <a:buFont typeface="Arial"/>
              <a:buChar char="•"/>
            </a:pPr>
            <a:r>
              <a:rPr lang="en-US" altLang="zh-TW" sz="2800" b="0" strike="noStrike" spc="-1" dirty="0">
                <a:solidFill>
                  <a:srgbClr val="262626"/>
                </a:solidFill>
                <a:latin typeface="Segoe UI"/>
                <a:ea typeface="新細明體"/>
              </a:rPr>
              <a:t>[FV]</a:t>
            </a:r>
            <a:endParaRPr lang="en-US" altLang="zh-TW" sz="2800" b="0" strike="noStrike" spc="-1" dirty="0">
              <a:solidFill>
                <a:srgbClr val="3F3F3F"/>
              </a:solidFill>
              <a:latin typeface="Segoe UI"/>
            </a:endParaRPr>
          </a:p>
          <a:p>
            <a:pPr marL="228600" indent="-227520">
              <a:lnSpc>
                <a:spcPct val="100000"/>
              </a:lnSpc>
              <a:spcBef>
                <a:spcPts val="1001"/>
              </a:spcBef>
              <a:buClr>
                <a:srgbClr val="262626"/>
              </a:buClr>
              <a:buFont typeface="Arial"/>
              <a:buChar char="•"/>
            </a:pPr>
            <a:r>
              <a:rPr lang="en-US" altLang="zh-TW" sz="2800" b="0" strike="noStrike" spc="-1" dirty="0">
                <a:solidFill>
                  <a:srgbClr val="262626"/>
                </a:solidFill>
                <a:latin typeface="Segoe UI"/>
                <a:ea typeface="新細明體"/>
              </a:rPr>
              <a:t>[Capsule]</a:t>
            </a:r>
            <a:endParaRPr lang="en-US" altLang="zh-TW" sz="2800" b="0" strike="noStrike" spc="-1" dirty="0">
              <a:solidFill>
                <a:srgbClr val="3F3F3F"/>
              </a:solidFill>
              <a:latin typeface="Segoe UI"/>
            </a:endParaRPr>
          </a:p>
          <a:p>
            <a:pPr marL="228600" indent="-227520">
              <a:lnSpc>
                <a:spcPct val="100000"/>
              </a:lnSpc>
              <a:spcBef>
                <a:spcPts val="1001"/>
              </a:spcBef>
              <a:buClr>
                <a:srgbClr val="262626"/>
              </a:buClr>
              <a:buFont typeface="Arial"/>
              <a:buChar char="•"/>
            </a:pPr>
            <a:r>
              <a:rPr lang="en-US" altLang="zh-TW" sz="2800" b="0" strike="noStrike" spc="-1" dirty="0">
                <a:solidFill>
                  <a:srgbClr val="262626"/>
                </a:solidFill>
                <a:latin typeface="Segoe UI"/>
                <a:ea typeface="新細明體"/>
              </a:rPr>
              <a:t>[VTF]</a:t>
            </a:r>
            <a:endParaRPr lang="en-US" altLang="zh-TW" sz="2800" b="0" strike="noStrike" spc="-1" dirty="0">
              <a:solidFill>
                <a:srgbClr val="3F3F3F"/>
              </a:solidFill>
              <a:latin typeface="Segoe UI"/>
            </a:endParaRPr>
          </a:p>
          <a:p>
            <a:pPr marL="228600" indent="-227520">
              <a:lnSpc>
                <a:spcPct val="100000"/>
              </a:lnSpc>
              <a:spcBef>
                <a:spcPts val="1001"/>
              </a:spcBef>
              <a:buClr>
                <a:srgbClr val="262626"/>
              </a:buClr>
              <a:buFont typeface="Arial"/>
              <a:buChar char="•"/>
            </a:pPr>
            <a:r>
              <a:rPr lang="en-US" altLang="zh-TW" sz="2800" b="0" strike="noStrike" spc="-1" dirty="0">
                <a:solidFill>
                  <a:srgbClr val="262626"/>
                </a:solidFill>
                <a:latin typeface="Segoe UI"/>
                <a:ea typeface="新細明體"/>
              </a:rPr>
              <a:t>[Rule]</a:t>
            </a:r>
            <a:endParaRPr lang="en-US" altLang="zh-TW" sz="2800" b="0" strike="noStrike" spc="-1" dirty="0">
              <a:solidFill>
                <a:srgbClr val="3F3F3F"/>
              </a:solidFill>
              <a:latin typeface="Segoe UI"/>
            </a:endParaRPr>
          </a:p>
          <a:p>
            <a:pPr marL="228600" indent="-227520">
              <a:lnSpc>
                <a:spcPct val="100000"/>
              </a:lnSpc>
              <a:spcBef>
                <a:spcPts val="1001"/>
              </a:spcBef>
              <a:buClr>
                <a:srgbClr val="262626"/>
              </a:buClr>
              <a:buFont typeface="Arial"/>
              <a:buChar char="•"/>
            </a:pPr>
            <a:r>
              <a:rPr lang="en-US" altLang="zh-TW" sz="2800" b="0" strike="noStrike" spc="-1" dirty="0">
                <a:solidFill>
                  <a:srgbClr val="262626"/>
                </a:solidFill>
                <a:latin typeface="Segoe UI"/>
                <a:ea typeface="新細明體"/>
              </a:rPr>
              <a:t>[</a:t>
            </a:r>
            <a:r>
              <a:rPr lang="en-US" altLang="zh-TW" sz="2800" b="0" strike="noStrike" spc="-1" dirty="0" err="1">
                <a:solidFill>
                  <a:srgbClr val="262626"/>
                </a:solidFill>
                <a:latin typeface="Segoe UI"/>
                <a:ea typeface="新細明體"/>
              </a:rPr>
              <a:t>OptionRom</a:t>
            </a:r>
            <a:r>
              <a:rPr lang="en-US" altLang="zh-TW" sz="2800" b="0" strike="noStrike" spc="-1" dirty="0">
                <a:solidFill>
                  <a:srgbClr val="262626"/>
                </a:solidFill>
                <a:latin typeface="Segoe UI"/>
                <a:ea typeface="新細明體"/>
              </a:rPr>
              <a:t>]</a:t>
            </a:r>
            <a:endParaRPr lang="en-US" altLang="zh-TW" sz="2800" b="0" strike="noStrike" spc="-1" dirty="0">
              <a:solidFill>
                <a:srgbClr val="3F3F3F"/>
              </a:solidFill>
              <a:latin typeface="Segoe UI"/>
            </a:endParaRPr>
          </a:p>
          <a:p>
            <a:pPr marL="228600" indent="-227520">
              <a:lnSpc>
                <a:spcPct val="100000"/>
              </a:lnSpc>
              <a:spcBef>
                <a:spcPts val="1001"/>
              </a:spcBef>
              <a:buClr>
                <a:srgbClr val="808080"/>
              </a:buClr>
              <a:buFont typeface="Arial"/>
              <a:buChar char="•"/>
            </a:pPr>
            <a:r>
              <a:rPr lang="en-US" altLang="zh-TW" sz="2800" b="0" strike="noStrike" spc="-1" dirty="0">
                <a:solidFill>
                  <a:srgbClr val="808080"/>
                </a:solidFill>
                <a:latin typeface="Segoe UI"/>
                <a:ea typeface="新細明體"/>
              </a:rPr>
              <a:t>[</a:t>
            </a:r>
            <a:r>
              <a:rPr lang="en-US" altLang="zh-TW" sz="2800" b="0" strike="noStrike" spc="-1" dirty="0" err="1">
                <a:solidFill>
                  <a:srgbClr val="808080"/>
                </a:solidFill>
                <a:latin typeface="Segoe UI"/>
                <a:ea typeface="新細明體"/>
              </a:rPr>
              <a:t>UserExtensions</a:t>
            </a:r>
            <a:r>
              <a:rPr lang="en-US" altLang="zh-TW" sz="2800" b="0" strike="noStrike" spc="-1" dirty="0">
                <a:solidFill>
                  <a:srgbClr val="808080"/>
                </a:solidFill>
                <a:latin typeface="Segoe UI"/>
                <a:ea typeface="新細明體"/>
              </a:rPr>
              <a:t>]</a:t>
            </a:r>
            <a:endParaRPr lang="en-US" altLang="zh-TW" sz="2800" b="0" strike="noStrike" spc="-1" dirty="0">
              <a:solidFill>
                <a:srgbClr val="3F3F3F"/>
              </a:solidFill>
              <a:latin typeface="Segoe UI"/>
            </a:endParaRPr>
          </a:p>
        </p:txBody>
      </p:sp>
    </p:spTree>
    <p:extLst>
      <p:ext uri="{BB962C8B-B14F-4D97-AF65-F5344CB8AC3E}">
        <p14:creationId xmlns:p14="http://schemas.microsoft.com/office/powerpoint/2010/main" val="3695652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ea typeface="新細明體"/>
              </a:rPr>
              <a:t>[FD]</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[FD] sections are made up of the definition statements and a description of what goes into the Flash Device Image.</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section header format is </a:t>
            </a:r>
            <a:r>
              <a:rPr lang="en-US" altLang="zh-TW" sz="2400" b="1" strike="noStrike" spc="-1" dirty="0">
                <a:solidFill>
                  <a:srgbClr val="EE6F31"/>
                </a:solidFill>
                <a:ea typeface="新細明體"/>
              </a:rPr>
              <a:t>[</a:t>
            </a:r>
            <a:r>
              <a:rPr lang="en-US" altLang="zh-TW" sz="2400" b="1" strike="noStrike" spc="-1" dirty="0" err="1">
                <a:solidFill>
                  <a:srgbClr val="EE6F31"/>
                </a:solidFill>
                <a:ea typeface="新細明體"/>
              </a:rPr>
              <a:t>FD.FdUiName</a:t>
            </a:r>
            <a:r>
              <a:rPr lang="en-US" altLang="zh-TW" sz="2400" b="1" strike="noStrike" spc="-1" dirty="0">
                <a:solidFill>
                  <a:srgbClr val="EE6F31"/>
                </a:solidFill>
                <a:ea typeface="新細明體"/>
              </a:rPr>
              <a:t>]</a:t>
            </a:r>
            <a:r>
              <a:rPr lang="en-US" altLang="zh-TW" sz="2400" b="0" strike="noStrike" spc="-1" dirty="0">
                <a:solidFill>
                  <a:srgbClr val="3F3F3F"/>
                </a:solidFill>
                <a:ea typeface="新細明體"/>
              </a:rPr>
              <a:t> where the </a:t>
            </a:r>
            <a:r>
              <a:rPr lang="en-US" altLang="zh-TW" sz="2400" b="0" strike="noStrike" spc="-1" dirty="0" err="1">
                <a:solidFill>
                  <a:srgbClr val="3F3F3F"/>
                </a:solidFill>
                <a:ea typeface="新細明體"/>
              </a:rPr>
              <a:t>FdUiName</a:t>
            </a:r>
            <a:r>
              <a:rPr lang="en-US" altLang="zh-TW" sz="2400" b="0" strike="noStrike" spc="-1" dirty="0">
                <a:solidFill>
                  <a:srgbClr val="3F3F3F"/>
                </a:solidFill>
                <a:ea typeface="新細明體"/>
              </a:rPr>
              <a:t> can be any value defined by the user.</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1" strike="noStrike" spc="-1" dirty="0">
                <a:solidFill>
                  <a:srgbClr val="3F3F3F"/>
                </a:solidFill>
                <a:ea typeface="新細明體"/>
              </a:rPr>
              <a:t>FD TOKEN Statements</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1" strike="noStrike" spc="-1" dirty="0">
                <a:solidFill>
                  <a:srgbClr val="3F3F3F"/>
                </a:solidFill>
                <a:ea typeface="新細明體"/>
              </a:rPr>
              <a:t>FD Region Layout</a:t>
            </a:r>
            <a:endParaRPr lang="en-US" altLang="zh-TW" sz="2400" b="0" strike="noStrike" spc="-1" dirty="0">
              <a:solidFill>
                <a:srgbClr val="3F3F3F"/>
              </a:solidFill>
            </a:endParaRPr>
          </a:p>
        </p:txBody>
      </p:sp>
    </p:spTree>
    <p:extLst>
      <p:ext uri="{BB962C8B-B14F-4D97-AF65-F5344CB8AC3E}">
        <p14:creationId xmlns:p14="http://schemas.microsoft.com/office/powerpoint/2010/main" val="2155591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ea typeface="新細明體"/>
              </a:rPr>
              <a:t>[FD] – TOKEN Statements</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There are five valid Token names:</a:t>
            </a:r>
            <a:endParaRPr lang="en-US" altLang="zh-TW" sz="2400" b="0" strike="noStrike" spc="-1" dirty="0">
              <a:solidFill>
                <a:srgbClr val="3F3F3F"/>
              </a:solidFill>
            </a:endParaRPr>
          </a:p>
          <a:p>
            <a:pPr marL="1143000" lvl="2" indent="-227520">
              <a:lnSpc>
                <a:spcPct val="100000"/>
              </a:lnSpc>
              <a:spcBef>
                <a:spcPts val="499"/>
              </a:spcBef>
              <a:buClr>
                <a:srgbClr val="3F3F3F"/>
              </a:buClr>
              <a:buFont typeface="Arial"/>
              <a:buChar char="•"/>
            </a:pPr>
            <a:r>
              <a:rPr lang="en-US" altLang="zh-TW" sz="1600" b="1" strike="noStrike" spc="-1" dirty="0" err="1">
                <a:solidFill>
                  <a:srgbClr val="0070C0"/>
                </a:solidFill>
                <a:ea typeface="新細明體"/>
              </a:rPr>
              <a:t>BaseAddress</a:t>
            </a:r>
            <a:r>
              <a:rPr lang="en-US" altLang="zh-TW" sz="1600" b="1" strike="noStrike" spc="-1" dirty="0">
                <a:solidFill>
                  <a:srgbClr val="0070C0"/>
                </a:solidFill>
                <a:ea typeface="新細明體"/>
              </a:rPr>
              <a:t>: </a:t>
            </a:r>
            <a:r>
              <a:rPr lang="en-US" altLang="zh-TW" sz="1600" b="0" strike="noStrike" spc="-1" dirty="0">
                <a:solidFill>
                  <a:srgbClr val="3F3F3F"/>
                </a:solidFill>
                <a:ea typeface="新細明體"/>
              </a:rPr>
              <a:t>The base address of the FLASH Device.</a:t>
            </a:r>
            <a:endParaRPr lang="en-US" altLang="zh-TW" sz="1600" b="0" strike="noStrike" spc="-1" dirty="0">
              <a:solidFill>
                <a:srgbClr val="3F3F3F"/>
              </a:solidFill>
            </a:endParaRPr>
          </a:p>
          <a:p>
            <a:pPr marL="1143000" lvl="2" indent="-227520">
              <a:lnSpc>
                <a:spcPct val="100000"/>
              </a:lnSpc>
              <a:spcBef>
                <a:spcPts val="499"/>
              </a:spcBef>
              <a:buClr>
                <a:srgbClr val="3F3F3F"/>
              </a:buClr>
              <a:buFont typeface="Arial"/>
              <a:buChar char="•"/>
            </a:pPr>
            <a:r>
              <a:rPr lang="en-US" altLang="zh-TW" sz="1600" b="1" strike="noStrike" spc="-1" dirty="0">
                <a:solidFill>
                  <a:srgbClr val="0070C0"/>
                </a:solidFill>
                <a:ea typeface="新細明體"/>
              </a:rPr>
              <a:t>Size: </a:t>
            </a:r>
            <a:r>
              <a:rPr lang="en-US" altLang="zh-TW" sz="1600" b="0" strike="noStrike" spc="-1" dirty="0">
                <a:solidFill>
                  <a:srgbClr val="3F3F3F"/>
                </a:solidFill>
                <a:ea typeface="新細明體"/>
              </a:rPr>
              <a:t>The size in bytes of the FLASH Device.</a:t>
            </a:r>
            <a:endParaRPr lang="en-US" altLang="zh-TW" sz="1600" b="0" strike="noStrike" spc="-1" dirty="0">
              <a:solidFill>
                <a:srgbClr val="3F3F3F"/>
              </a:solidFill>
            </a:endParaRPr>
          </a:p>
          <a:p>
            <a:pPr marL="1143000" lvl="2" indent="-227520">
              <a:lnSpc>
                <a:spcPct val="100000"/>
              </a:lnSpc>
              <a:spcBef>
                <a:spcPts val="499"/>
              </a:spcBef>
              <a:buClr>
                <a:srgbClr val="3F3F3F"/>
              </a:buClr>
              <a:buFont typeface="Arial"/>
              <a:buChar char="•"/>
            </a:pPr>
            <a:r>
              <a:rPr lang="en-US" altLang="zh-TW" sz="1600" b="1" strike="noStrike" spc="-1" dirty="0" err="1">
                <a:solidFill>
                  <a:srgbClr val="0070C0"/>
                </a:solidFill>
                <a:ea typeface="新細明體"/>
              </a:rPr>
              <a:t>ErasePolarity</a:t>
            </a:r>
            <a:r>
              <a:rPr lang="en-US" altLang="zh-TW" sz="1600" b="1" strike="noStrike" spc="-1" dirty="0">
                <a:solidFill>
                  <a:srgbClr val="0070C0"/>
                </a:solidFill>
                <a:ea typeface="新細明體"/>
              </a:rPr>
              <a:t>: </a:t>
            </a:r>
            <a:r>
              <a:rPr lang="en-US" altLang="zh-TW" sz="1600" b="0" strike="noStrike" spc="-1" dirty="0">
                <a:solidFill>
                  <a:srgbClr val="3F3F3F"/>
                </a:solidFill>
                <a:ea typeface="新細明體"/>
              </a:rPr>
              <a:t>Either 0 or 1, depending on the erase polarity of the Flash Device.</a:t>
            </a:r>
            <a:endParaRPr lang="en-US" altLang="zh-TW" sz="1600" b="0" strike="noStrike" spc="-1" dirty="0">
              <a:solidFill>
                <a:srgbClr val="3F3F3F"/>
              </a:solidFill>
            </a:endParaRPr>
          </a:p>
          <a:p>
            <a:pPr marL="1143000" lvl="2" indent="-227520">
              <a:lnSpc>
                <a:spcPct val="100000"/>
              </a:lnSpc>
              <a:spcBef>
                <a:spcPts val="499"/>
              </a:spcBef>
              <a:buClr>
                <a:srgbClr val="3F3F3F"/>
              </a:buClr>
              <a:buFont typeface="Arial"/>
              <a:buChar char="•"/>
            </a:pPr>
            <a:r>
              <a:rPr lang="en-US" altLang="zh-TW" sz="1600" b="1" strike="noStrike" spc="-1" dirty="0" err="1">
                <a:solidFill>
                  <a:srgbClr val="0070C0"/>
                </a:solidFill>
                <a:ea typeface="新細明體"/>
              </a:rPr>
              <a:t>BlockSize</a:t>
            </a:r>
            <a:r>
              <a:rPr lang="en-US" altLang="zh-TW" sz="1600" b="1" strike="noStrike" spc="-1" dirty="0">
                <a:solidFill>
                  <a:srgbClr val="0070C0"/>
                </a:solidFill>
                <a:ea typeface="新細明體"/>
              </a:rPr>
              <a:t>: </a:t>
            </a:r>
            <a:r>
              <a:rPr lang="en-US" altLang="zh-TW" sz="1600" b="0" strike="noStrike" spc="-1" dirty="0">
                <a:solidFill>
                  <a:srgbClr val="3F3F3F"/>
                </a:solidFill>
                <a:ea typeface="新細明體"/>
              </a:rPr>
              <a:t>One or More - Size of a block, optionally followed by number of blocks.</a:t>
            </a:r>
            <a:endParaRPr lang="en-US" altLang="zh-TW" sz="1600" b="0" strike="noStrike" spc="-1" dirty="0">
              <a:solidFill>
                <a:srgbClr val="3F3F3F"/>
              </a:solidFill>
            </a:endParaRPr>
          </a:p>
          <a:p>
            <a:pPr marL="1143000" lvl="2" indent="-227520">
              <a:lnSpc>
                <a:spcPct val="100000"/>
              </a:lnSpc>
              <a:spcBef>
                <a:spcPts val="499"/>
              </a:spcBef>
              <a:buClr>
                <a:srgbClr val="3F3F3F"/>
              </a:buClr>
              <a:buFont typeface="Arial"/>
              <a:buChar char="•"/>
            </a:pPr>
            <a:r>
              <a:rPr lang="en-US" altLang="zh-TW" sz="1600" b="1" strike="noStrike" spc="-1" dirty="0" err="1">
                <a:solidFill>
                  <a:srgbClr val="0070C0"/>
                </a:solidFill>
                <a:ea typeface="新細明體"/>
              </a:rPr>
              <a:t>NumBlocks</a:t>
            </a:r>
            <a:r>
              <a:rPr lang="en-US" altLang="zh-TW" sz="1600" b="1" strike="noStrike" spc="-1" dirty="0">
                <a:solidFill>
                  <a:srgbClr val="0070C0"/>
                </a:solidFill>
                <a:ea typeface="新細明體"/>
              </a:rPr>
              <a:t>: </a:t>
            </a:r>
            <a:r>
              <a:rPr lang="en-US" altLang="zh-TW" sz="1600" b="0" strike="noStrike" spc="-1" dirty="0">
                <a:solidFill>
                  <a:srgbClr val="3F3F3F"/>
                </a:solidFill>
                <a:ea typeface="新細明體"/>
              </a:rPr>
              <a:t>Zero or one - The number of continuous blocks of size, </a:t>
            </a:r>
            <a:r>
              <a:rPr lang="en-US" altLang="zh-TW" sz="1600" b="0" strike="noStrike" spc="-1" dirty="0" err="1">
                <a:solidFill>
                  <a:srgbClr val="3F3F3F"/>
                </a:solidFill>
                <a:ea typeface="新細明體"/>
              </a:rPr>
              <a:t>BlockSize</a:t>
            </a:r>
            <a:r>
              <a:rPr lang="en-US" altLang="zh-TW" sz="1600" b="0" strike="noStrike" spc="-1" dirty="0">
                <a:solidFill>
                  <a:srgbClr val="3F3F3F"/>
                </a:solidFill>
                <a:ea typeface="新細明體"/>
              </a:rPr>
              <a:t>. If </a:t>
            </a:r>
            <a:r>
              <a:rPr lang="en-US" altLang="zh-TW" sz="1600" b="0" strike="noStrike" spc="-1" dirty="0" err="1">
                <a:solidFill>
                  <a:srgbClr val="3F3F3F"/>
                </a:solidFill>
                <a:ea typeface="新細明體"/>
              </a:rPr>
              <a:t>NumBlocks</a:t>
            </a:r>
            <a:r>
              <a:rPr lang="en-US" altLang="zh-TW" sz="1600" b="0" strike="noStrike" spc="-1" dirty="0">
                <a:solidFill>
                  <a:srgbClr val="3F3F3F"/>
                </a:solidFill>
                <a:ea typeface="新細明體"/>
              </a:rPr>
              <a:t> is not present, the number of blocks defaults to 1.</a:t>
            </a:r>
            <a:endParaRPr lang="en-US" altLang="zh-TW" sz="1600" b="0" strike="noStrike" spc="-1" dirty="0">
              <a:solidFill>
                <a:srgbClr val="3F3F3F"/>
              </a:solidFill>
            </a:endParaRPr>
          </a:p>
          <a:p>
            <a:pPr marL="1143000" lvl="2" indent="-227520">
              <a:lnSpc>
                <a:spcPct val="100000"/>
              </a:lnSpc>
              <a:spcBef>
                <a:spcPts val="499"/>
              </a:spcBef>
              <a:buClr>
                <a:srgbClr val="262626"/>
              </a:buClr>
              <a:buFont typeface="Arial"/>
              <a:buChar char="•"/>
            </a:pPr>
            <a:r>
              <a:rPr lang="en-US" altLang="zh-TW" sz="1600" b="1" strike="noStrike" spc="-1" dirty="0">
                <a:solidFill>
                  <a:srgbClr val="0070C0"/>
                </a:solidFill>
                <a:ea typeface="新細明體"/>
              </a:rPr>
              <a:t>Layout:</a:t>
            </a:r>
            <a:r>
              <a:rPr lang="en-US" altLang="zh-TW" sz="1600" b="0" strike="noStrike" spc="-1" dirty="0">
                <a:solidFill>
                  <a:srgbClr val="000000"/>
                </a:solidFill>
                <a:ea typeface="新細明體"/>
              </a:rPr>
              <a:t> </a:t>
            </a:r>
            <a:r>
              <a:rPr lang="en-US" altLang="zh-TW" sz="1600" b="0" strike="noStrike" spc="-1" dirty="0">
                <a:solidFill>
                  <a:srgbClr val="3F3F3F"/>
                </a:solidFill>
                <a:ea typeface="新細明體"/>
              </a:rPr>
              <a:t>Specifies the layout policy to use. Valid value are: </a:t>
            </a:r>
            <a:r>
              <a:rPr lang="en-US" altLang="zh-TW" sz="1600" b="0" strike="noStrike" spc="-1" dirty="0">
                <a:solidFill>
                  <a:srgbClr val="0070C0"/>
                </a:solidFill>
                <a:ea typeface="新細明體"/>
              </a:rPr>
              <a:t>Default</a:t>
            </a:r>
            <a:r>
              <a:rPr lang="en-US" altLang="zh-TW" sz="1600" b="0" strike="noStrike" spc="-1" dirty="0">
                <a:solidFill>
                  <a:srgbClr val="3F3F3F"/>
                </a:solidFill>
                <a:ea typeface="新細明體"/>
              </a:rPr>
              <a:t>, </a:t>
            </a:r>
            <a:r>
              <a:rPr lang="en-US" altLang="zh-TW" sz="1600" b="0" strike="noStrike" spc="-1" dirty="0" err="1">
                <a:solidFill>
                  <a:srgbClr val="0070C0"/>
                </a:solidFill>
                <a:ea typeface="新細明體"/>
              </a:rPr>
              <a:t>PackUp</a:t>
            </a:r>
            <a:r>
              <a:rPr lang="en-US" altLang="zh-TW" sz="1600" b="0" strike="noStrike" spc="-1" dirty="0">
                <a:solidFill>
                  <a:srgbClr val="3F3F3F"/>
                </a:solidFill>
                <a:ea typeface="新細明體"/>
              </a:rPr>
              <a:t>, </a:t>
            </a:r>
            <a:r>
              <a:rPr lang="en-US" altLang="zh-TW" sz="1600" b="0" strike="noStrike" spc="-1" dirty="0" err="1">
                <a:solidFill>
                  <a:srgbClr val="0070C0"/>
                </a:solidFill>
                <a:ea typeface="新細明體"/>
              </a:rPr>
              <a:t>PackDown</a:t>
            </a:r>
            <a:r>
              <a:rPr lang="en-US" altLang="zh-TW" sz="1600" b="0" strike="noStrike" spc="-1" dirty="0">
                <a:solidFill>
                  <a:srgbClr val="3F3F3F"/>
                </a:solidFill>
                <a:ea typeface="新細明體"/>
              </a:rPr>
              <a:t> and </a:t>
            </a:r>
            <a:r>
              <a:rPr lang="en-US" altLang="zh-TW" sz="1600" b="0" strike="noStrike" spc="-1" dirty="0">
                <a:solidFill>
                  <a:srgbClr val="0070C0"/>
                </a:solidFill>
                <a:ea typeface="新細明體"/>
              </a:rPr>
              <a:t>Report</a:t>
            </a:r>
            <a:r>
              <a:rPr lang="en-US" altLang="zh-TW" sz="1600" b="0" strike="noStrike" spc="-1" dirty="0">
                <a:solidFill>
                  <a:srgbClr val="3F3F3F"/>
                </a:solidFill>
                <a:ea typeface="新細明體"/>
              </a:rPr>
              <a:t>.</a:t>
            </a:r>
            <a:endParaRPr lang="en-US" altLang="zh-TW" sz="1600" b="0" strike="noStrike" spc="-1" dirty="0">
              <a:solidFill>
                <a:srgbClr val="3F3F3F"/>
              </a:solidFill>
            </a:endParaRPr>
          </a:p>
        </p:txBody>
      </p:sp>
      <p:pic>
        <p:nvPicPr>
          <p:cNvPr id="4" name="圖片 3">
            <a:extLst>
              <a:ext uri="{FF2B5EF4-FFF2-40B4-BE49-F238E27FC236}">
                <a16:creationId xmlns:a16="http://schemas.microsoft.com/office/drawing/2014/main" id="{7ADA397D-C19D-4754-ACC2-1AC5690C5B08}"/>
              </a:ext>
            </a:extLst>
          </p:cNvPr>
          <p:cNvPicPr>
            <a:picLocks noChangeAspect="1"/>
          </p:cNvPicPr>
          <p:nvPr/>
        </p:nvPicPr>
        <p:blipFill>
          <a:blip r:embed="rId2"/>
          <a:stretch>
            <a:fillRect/>
          </a:stretch>
        </p:blipFill>
        <p:spPr>
          <a:xfrm>
            <a:off x="1081087" y="4655234"/>
            <a:ext cx="10029825" cy="1171575"/>
          </a:xfrm>
          <a:prstGeom prst="rect">
            <a:avLst/>
          </a:prstGeom>
        </p:spPr>
      </p:pic>
    </p:spTree>
    <p:extLst>
      <p:ext uri="{BB962C8B-B14F-4D97-AF65-F5344CB8AC3E}">
        <p14:creationId xmlns:p14="http://schemas.microsoft.com/office/powerpoint/2010/main" val="1341026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400" b="0" strike="noStrike" spc="-1" dirty="0">
                <a:solidFill>
                  <a:srgbClr val="262626"/>
                </a:solidFill>
                <a:ea typeface="新細明體"/>
              </a:rPr>
              <a:t>[FD] – Region Layout</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ea typeface="新細明體"/>
              </a:rPr>
              <a:t>The format for an FD Layout Region is:</a:t>
            </a:r>
            <a:endParaRPr lang="en-US" altLang="zh-TW" sz="2000" b="0" strike="noStrike" spc="-1" dirty="0">
              <a:solidFill>
                <a:srgbClr val="3F3F3F"/>
              </a:solidFill>
            </a:endParaRPr>
          </a:p>
          <a:p>
            <a:pPr marL="0" indent="0">
              <a:lnSpc>
                <a:spcPct val="100000"/>
              </a:lnSpc>
              <a:buNone/>
            </a:pPr>
            <a:r>
              <a:rPr lang="en-US" altLang="zh-TW" sz="1400" b="1" strike="noStrike" spc="-1" dirty="0">
                <a:solidFill>
                  <a:srgbClr val="EE6F31"/>
                </a:solidFill>
                <a:ea typeface="新細明體"/>
              </a:rPr>
              <a:t>	</a:t>
            </a:r>
            <a:r>
              <a:rPr lang="en-US" altLang="zh-TW" sz="1400" b="1" strike="noStrike" spc="-1" dirty="0" err="1">
                <a:solidFill>
                  <a:srgbClr val="EE6F31"/>
                </a:solidFill>
                <a:ea typeface="新細明體"/>
              </a:rPr>
              <a:t>Offset|Size</a:t>
            </a:r>
            <a:endParaRPr lang="en-US" altLang="zh-TW" sz="1400" b="0" strike="noStrike" spc="-1" dirty="0">
              <a:solidFill>
                <a:srgbClr val="3F3F3F"/>
              </a:solidFill>
            </a:endParaRPr>
          </a:p>
          <a:p>
            <a:pPr marL="0" indent="0">
              <a:lnSpc>
                <a:spcPct val="100000"/>
              </a:lnSpc>
              <a:buNone/>
            </a:pPr>
            <a:r>
              <a:rPr lang="en-US" altLang="zh-TW" sz="1400" b="1" strike="noStrike" spc="-1" dirty="0">
                <a:solidFill>
                  <a:srgbClr val="EE6F31"/>
                </a:solidFill>
                <a:ea typeface="新細明體"/>
              </a:rPr>
              <a:t>	[TokenSpaceGuidCName.PcdOffsetCName|TokenSpaceGuidCName.PcdSizeCName]</a:t>
            </a:r>
            <a:endParaRPr lang="en-US" altLang="zh-TW" sz="1400" b="0" strike="noStrike" spc="-1" dirty="0">
              <a:solidFill>
                <a:srgbClr val="3F3F3F"/>
              </a:solidFill>
            </a:endParaRPr>
          </a:p>
          <a:p>
            <a:pPr marL="0" indent="0">
              <a:lnSpc>
                <a:spcPct val="100000"/>
              </a:lnSpc>
              <a:buNone/>
            </a:pPr>
            <a:r>
              <a:rPr lang="en-US" altLang="zh-TW" sz="1400" b="1" strike="noStrike" spc="-1" dirty="0">
                <a:solidFill>
                  <a:srgbClr val="EE6F31"/>
                </a:solidFill>
                <a:ea typeface="新細明體"/>
              </a:rPr>
              <a:t>	[</a:t>
            </a:r>
            <a:r>
              <a:rPr lang="en-US" altLang="zh-TW" sz="1400" b="1" strike="noStrike" spc="-1" dirty="0" err="1">
                <a:solidFill>
                  <a:srgbClr val="EE6F31"/>
                </a:solidFill>
                <a:ea typeface="新細明體"/>
              </a:rPr>
              <a:t>RegionType</a:t>
            </a:r>
            <a:r>
              <a:rPr lang="en-US" altLang="zh-TW" sz="1400" b="1" strike="noStrike" spc="-1" dirty="0">
                <a:solidFill>
                  <a:srgbClr val="EE6F31"/>
                </a:solidFill>
                <a:ea typeface="新細明體"/>
              </a:rPr>
              <a:t>]</a:t>
            </a:r>
            <a:endParaRPr lang="en-US" altLang="zh-TW" sz="1400" b="0" strike="noStrike" spc="-1" dirty="0">
              <a:solidFill>
                <a:srgbClr val="3F3F3F"/>
              </a:solidFill>
            </a:endParaRPr>
          </a:p>
          <a:p>
            <a:pPr marL="0" indent="0">
              <a:lnSpc>
                <a:spcPct val="100000"/>
              </a:lnSpc>
              <a:buNone/>
            </a:pPr>
            <a:r>
              <a:rPr lang="en-US" altLang="zh-TW" sz="1400" b="1" strike="noStrike" spc="-1" dirty="0">
                <a:solidFill>
                  <a:srgbClr val="EE6F31"/>
                </a:solidFill>
                <a:ea typeface="新細明體"/>
              </a:rPr>
              <a:t>	[</a:t>
            </a:r>
            <a:r>
              <a:rPr lang="en-US" altLang="zh-TW" sz="1400" b="1" strike="noStrike" spc="-1" dirty="0" err="1">
                <a:solidFill>
                  <a:srgbClr val="EE6F31"/>
                </a:solidFill>
                <a:ea typeface="新細明體"/>
              </a:rPr>
              <a:t>RegionContents</a:t>
            </a:r>
            <a:r>
              <a:rPr lang="en-US" altLang="zh-TW" sz="1400" b="1" strike="noStrike" spc="-1" dirty="0">
                <a:solidFill>
                  <a:srgbClr val="EE6F31"/>
                </a:solidFill>
                <a:ea typeface="新細明體"/>
              </a:rPr>
              <a:t>]</a:t>
            </a:r>
            <a:endParaRPr lang="en-US" altLang="zh-TW" sz="1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ea typeface="新細明體"/>
              </a:rPr>
              <a:t>Region Contents:</a:t>
            </a:r>
            <a:endParaRPr lang="en-US" altLang="zh-TW" sz="2000" b="0" strike="noStrike" spc="-1" dirty="0">
              <a:solidFill>
                <a:srgbClr val="3F3F3F"/>
              </a:solidFill>
            </a:endParaRPr>
          </a:p>
          <a:p>
            <a:pPr marL="1143000" lvl="2" indent="-227520">
              <a:lnSpc>
                <a:spcPct val="100000"/>
              </a:lnSpc>
              <a:buClr>
                <a:srgbClr val="3F3F3F"/>
              </a:buClr>
              <a:buFont typeface="Arial"/>
              <a:buChar char="•"/>
            </a:pPr>
            <a:r>
              <a:rPr lang="en-US" altLang="zh-TW" sz="1800" b="0" strike="noStrike" spc="-1" dirty="0">
                <a:solidFill>
                  <a:srgbClr val="3F3F3F"/>
                </a:solidFill>
                <a:ea typeface="新細明體"/>
              </a:rPr>
              <a:t>FV</a:t>
            </a:r>
            <a:endParaRPr lang="en-US" altLang="zh-TW" sz="1800" b="0" strike="noStrike" spc="-1" dirty="0">
              <a:solidFill>
                <a:srgbClr val="3F3F3F"/>
              </a:solidFill>
            </a:endParaRPr>
          </a:p>
          <a:p>
            <a:pPr marL="1143000" lvl="2" indent="-227520">
              <a:lnSpc>
                <a:spcPct val="100000"/>
              </a:lnSpc>
              <a:buClr>
                <a:srgbClr val="3F3F3F"/>
              </a:buClr>
              <a:buFont typeface="Arial"/>
              <a:buChar char="•"/>
            </a:pPr>
            <a:r>
              <a:rPr lang="en-US" altLang="zh-TW" sz="1800" b="0" strike="noStrike" spc="-1" dirty="0">
                <a:solidFill>
                  <a:srgbClr val="3F3F3F"/>
                </a:solidFill>
                <a:ea typeface="新細明體"/>
              </a:rPr>
              <a:t>DATA</a:t>
            </a:r>
            <a:endParaRPr lang="en-US" altLang="zh-TW" sz="1800" b="0" strike="noStrike" spc="-1" dirty="0">
              <a:solidFill>
                <a:srgbClr val="3F3F3F"/>
              </a:solidFill>
            </a:endParaRPr>
          </a:p>
          <a:p>
            <a:pPr marL="1143000" lvl="2" indent="-227520">
              <a:lnSpc>
                <a:spcPct val="100000"/>
              </a:lnSpc>
              <a:buClr>
                <a:srgbClr val="3F3F3F"/>
              </a:buClr>
              <a:buFont typeface="Arial"/>
              <a:buChar char="•"/>
            </a:pPr>
            <a:r>
              <a:rPr lang="en-US" altLang="zh-TW" sz="1800" b="0" strike="noStrike" spc="-1" dirty="0">
                <a:solidFill>
                  <a:srgbClr val="3F3F3F"/>
                </a:solidFill>
                <a:ea typeface="新細明體"/>
              </a:rPr>
              <a:t>FILE</a:t>
            </a:r>
            <a:endParaRPr lang="en-US" altLang="zh-TW" sz="1800" b="0" strike="noStrike" spc="-1" dirty="0">
              <a:solidFill>
                <a:srgbClr val="3F3F3F"/>
              </a:solidFill>
            </a:endParaRPr>
          </a:p>
          <a:p>
            <a:pPr marL="1143000" lvl="2" indent="-227520">
              <a:lnSpc>
                <a:spcPct val="100000"/>
              </a:lnSpc>
              <a:buClr>
                <a:srgbClr val="3F3F3F"/>
              </a:buClr>
              <a:buFont typeface="Arial"/>
              <a:buChar char="•"/>
            </a:pPr>
            <a:r>
              <a:rPr lang="en-US" altLang="zh-TW" sz="1800" b="0" strike="noStrike" spc="-1" dirty="0">
                <a:solidFill>
                  <a:srgbClr val="3F3F3F"/>
                </a:solidFill>
                <a:ea typeface="新細明體"/>
              </a:rPr>
              <a:t>No </a:t>
            </a:r>
            <a:r>
              <a:rPr lang="en-US" altLang="zh-TW" sz="1800" b="0" strike="noStrike" spc="-1" dirty="0" err="1">
                <a:solidFill>
                  <a:srgbClr val="3F3F3F"/>
                </a:solidFill>
                <a:ea typeface="新細明體"/>
              </a:rPr>
              <a:t>RegionType</a:t>
            </a:r>
            <a:r>
              <a:rPr lang="en-US" altLang="zh-TW" sz="1800" b="0" strike="noStrike" spc="-1" dirty="0">
                <a:solidFill>
                  <a:srgbClr val="3F3F3F"/>
                </a:solidFill>
                <a:ea typeface="新細明體"/>
              </a:rPr>
              <a:t> Specified</a:t>
            </a:r>
            <a:endParaRPr lang="en-US" altLang="zh-TW" sz="1800" b="0" strike="noStrike" spc="-1" dirty="0">
              <a:solidFill>
                <a:srgbClr val="3F3F3F"/>
              </a:solidFill>
            </a:endParaRPr>
          </a:p>
        </p:txBody>
      </p:sp>
      <p:pic>
        <p:nvPicPr>
          <p:cNvPr id="5" name="圖片 4">
            <a:extLst>
              <a:ext uri="{FF2B5EF4-FFF2-40B4-BE49-F238E27FC236}">
                <a16:creationId xmlns:a16="http://schemas.microsoft.com/office/drawing/2014/main" id="{22A9F38B-A017-4924-B503-1CF8A3A48CE1}"/>
              </a:ext>
            </a:extLst>
          </p:cNvPr>
          <p:cNvPicPr>
            <a:picLocks noChangeAspect="1"/>
          </p:cNvPicPr>
          <p:nvPr/>
        </p:nvPicPr>
        <p:blipFill>
          <a:blip r:embed="rId2"/>
          <a:stretch>
            <a:fillRect/>
          </a:stretch>
        </p:blipFill>
        <p:spPr>
          <a:xfrm>
            <a:off x="1561532" y="5408294"/>
            <a:ext cx="8162925" cy="676275"/>
          </a:xfrm>
          <a:prstGeom prst="rect">
            <a:avLst/>
          </a:prstGeom>
        </p:spPr>
      </p:pic>
    </p:spTree>
    <p:extLst>
      <p:ext uri="{BB962C8B-B14F-4D97-AF65-F5344CB8AC3E}">
        <p14:creationId xmlns:p14="http://schemas.microsoft.com/office/powerpoint/2010/main" val="1935497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400" b="0" strike="noStrike" spc="-1" dirty="0">
                <a:solidFill>
                  <a:srgbClr val="262626"/>
                </a:solidFill>
                <a:ea typeface="新細明體"/>
              </a:rPr>
              <a:t>[FD] – Region Layout</a:t>
            </a:r>
            <a:endParaRPr lang="en-US" altLang="zh-TW" sz="2400" b="0" strike="noStrike" spc="-1" dirty="0">
              <a:solidFill>
                <a:srgbClr val="3F3F3F"/>
              </a:solidFill>
            </a:endParaRPr>
          </a:p>
        </p:txBody>
      </p:sp>
      <p:pic>
        <p:nvPicPr>
          <p:cNvPr id="4" name="圖片 3">
            <a:extLst>
              <a:ext uri="{FF2B5EF4-FFF2-40B4-BE49-F238E27FC236}">
                <a16:creationId xmlns:a16="http://schemas.microsoft.com/office/drawing/2014/main" id="{9A41FE28-32C6-4EEA-A88C-AC88116C90FA}"/>
              </a:ext>
            </a:extLst>
          </p:cNvPr>
          <p:cNvPicPr>
            <a:picLocks noChangeAspect="1"/>
          </p:cNvPicPr>
          <p:nvPr/>
        </p:nvPicPr>
        <p:blipFill>
          <a:blip r:embed="rId2"/>
          <a:stretch>
            <a:fillRect/>
          </a:stretch>
        </p:blipFill>
        <p:spPr>
          <a:xfrm>
            <a:off x="1242751" y="1932968"/>
            <a:ext cx="9147842" cy="757873"/>
          </a:xfrm>
          <a:prstGeom prst="rect">
            <a:avLst/>
          </a:prstGeom>
        </p:spPr>
      </p:pic>
      <p:pic>
        <p:nvPicPr>
          <p:cNvPr id="7" name="圖片 6">
            <a:extLst>
              <a:ext uri="{FF2B5EF4-FFF2-40B4-BE49-F238E27FC236}">
                <a16:creationId xmlns:a16="http://schemas.microsoft.com/office/drawing/2014/main" id="{B98049BB-7577-4594-83E1-F0B60CD6A9C8}"/>
              </a:ext>
            </a:extLst>
          </p:cNvPr>
          <p:cNvPicPr>
            <a:picLocks noChangeAspect="1"/>
          </p:cNvPicPr>
          <p:nvPr/>
        </p:nvPicPr>
        <p:blipFill>
          <a:blip r:embed="rId3"/>
          <a:stretch>
            <a:fillRect/>
          </a:stretch>
        </p:blipFill>
        <p:spPr>
          <a:xfrm>
            <a:off x="1242751" y="2901334"/>
            <a:ext cx="9147842" cy="861456"/>
          </a:xfrm>
          <a:prstGeom prst="rect">
            <a:avLst/>
          </a:prstGeom>
        </p:spPr>
      </p:pic>
      <p:pic>
        <p:nvPicPr>
          <p:cNvPr id="8" name="圖片 7">
            <a:extLst>
              <a:ext uri="{FF2B5EF4-FFF2-40B4-BE49-F238E27FC236}">
                <a16:creationId xmlns:a16="http://schemas.microsoft.com/office/drawing/2014/main" id="{AAB2DBFB-0099-4D84-98AD-AC808DBB2A2C}"/>
              </a:ext>
            </a:extLst>
          </p:cNvPr>
          <p:cNvPicPr>
            <a:picLocks noChangeAspect="1"/>
          </p:cNvPicPr>
          <p:nvPr/>
        </p:nvPicPr>
        <p:blipFill>
          <a:blip r:embed="rId4"/>
          <a:stretch>
            <a:fillRect/>
          </a:stretch>
        </p:blipFill>
        <p:spPr>
          <a:xfrm>
            <a:off x="1242751" y="3973283"/>
            <a:ext cx="9147842" cy="458643"/>
          </a:xfrm>
          <a:prstGeom prst="rect">
            <a:avLst/>
          </a:prstGeom>
        </p:spPr>
      </p:pic>
      <p:pic>
        <p:nvPicPr>
          <p:cNvPr id="9" name="圖片 8">
            <a:extLst>
              <a:ext uri="{FF2B5EF4-FFF2-40B4-BE49-F238E27FC236}">
                <a16:creationId xmlns:a16="http://schemas.microsoft.com/office/drawing/2014/main" id="{5A89CC51-C213-410D-AA6C-F9FB6E2B8D1F}"/>
              </a:ext>
            </a:extLst>
          </p:cNvPr>
          <p:cNvPicPr>
            <a:picLocks noChangeAspect="1"/>
          </p:cNvPicPr>
          <p:nvPr/>
        </p:nvPicPr>
        <p:blipFill>
          <a:blip r:embed="rId5"/>
          <a:stretch>
            <a:fillRect/>
          </a:stretch>
        </p:blipFill>
        <p:spPr>
          <a:xfrm>
            <a:off x="1242751" y="4642419"/>
            <a:ext cx="9147842" cy="752031"/>
          </a:xfrm>
          <a:prstGeom prst="rect">
            <a:avLst/>
          </a:prstGeom>
        </p:spPr>
      </p:pic>
    </p:spTree>
    <p:extLst>
      <p:ext uri="{BB962C8B-B14F-4D97-AF65-F5344CB8AC3E}">
        <p14:creationId xmlns:p14="http://schemas.microsoft.com/office/powerpoint/2010/main" val="2841443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ea typeface="新細明體"/>
              </a:rPr>
              <a:t>[FV]</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[FV] section defines what components or modules are placed within a flash device file.</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These sections define the order the components and modules are positioned within the image.</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format for [FV] section header is:</a:t>
            </a:r>
            <a:endParaRPr lang="en-US" altLang="zh-TW" sz="2400" b="0" strike="noStrike" spc="-1" dirty="0">
              <a:solidFill>
                <a:srgbClr val="3F3F3F"/>
              </a:solidFill>
            </a:endParaRPr>
          </a:p>
          <a:p>
            <a:pPr marL="1143000" lvl="2" indent="-227520">
              <a:lnSpc>
                <a:spcPct val="100000"/>
              </a:lnSpc>
              <a:spcBef>
                <a:spcPts val="499"/>
              </a:spcBef>
              <a:buClr>
                <a:srgbClr val="EE6F31"/>
              </a:buClr>
              <a:buFont typeface="Arial"/>
              <a:buChar char="•"/>
            </a:pPr>
            <a:r>
              <a:rPr lang="en-US" altLang="zh-TW" sz="1600" b="1" strike="noStrike" spc="-1" dirty="0">
                <a:solidFill>
                  <a:srgbClr val="EE6F31"/>
                </a:solidFill>
                <a:ea typeface="新細明體"/>
              </a:rPr>
              <a:t>[</a:t>
            </a:r>
            <a:r>
              <a:rPr lang="en-US" altLang="zh-TW" sz="1600" b="1" strike="noStrike" spc="-1" dirty="0" err="1">
                <a:solidFill>
                  <a:srgbClr val="EE6F31"/>
                </a:solidFill>
                <a:ea typeface="新細明體"/>
              </a:rPr>
              <a:t>FV.UiFvName</a:t>
            </a:r>
            <a:r>
              <a:rPr lang="en-US" altLang="zh-TW" sz="1600" b="1" strike="noStrike" spc="-1" dirty="0">
                <a:solidFill>
                  <a:srgbClr val="EE6F31"/>
                </a:solidFill>
                <a:ea typeface="新細明體"/>
              </a:rPr>
              <a:t>]</a:t>
            </a:r>
            <a:endParaRPr lang="en-US" altLang="zh-TW" sz="16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FV </a:t>
            </a:r>
            <a:r>
              <a:rPr lang="en-US" altLang="zh-TW" sz="2400" b="0" strike="noStrike" spc="-1" dirty="0" err="1">
                <a:solidFill>
                  <a:srgbClr val="3F3F3F"/>
                </a:solidFill>
                <a:ea typeface="新細明體"/>
              </a:rPr>
              <a:t>UiFvName</a:t>
            </a:r>
            <a:r>
              <a:rPr lang="en-US" altLang="zh-TW" sz="2400" b="0" strike="noStrike" spc="-1" dirty="0">
                <a:solidFill>
                  <a:srgbClr val="3F3F3F"/>
                </a:solidFill>
                <a:ea typeface="新細明體"/>
              </a:rPr>
              <a:t> must be </a:t>
            </a:r>
            <a:r>
              <a:rPr lang="en-US" altLang="zh-TW" sz="2400" b="1" strike="noStrike" spc="-1" dirty="0">
                <a:solidFill>
                  <a:srgbClr val="0070C0"/>
                </a:solidFill>
                <a:ea typeface="新細明體"/>
              </a:rPr>
              <a:t>unique</a:t>
            </a:r>
            <a:r>
              <a:rPr lang="en-US" altLang="zh-TW" sz="2400" b="0" strike="noStrike" spc="-1" dirty="0">
                <a:solidFill>
                  <a:srgbClr val="3F3F3F"/>
                </a:solidFill>
                <a:ea typeface="新細明體"/>
              </a:rPr>
              <a:t> for every declared user defined name within the file.</a:t>
            </a:r>
            <a:endParaRPr lang="en-US" altLang="zh-TW" sz="2400" b="0" strike="noStrike" spc="-1" dirty="0">
              <a:solidFill>
                <a:srgbClr val="3F3F3F"/>
              </a:solidFill>
            </a:endParaRPr>
          </a:p>
        </p:txBody>
      </p:sp>
    </p:spTree>
    <p:extLst>
      <p:ext uri="{BB962C8B-B14F-4D97-AF65-F5344CB8AC3E}">
        <p14:creationId xmlns:p14="http://schemas.microsoft.com/office/powerpoint/2010/main" val="58113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ea typeface="新細明體"/>
              </a:rPr>
              <a:t>[FV] – INF Statements</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INF statements point to EDK component and EDK II module INF files.</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format for INF statements is: </a:t>
            </a:r>
            <a:endParaRPr lang="en-US" altLang="zh-TW" sz="2400" b="0" strike="noStrike" spc="-1" dirty="0">
              <a:solidFill>
                <a:srgbClr val="3F3F3F"/>
              </a:solidFill>
            </a:endParaRPr>
          </a:p>
          <a:p>
            <a:pPr marL="1143000" lvl="2" indent="-227520">
              <a:lnSpc>
                <a:spcPct val="100000"/>
              </a:lnSpc>
              <a:spcBef>
                <a:spcPts val="499"/>
              </a:spcBef>
              <a:buClr>
                <a:srgbClr val="EE6F31"/>
              </a:buClr>
              <a:buFont typeface="Arial"/>
              <a:buChar char="•"/>
            </a:pPr>
            <a:r>
              <a:rPr lang="en-US" altLang="zh-TW" sz="1600" b="1" strike="noStrike" spc="-1" dirty="0">
                <a:solidFill>
                  <a:srgbClr val="EE6F31"/>
                </a:solidFill>
                <a:ea typeface="新細明體"/>
              </a:rPr>
              <a:t>INF [Options] </a:t>
            </a:r>
            <a:r>
              <a:rPr lang="en-US" altLang="zh-TW" sz="1600" b="1" strike="noStrike" spc="-1" dirty="0" err="1">
                <a:solidFill>
                  <a:srgbClr val="EE6F31"/>
                </a:solidFill>
                <a:ea typeface="新細明體"/>
              </a:rPr>
              <a:t>PathAndInfFileName</a:t>
            </a:r>
            <a:endParaRPr lang="en-US" altLang="zh-TW" sz="1600" b="0" strike="noStrike" spc="-1" dirty="0">
              <a:solidFill>
                <a:srgbClr val="3F3F3F"/>
              </a:solidFill>
            </a:endParaRPr>
          </a:p>
          <a:p>
            <a:endParaRPr lang="en-US" altLang="zh-TW" sz="1600" b="0" strike="noStrike" spc="-1" dirty="0">
              <a:solidFill>
                <a:srgbClr val="3F3F3F"/>
              </a:solidFill>
            </a:endParaRPr>
          </a:p>
          <a:p>
            <a:pPr indent="0">
              <a:lnSpc>
                <a:spcPct val="100000"/>
              </a:lnSpc>
              <a:spcBef>
                <a:spcPts val="499"/>
              </a:spcBef>
              <a:buNone/>
            </a:pPr>
            <a:r>
              <a:rPr lang="en-US" altLang="zh-TW" sz="1200" b="1" strike="noStrike" spc="-1" dirty="0">
                <a:solidFill>
                  <a:srgbClr val="3F3F3F"/>
                </a:solidFill>
                <a:ea typeface="新細明體"/>
              </a:rPr>
              <a:t>[FV.RECOVERYFV]</a:t>
            </a:r>
            <a:endParaRPr lang="en-US" altLang="zh-TW" sz="1200" b="0" strike="noStrike" spc="-1" dirty="0">
              <a:solidFill>
                <a:srgbClr val="3F3F3F"/>
              </a:solidFill>
            </a:endParaRPr>
          </a:p>
          <a:p>
            <a:pPr indent="0">
              <a:lnSpc>
                <a:spcPct val="100000"/>
              </a:lnSpc>
              <a:spcBef>
                <a:spcPts val="499"/>
              </a:spcBef>
              <a:buNone/>
            </a:pPr>
            <a:r>
              <a:rPr lang="en-US" altLang="zh-TW" sz="1200" b="1" strike="noStrike" spc="-1" dirty="0">
                <a:solidFill>
                  <a:srgbClr val="3F3F3F"/>
                </a:solidFill>
                <a:ea typeface="新細明體"/>
              </a:rPr>
              <a:t>  INF </a:t>
            </a:r>
            <a:r>
              <a:rPr lang="en-US" altLang="zh-TW" sz="1200" b="1" strike="noStrike" spc="-1" dirty="0" err="1">
                <a:solidFill>
                  <a:srgbClr val="3F3F3F"/>
                </a:solidFill>
                <a:ea typeface="新細明體"/>
              </a:rPr>
              <a:t>InsydeModulePkg</a:t>
            </a:r>
            <a:r>
              <a:rPr lang="en-US" altLang="zh-TW" sz="1200" b="1" strike="noStrike" spc="-1" dirty="0">
                <a:solidFill>
                  <a:srgbClr val="3F3F3F"/>
                </a:solidFill>
                <a:ea typeface="新細明體"/>
              </a:rPr>
              <a:t>/Core/</a:t>
            </a:r>
            <a:r>
              <a:rPr lang="en-US" altLang="zh-TW" sz="1200" b="1" strike="noStrike" spc="-1" dirty="0" err="1">
                <a:solidFill>
                  <a:srgbClr val="3F3F3F"/>
                </a:solidFill>
                <a:ea typeface="新細明體"/>
              </a:rPr>
              <a:t>DxeIplPeim</a:t>
            </a:r>
            <a:r>
              <a:rPr lang="en-US" altLang="zh-TW" sz="1200" b="1" strike="noStrike" spc="-1" dirty="0">
                <a:solidFill>
                  <a:srgbClr val="3F3F3F"/>
                </a:solidFill>
                <a:ea typeface="新細明體"/>
              </a:rPr>
              <a:t>/DxeIpl.inf</a:t>
            </a:r>
            <a:endParaRPr lang="en-US" altLang="zh-TW" sz="1200" b="0" strike="noStrike" spc="-1" dirty="0">
              <a:solidFill>
                <a:srgbClr val="3F3F3F"/>
              </a:solidFill>
            </a:endParaRPr>
          </a:p>
          <a:p>
            <a:endParaRPr lang="en-US" altLang="zh-TW" sz="1200" b="0" strike="noStrike" spc="-1" dirty="0">
              <a:solidFill>
                <a:srgbClr val="3F3F3F"/>
              </a:solidFill>
              <a:latin typeface="Segoe UI"/>
            </a:endParaRPr>
          </a:p>
        </p:txBody>
      </p:sp>
    </p:spTree>
    <p:extLst>
      <p:ext uri="{BB962C8B-B14F-4D97-AF65-F5344CB8AC3E}">
        <p14:creationId xmlns:p14="http://schemas.microsoft.com/office/powerpoint/2010/main" val="132797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ea typeface="新細明體"/>
              </a:rPr>
              <a:t>[FV] – FILE Statements</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FILE statements are provided so that a platform integrator can include complete EFI FFS files, as well as a method for constructing FFS files using curly "{}" brace scoping.</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FFS file specification syntax is one of the following: </a:t>
            </a:r>
            <a:endParaRPr lang="en-US" altLang="zh-TW" sz="2400" b="0" strike="noStrike" spc="-1" dirty="0">
              <a:solidFill>
                <a:srgbClr val="3F3F3F"/>
              </a:solidFill>
            </a:endParaRPr>
          </a:p>
          <a:p>
            <a:pPr indent="0">
              <a:lnSpc>
                <a:spcPct val="100000"/>
              </a:lnSpc>
              <a:spcBef>
                <a:spcPts val="499"/>
              </a:spcBef>
              <a:buNone/>
            </a:pPr>
            <a:r>
              <a:rPr lang="en-US" altLang="zh-TW" sz="1600" b="1" strike="noStrike" spc="-1" dirty="0">
                <a:solidFill>
                  <a:srgbClr val="EE6F31"/>
                </a:solidFill>
                <a:ea typeface="新細明體"/>
              </a:rPr>
              <a:t>	FILE Type $(NAMED_GUID) [Options] </a:t>
            </a:r>
            <a:r>
              <a:rPr lang="en-US" altLang="zh-TW" sz="1600" b="1" strike="noStrike" spc="-1" dirty="0" err="1">
                <a:solidFill>
                  <a:srgbClr val="EE6F31"/>
                </a:solidFill>
                <a:ea typeface="新細明體"/>
              </a:rPr>
              <a:t>FileName</a:t>
            </a:r>
            <a:r>
              <a:rPr lang="en-US" altLang="zh-TW" sz="1600" b="1" strike="noStrike" spc="-1" dirty="0">
                <a:solidFill>
                  <a:srgbClr val="004D2B"/>
                </a:solidFill>
                <a:ea typeface="新細明體"/>
              </a:rPr>
              <a:t> </a:t>
            </a:r>
            <a:endParaRPr lang="en-US" altLang="zh-TW" sz="1600" b="0" strike="noStrike" spc="-1" dirty="0">
              <a:solidFill>
                <a:srgbClr val="3F3F3F"/>
              </a:solidFill>
            </a:endParaRPr>
          </a:p>
          <a:p>
            <a:pPr indent="0">
              <a:lnSpc>
                <a:spcPct val="100000"/>
              </a:lnSpc>
              <a:spcBef>
                <a:spcPts val="499"/>
              </a:spcBef>
              <a:buNone/>
            </a:pPr>
            <a:r>
              <a:rPr lang="en-US" altLang="zh-TW" sz="1600" b="0" strike="noStrike" spc="-1" dirty="0">
                <a:solidFill>
                  <a:srgbClr val="3F3F3F"/>
                </a:solidFill>
                <a:ea typeface="新細明體"/>
              </a:rPr>
              <a:t>	OR</a:t>
            </a:r>
            <a:endParaRPr lang="en-US" altLang="zh-TW" sz="1600" b="0" strike="noStrike" spc="-1" dirty="0">
              <a:solidFill>
                <a:srgbClr val="3F3F3F"/>
              </a:solidFill>
            </a:endParaRPr>
          </a:p>
          <a:p>
            <a:pPr indent="0">
              <a:lnSpc>
                <a:spcPct val="100000"/>
              </a:lnSpc>
              <a:spcBef>
                <a:spcPts val="499"/>
              </a:spcBef>
              <a:buNone/>
            </a:pPr>
            <a:r>
              <a:rPr lang="en-US" altLang="zh-TW" sz="1600" b="1" strike="noStrike" spc="-1" dirty="0">
                <a:solidFill>
                  <a:srgbClr val="EE6F31"/>
                </a:solidFill>
                <a:ea typeface="新細明體"/>
              </a:rPr>
              <a:t>	FILE Type $(NAMED_GUID) [Options] {</a:t>
            </a:r>
            <a:endParaRPr lang="en-US" altLang="zh-TW" sz="1600" b="0" strike="noStrike" spc="-1" dirty="0">
              <a:solidFill>
                <a:srgbClr val="3F3F3F"/>
              </a:solidFill>
            </a:endParaRPr>
          </a:p>
          <a:p>
            <a:pPr indent="0">
              <a:lnSpc>
                <a:spcPct val="100000"/>
              </a:lnSpc>
              <a:spcBef>
                <a:spcPts val="499"/>
              </a:spcBef>
              <a:buNone/>
            </a:pPr>
            <a:r>
              <a:rPr lang="en-US" altLang="zh-TW" sz="1600" b="1" strike="noStrike" spc="-1" dirty="0">
                <a:solidFill>
                  <a:srgbClr val="EE6F31"/>
                </a:solidFill>
                <a:ea typeface="新細明體"/>
              </a:rPr>
              <a:t>    	  SECTION SECTION_TYPE = </a:t>
            </a:r>
            <a:r>
              <a:rPr lang="en-US" altLang="zh-TW" sz="1600" b="1" strike="noStrike" spc="-1" dirty="0" err="1">
                <a:solidFill>
                  <a:srgbClr val="EE6F31"/>
                </a:solidFill>
                <a:ea typeface="新細明體"/>
              </a:rPr>
              <a:t>FileName</a:t>
            </a:r>
            <a:endParaRPr lang="en-US" altLang="zh-TW" sz="1600" b="0" strike="noStrike" spc="-1" dirty="0">
              <a:solidFill>
                <a:srgbClr val="3F3F3F"/>
              </a:solidFill>
            </a:endParaRPr>
          </a:p>
          <a:p>
            <a:pPr indent="0">
              <a:lnSpc>
                <a:spcPct val="100000"/>
              </a:lnSpc>
              <a:spcBef>
                <a:spcPts val="499"/>
              </a:spcBef>
              <a:buNone/>
            </a:pPr>
            <a:r>
              <a:rPr lang="en-US" altLang="zh-TW" sz="1600" b="1" strike="noStrike" spc="-1" dirty="0">
                <a:solidFill>
                  <a:srgbClr val="EE6F31"/>
                </a:solidFill>
                <a:ea typeface="新細明體"/>
              </a:rPr>
              <a:t>	}</a:t>
            </a:r>
            <a:endParaRPr lang="en-US" altLang="zh-TW" sz="1600" b="0" strike="noStrike" spc="-1" dirty="0">
              <a:solidFill>
                <a:srgbClr val="3F3F3F"/>
              </a:solidFill>
            </a:endParaRPr>
          </a:p>
          <a:p>
            <a:pPr marL="0" indent="0">
              <a:buNone/>
            </a:pPr>
            <a:endParaRPr lang="en-US" altLang="zh-TW" sz="1600" b="0" strike="noStrike" spc="-1" dirty="0">
              <a:solidFill>
                <a:srgbClr val="3F3F3F"/>
              </a:solidFill>
            </a:endParaRPr>
          </a:p>
          <a:p>
            <a:pPr indent="0">
              <a:lnSpc>
                <a:spcPct val="100000"/>
              </a:lnSpc>
              <a:spcBef>
                <a:spcPts val="499"/>
              </a:spcBef>
              <a:buNone/>
            </a:pPr>
            <a:r>
              <a:rPr lang="en-US" altLang="zh-TW" sz="1300" b="1" strike="noStrike" spc="-1" dirty="0">
                <a:solidFill>
                  <a:srgbClr val="3F3F3F"/>
                </a:solidFill>
                <a:ea typeface="新細明體"/>
              </a:rPr>
              <a:t>	FILE FREEFORM = 96DCE314-3628-4256-A02E-3B10C61D85FD {</a:t>
            </a:r>
            <a:endParaRPr lang="en-US" altLang="zh-TW" sz="1300" b="0" strike="noStrike" spc="-1" dirty="0">
              <a:solidFill>
                <a:srgbClr val="3F3F3F"/>
              </a:solidFill>
            </a:endParaRPr>
          </a:p>
          <a:p>
            <a:pPr indent="0">
              <a:lnSpc>
                <a:spcPct val="100000"/>
              </a:lnSpc>
              <a:spcBef>
                <a:spcPts val="499"/>
              </a:spcBef>
              <a:buNone/>
            </a:pPr>
            <a:r>
              <a:rPr lang="en-US" altLang="zh-TW" sz="1300" b="1" strike="noStrike" spc="-1" dirty="0">
                <a:solidFill>
                  <a:srgbClr val="3F3F3F"/>
                </a:solidFill>
                <a:ea typeface="新細明體"/>
              </a:rPr>
              <a:t>	  SECTION RAW = </a:t>
            </a:r>
            <a:r>
              <a:rPr lang="en-US" altLang="zh-TW" sz="1300" b="1" strike="noStrike" spc="-1" dirty="0" err="1">
                <a:solidFill>
                  <a:srgbClr val="3F3F3F"/>
                </a:solidFill>
                <a:ea typeface="新細明體"/>
              </a:rPr>
              <a:t>InsydeModulePkg</a:t>
            </a:r>
            <a:r>
              <a:rPr lang="en-US" altLang="zh-TW" sz="1300" b="1" strike="noStrike" spc="-1" dirty="0">
                <a:solidFill>
                  <a:srgbClr val="3F3F3F"/>
                </a:solidFill>
                <a:ea typeface="新細明體"/>
              </a:rPr>
              <a:t>/Universal/Console/Logo/</a:t>
            </a:r>
            <a:r>
              <a:rPr lang="en-US" altLang="zh-TW" sz="1300" b="1" strike="noStrike" spc="-1" dirty="0" err="1">
                <a:solidFill>
                  <a:srgbClr val="3F3F3F"/>
                </a:solidFill>
                <a:ea typeface="新細明體"/>
              </a:rPr>
              <a:t>Insyde</a:t>
            </a:r>
            <a:r>
              <a:rPr lang="en-US" altLang="zh-TW" sz="1300" b="1" strike="noStrike" spc="-1" dirty="0">
                <a:solidFill>
                  <a:srgbClr val="3F3F3F"/>
                </a:solidFill>
                <a:ea typeface="新細明體"/>
              </a:rPr>
              <a:t>/</a:t>
            </a:r>
            <a:r>
              <a:rPr lang="en-US" altLang="zh-TW" sz="1300" b="1" strike="noStrike" spc="-1" dirty="0" err="1">
                <a:solidFill>
                  <a:srgbClr val="3F3F3F"/>
                </a:solidFill>
                <a:ea typeface="新細明體"/>
              </a:rPr>
              <a:t>InsydeLogo.tga</a:t>
            </a:r>
            <a:endParaRPr lang="en-US" altLang="zh-TW" sz="1300" b="0" strike="noStrike" spc="-1" dirty="0">
              <a:solidFill>
                <a:srgbClr val="3F3F3F"/>
              </a:solidFill>
            </a:endParaRPr>
          </a:p>
          <a:p>
            <a:pPr indent="0">
              <a:lnSpc>
                <a:spcPct val="100000"/>
              </a:lnSpc>
              <a:spcBef>
                <a:spcPts val="499"/>
              </a:spcBef>
              <a:buNone/>
            </a:pPr>
            <a:r>
              <a:rPr lang="en-US" altLang="zh-TW" sz="1300" b="1" strike="noStrike" spc="-1" dirty="0">
                <a:solidFill>
                  <a:srgbClr val="3F3F3F"/>
                </a:solidFill>
                <a:ea typeface="新細明體"/>
              </a:rPr>
              <a:t>	}</a:t>
            </a:r>
            <a:endParaRPr lang="en-US" altLang="zh-TW" sz="1300" b="0" strike="noStrike" spc="-1" dirty="0">
              <a:solidFill>
                <a:srgbClr val="3F3F3F"/>
              </a:solidFill>
            </a:endParaRPr>
          </a:p>
          <a:p>
            <a:endParaRPr lang="en-US" altLang="zh-TW" sz="1300" b="0" strike="noStrike" spc="-1" dirty="0">
              <a:solidFill>
                <a:srgbClr val="3F3F3F"/>
              </a:solidFill>
            </a:endParaRPr>
          </a:p>
        </p:txBody>
      </p:sp>
    </p:spTree>
    <p:extLst>
      <p:ext uri="{BB962C8B-B14F-4D97-AF65-F5344CB8AC3E}">
        <p14:creationId xmlns:p14="http://schemas.microsoft.com/office/powerpoint/2010/main" val="1240063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fontScale="92500" lnSpcReduction="20000"/>
          </a:bodyPr>
          <a:lstStyle/>
          <a:p>
            <a:pPr marL="228600" indent="-227520">
              <a:lnSpc>
                <a:spcPct val="100000"/>
              </a:lnSpc>
              <a:spcBef>
                <a:spcPts val="1001"/>
              </a:spcBef>
              <a:buClr>
                <a:srgbClr val="262626"/>
              </a:buClr>
              <a:buFont typeface="Arial"/>
              <a:buChar char="•"/>
            </a:pPr>
            <a:r>
              <a:rPr lang="en-US" altLang="zh-TW" sz="2800" b="0" strike="noStrike" spc="-1" dirty="0">
                <a:solidFill>
                  <a:srgbClr val="262626"/>
                </a:solidFill>
                <a:ea typeface="新細明體"/>
              </a:rPr>
              <a:t>[Rule]</a:t>
            </a:r>
            <a:endParaRPr lang="en-US" altLang="zh-TW" sz="28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optional [Rule] sections in the FDF file are used for </a:t>
            </a:r>
            <a:r>
              <a:rPr lang="en-US" altLang="zh-TW" sz="2400" b="1" strike="noStrike" spc="-1" dirty="0">
                <a:solidFill>
                  <a:srgbClr val="0070C0"/>
                </a:solidFill>
                <a:ea typeface="新細明體"/>
              </a:rPr>
              <a:t>combining binary images</a:t>
            </a:r>
            <a:r>
              <a:rPr lang="en-US" altLang="zh-TW" sz="2400" b="0" strike="noStrike" spc="-1" dirty="0">
                <a:solidFill>
                  <a:srgbClr val="3F3F3F"/>
                </a:solidFill>
                <a:ea typeface="新細明體"/>
              </a:rPr>
              <a:t>, not for compiling code.</a:t>
            </a:r>
            <a:endParaRPr lang="en-US" altLang="zh-TW" sz="24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[Rule] section of the FDF file is used to define custom rules, which may be applied to a given INF file listed in an [FV] section.</a:t>
            </a:r>
            <a:endParaRPr lang="en-US" altLang="zh-TW" sz="2400" b="0" strike="noStrike" spc="-1" dirty="0">
              <a:solidFill>
                <a:srgbClr val="3F3F3F"/>
              </a:solidFill>
            </a:endParaRPr>
          </a:p>
          <a:p>
            <a:pPr marL="1143000" lvl="2" indent="-227520">
              <a:lnSpc>
                <a:spcPct val="100000"/>
              </a:lnSpc>
              <a:spcBef>
                <a:spcPts val="499"/>
              </a:spcBef>
              <a:buClr>
                <a:srgbClr val="EE6F31"/>
              </a:buClr>
              <a:buFont typeface="Arial"/>
              <a:buChar char="•"/>
            </a:pPr>
            <a:r>
              <a:rPr lang="en-US" altLang="zh-TW" sz="1600" b="1" strike="noStrike" spc="-1" dirty="0">
                <a:solidFill>
                  <a:srgbClr val="EE6F31"/>
                </a:solidFill>
                <a:ea typeface="新細明體"/>
              </a:rPr>
              <a:t>[</a:t>
            </a:r>
            <a:r>
              <a:rPr lang="en-US" altLang="zh-TW" sz="1600" b="1" strike="noStrike" spc="-1" dirty="0" err="1">
                <a:solidFill>
                  <a:srgbClr val="EE6F31"/>
                </a:solidFill>
                <a:ea typeface="新細明體"/>
              </a:rPr>
              <a:t>Rule.ARCH.MODULE_TYPE.TEMPLATE_NAME</a:t>
            </a:r>
            <a:r>
              <a:rPr lang="en-US" altLang="zh-TW" sz="1600" b="1" strike="noStrike" spc="-1" dirty="0">
                <a:solidFill>
                  <a:srgbClr val="EE6F31"/>
                </a:solidFill>
                <a:ea typeface="新細明體"/>
              </a:rPr>
              <a:t>]</a:t>
            </a:r>
            <a:endParaRPr lang="en-US" altLang="zh-TW" sz="16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ea typeface="新細明體"/>
              </a:rPr>
              <a:t>The TEMPLATE_NAME must be </a:t>
            </a:r>
            <a:r>
              <a:rPr lang="en-US" altLang="zh-TW" sz="2400" b="1" strike="noStrike" spc="-1" dirty="0">
                <a:solidFill>
                  <a:srgbClr val="0070C0"/>
                </a:solidFill>
                <a:ea typeface="新細明體"/>
              </a:rPr>
              <a:t>unique</a:t>
            </a:r>
            <a:r>
              <a:rPr lang="en-US" altLang="zh-TW" sz="2400" b="0" strike="noStrike" spc="-1" dirty="0">
                <a:solidFill>
                  <a:srgbClr val="3F3F3F"/>
                </a:solidFill>
                <a:ea typeface="新細明體"/>
              </a:rPr>
              <a:t> to the ARCH and MODULE_TYPE.</a:t>
            </a:r>
            <a:endParaRPr lang="en-US" altLang="zh-TW" sz="2400" b="0" strike="noStrike" spc="-1" dirty="0">
              <a:solidFill>
                <a:srgbClr val="3F3F3F"/>
              </a:solidFill>
            </a:endParaRPr>
          </a:p>
          <a:p>
            <a:pPr marL="457200">
              <a:lnSpc>
                <a:spcPct val="120000"/>
              </a:lnSpc>
            </a:pPr>
            <a:endParaRPr lang="en-US" altLang="zh-TW" sz="8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INF </a:t>
            </a:r>
            <a:r>
              <a:rPr lang="en-US" altLang="zh-TW" sz="1200" b="1" strike="noStrike" spc="-1" dirty="0" err="1">
                <a:solidFill>
                  <a:srgbClr val="3F3F3F"/>
                </a:solidFill>
                <a:ea typeface="新細明體"/>
              </a:rPr>
              <a:t>RuleOverride</a:t>
            </a:r>
            <a:r>
              <a:rPr lang="en-US" altLang="zh-TW" sz="1200" b="1" strike="noStrike" spc="-1" dirty="0">
                <a:solidFill>
                  <a:srgbClr val="3F3F3F"/>
                </a:solidFill>
                <a:ea typeface="新細明體"/>
              </a:rPr>
              <a:t>=</a:t>
            </a:r>
            <a:r>
              <a:rPr lang="en-US" altLang="zh-TW" sz="1200" b="1" strike="noStrike" spc="-1" dirty="0" err="1">
                <a:solidFill>
                  <a:srgbClr val="3F3F3F"/>
                </a:solidFill>
                <a:ea typeface="新細明體"/>
              </a:rPr>
              <a:t>LzmaCompress</a:t>
            </a:r>
            <a:r>
              <a:rPr lang="en-US" altLang="zh-TW" sz="1200" b="1" strike="noStrike" spc="-1" dirty="0">
                <a:solidFill>
                  <a:srgbClr val="3F3F3F"/>
                </a:solidFill>
                <a:ea typeface="新細明體"/>
              </a:rPr>
              <a:t> </a:t>
            </a:r>
            <a:r>
              <a:rPr lang="en-US" altLang="zh-TW" sz="1200" b="1" strike="noStrike" spc="-1" dirty="0" err="1">
                <a:solidFill>
                  <a:srgbClr val="3F3F3F"/>
                </a:solidFill>
                <a:ea typeface="新細明體"/>
              </a:rPr>
              <a:t>InsydeModulePkg</a:t>
            </a:r>
            <a:r>
              <a:rPr lang="en-US" altLang="zh-TW" sz="1200" b="1" strike="noStrike" spc="-1" dirty="0">
                <a:solidFill>
                  <a:srgbClr val="3F3F3F"/>
                </a:solidFill>
                <a:ea typeface="新細明體"/>
              </a:rPr>
              <a:t>/Bus/</a:t>
            </a:r>
            <a:r>
              <a:rPr lang="en-US" altLang="zh-TW" sz="1200" b="1" strike="noStrike" spc="-1" dirty="0" err="1">
                <a:solidFill>
                  <a:srgbClr val="3F3F3F"/>
                </a:solidFill>
                <a:ea typeface="新細明體"/>
              </a:rPr>
              <a:t>Pci</a:t>
            </a:r>
            <a:r>
              <a:rPr lang="en-US" altLang="zh-TW" sz="1200" b="1" strike="noStrike" spc="-1" dirty="0">
                <a:solidFill>
                  <a:srgbClr val="3F3F3F"/>
                </a:solidFill>
                <a:ea typeface="新細明體"/>
              </a:rPr>
              <a:t>/</a:t>
            </a:r>
            <a:r>
              <a:rPr lang="en-US" altLang="zh-TW" sz="1200" b="1" strike="noStrike" spc="-1" dirty="0" err="1">
                <a:solidFill>
                  <a:srgbClr val="3F3F3F"/>
                </a:solidFill>
                <a:ea typeface="新細明體"/>
              </a:rPr>
              <a:t>AhciBusPei</a:t>
            </a:r>
            <a:r>
              <a:rPr lang="en-US" altLang="zh-TW" sz="1200" b="1" strike="noStrike" spc="-1" dirty="0">
                <a:solidFill>
                  <a:srgbClr val="3F3F3F"/>
                </a:solidFill>
                <a:ea typeface="新細明體"/>
              </a:rPr>
              <a:t>/AhciBusPei.inf</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a:t>
            </a:r>
            <a:r>
              <a:rPr lang="en-US" altLang="zh-TW" sz="1200" b="1" strike="noStrike" spc="-1" dirty="0" err="1">
                <a:solidFill>
                  <a:srgbClr val="3F3F3F"/>
                </a:solidFill>
                <a:ea typeface="新細明體"/>
              </a:rPr>
              <a:t>Rule.Common.PEIM.LzmaCompress</a:t>
            </a:r>
            <a:r>
              <a:rPr lang="en-US" altLang="zh-TW" sz="1200" b="1" strike="noStrike" spc="-1" dirty="0">
                <a:solidFill>
                  <a:srgbClr val="3F3F3F"/>
                </a:solidFill>
                <a:ea typeface="新細明體"/>
              </a:rPr>
              <a:t>]</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FILE PEIM = $(NAMED_GUID) {</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PEI_DEPEX	PEI_DEPEX Optional        $(INF_OUTPUT)/$(MODULE_NAME).</a:t>
            </a:r>
            <a:r>
              <a:rPr lang="en-US" altLang="zh-TW" sz="1200" b="1" strike="noStrike" spc="-1" dirty="0" err="1">
                <a:solidFill>
                  <a:srgbClr val="3F3F3F"/>
                </a:solidFill>
                <a:ea typeface="新細明體"/>
              </a:rPr>
              <a:t>depex</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GUIDED EE4E5898-3914-4259-9D6E-DC7BD79403CF {</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PE32		PE32   $(INF_OUTPUT)/$(MODULE_NAME).</a:t>
            </a:r>
            <a:r>
              <a:rPr lang="en-US" altLang="zh-TW" sz="1200" b="1" strike="noStrike" spc="-1" dirty="0" err="1">
                <a:solidFill>
                  <a:srgbClr val="3F3F3F"/>
                </a:solidFill>
                <a:ea typeface="新細明體"/>
              </a:rPr>
              <a:t>efi</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UI		STRING="$(MODULE_NAME)" Optional</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VERSION	STRING="$(INF_VERSION)" Optional BUILD_NUM=$(BUILD_NUMBER)</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a:t>
            </a:r>
            <a:endParaRPr lang="en-US" altLang="zh-TW" sz="1200" b="0" strike="noStrike" spc="-1" dirty="0">
              <a:solidFill>
                <a:srgbClr val="3F3F3F"/>
              </a:solidFill>
            </a:endParaRPr>
          </a:p>
          <a:p>
            <a:pPr marL="685800" indent="0">
              <a:lnSpc>
                <a:spcPct val="120000"/>
              </a:lnSpc>
              <a:spcBef>
                <a:spcPts val="300"/>
              </a:spcBef>
              <a:buNone/>
            </a:pPr>
            <a:r>
              <a:rPr lang="en-US" altLang="zh-TW" sz="1200" b="1" strike="noStrike" spc="-1" dirty="0">
                <a:solidFill>
                  <a:srgbClr val="3F3F3F"/>
                </a:solidFill>
                <a:ea typeface="新細明體"/>
              </a:rPr>
              <a:t>  }</a:t>
            </a:r>
            <a:endParaRPr lang="en-US" altLang="zh-TW" sz="1200" b="0" strike="noStrike" spc="-1" dirty="0">
              <a:solidFill>
                <a:srgbClr val="3F3F3F"/>
              </a:solidFill>
            </a:endParaRPr>
          </a:p>
        </p:txBody>
      </p:sp>
    </p:spTree>
    <p:extLst>
      <p:ext uri="{BB962C8B-B14F-4D97-AF65-F5344CB8AC3E}">
        <p14:creationId xmlns:p14="http://schemas.microsoft.com/office/powerpoint/2010/main" val="2842985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FDF File Overview</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p:txBody>
          <a:bodyPr>
            <a:normAutofit/>
          </a:bodyPr>
          <a:lstStyle/>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!import</a:t>
            </a: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!import </a:t>
            </a:r>
            <a:r>
              <a:rPr lang="en-US" altLang="zh-TW" sz="2000" b="0" i="1" strike="noStrike" spc="-1" dirty="0" err="1">
                <a:solidFill>
                  <a:srgbClr val="3F3F3F"/>
                </a:solidFill>
              </a:rPr>
              <a:t>fdf</a:t>
            </a:r>
            <a:r>
              <a:rPr lang="en-US" altLang="zh-TW" sz="2000" b="0" i="1" strike="noStrike" spc="-1" dirty="0">
                <a:solidFill>
                  <a:srgbClr val="3F3F3F"/>
                </a:solidFill>
              </a:rPr>
              <a:t>-path</a:t>
            </a:r>
            <a:endParaRPr lang="en-US" altLang="zh-TW" sz="20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This command acts as if the contents from each section in the specified .</a:t>
            </a:r>
            <a:r>
              <a:rPr lang="en-US" altLang="zh-TW" sz="2000" b="0" strike="noStrike" spc="-1" dirty="0" err="1">
                <a:solidFill>
                  <a:srgbClr val="3F3F3F"/>
                </a:solidFill>
              </a:rPr>
              <a:t>fdf</a:t>
            </a:r>
            <a:r>
              <a:rPr lang="en-US" altLang="zh-TW" sz="2000" b="0" strike="noStrike" spc="-1" dirty="0">
                <a:solidFill>
                  <a:srgbClr val="3F3F3F"/>
                </a:solidFill>
              </a:rPr>
              <a:t> file were merged together and the section contents in </a:t>
            </a:r>
            <a:r>
              <a:rPr lang="en-US" altLang="zh-TW" sz="2000" b="0" strike="noStrike" spc="-1" dirty="0" err="1">
                <a:solidFill>
                  <a:srgbClr val="3F3F3F"/>
                </a:solidFill>
              </a:rPr>
              <a:t>project.fdf</a:t>
            </a:r>
            <a:r>
              <a:rPr lang="en-US" altLang="zh-TW" sz="2000" b="0" strike="noStrike" spc="-1" dirty="0">
                <a:solidFill>
                  <a:srgbClr val="3F3F3F"/>
                </a:solidFill>
              </a:rPr>
              <a:t> are put after section contents of all the imported packages.</a:t>
            </a: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The !import command can </a:t>
            </a:r>
            <a:r>
              <a:rPr lang="en-US" altLang="zh-TW" sz="2000" b="1" strike="noStrike" spc="-1" dirty="0">
                <a:solidFill>
                  <a:srgbClr val="FF0000"/>
                </a:solidFill>
              </a:rPr>
              <a:t>only</a:t>
            </a:r>
            <a:r>
              <a:rPr lang="en-US" altLang="zh-TW" sz="2000" b="0" strike="noStrike" spc="-1" dirty="0">
                <a:solidFill>
                  <a:srgbClr val="3F3F3F"/>
                </a:solidFill>
              </a:rPr>
              <a:t> be used in a </a:t>
            </a:r>
            <a:r>
              <a:rPr lang="en-US" altLang="zh-TW" sz="2000" b="1" strike="noStrike" spc="-1" dirty="0">
                <a:solidFill>
                  <a:srgbClr val="3F3F3F"/>
                </a:solidFill>
              </a:rPr>
              <a:t>project’s .</a:t>
            </a:r>
            <a:r>
              <a:rPr lang="en-US" altLang="zh-TW" sz="2000" b="1" strike="noStrike" spc="-1" dirty="0" err="1">
                <a:solidFill>
                  <a:srgbClr val="3F3F3F"/>
                </a:solidFill>
              </a:rPr>
              <a:t>fdf</a:t>
            </a:r>
            <a:r>
              <a:rPr lang="en-US" altLang="zh-TW" sz="2000" b="0" strike="noStrike" spc="-1" dirty="0">
                <a:solidFill>
                  <a:srgbClr val="3F3F3F"/>
                </a:solidFill>
              </a:rPr>
              <a:t> file.</a:t>
            </a:r>
          </a:p>
          <a:p>
            <a:pPr marL="229320" indent="0">
              <a:lnSpc>
                <a:spcPct val="100000"/>
              </a:lnSpc>
              <a:spcBef>
                <a:spcPts val="499"/>
              </a:spcBef>
              <a:buNone/>
            </a:pPr>
            <a:r>
              <a:rPr lang="en-US" altLang="zh-TW" sz="2000" b="0" strike="noStrike" spc="-1" dirty="0">
                <a:solidFill>
                  <a:srgbClr val="3F3F3F"/>
                </a:solidFill>
              </a:rPr>
              <a:t>	</a:t>
            </a:r>
            <a:r>
              <a:rPr lang="en-US" altLang="zh-TW" sz="2000" b="0" strike="noStrike" spc="-1" dirty="0">
                <a:solidFill>
                  <a:srgbClr val="0070C0"/>
                </a:solidFill>
              </a:rPr>
              <a:t>!import </a:t>
            </a:r>
            <a:r>
              <a:rPr lang="en-US" altLang="zh-TW" sz="2000" b="0" strike="noStrike" spc="-1" dirty="0" err="1">
                <a:solidFill>
                  <a:srgbClr val="0070C0"/>
                </a:solidFill>
              </a:rPr>
              <a:t>MdeModulePkg</a:t>
            </a:r>
            <a:r>
              <a:rPr lang="en-US" altLang="zh-TW" sz="2000" b="0" strike="noStrike" spc="-1" dirty="0">
                <a:solidFill>
                  <a:srgbClr val="0070C0"/>
                </a:solidFill>
              </a:rPr>
              <a:t>/</a:t>
            </a:r>
            <a:r>
              <a:rPr lang="en-US" altLang="zh-TW" sz="2000" b="0" strike="noStrike" spc="-1" dirty="0" err="1">
                <a:solidFill>
                  <a:srgbClr val="0070C0"/>
                </a:solidFill>
              </a:rPr>
              <a:t>Package.fdf</a:t>
            </a:r>
            <a:endParaRPr lang="en-US" altLang="zh-TW" sz="2000" b="0" strike="noStrike" spc="-1" dirty="0">
              <a:solidFill>
                <a:srgbClr val="3F3F3F"/>
              </a:solidFill>
            </a:endParaRPr>
          </a:p>
          <a:p>
            <a:pPr>
              <a:lnSpc>
                <a:spcPct val="100000"/>
              </a:lnSpc>
              <a:spcBef>
                <a:spcPts val="1001"/>
              </a:spcBef>
            </a:pPr>
            <a:endParaRPr lang="en-US" altLang="zh-TW" sz="2000" b="0" strike="noStrike" spc="-1" dirty="0">
              <a:solidFill>
                <a:srgbClr val="3F3F3F"/>
              </a:solidFill>
            </a:endParaRPr>
          </a:p>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!disable</a:t>
            </a: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!disable </a:t>
            </a:r>
            <a:r>
              <a:rPr lang="en-US" altLang="zh-TW" sz="2000" b="0" i="1" strike="noStrike" spc="-1" dirty="0">
                <a:solidFill>
                  <a:srgbClr val="3F3F3F"/>
                </a:solidFill>
              </a:rPr>
              <a:t>file-path</a:t>
            </a:r>
            <a:endParaRPr lang="en-US" altLang="zh-TW" sz="2000" b="0" strike="noStrike" spc="-1" dirty="0">
              <a:solidFill>
                <a:srgbClr val="3F3F3F"/>
              </a:solidFill>
            </a:endParaRPr>
          </a:p>
          <a:p>
            <a:pPr marL="685800" lvl="1" indent="-227520">
              <a:lnSpc>
                <a:spcPct val="100000"/>
              </a:lnSpc>
              <a:spcBef>
                <a:spcPts val="499"/>
              </a:spcBef>
              <a:buClr>
                <a:srgbClr val="3F3F3F"/>
              </a:buClr>
              <a:buFont typeface="Arial"/>
              <a:buChar char="•"/>
            </a:pPr>
            <a:r>
              <a:rPr lang="en-US" altLang="zh-TW" sz="2000" b="0" strike="noStrike" spc="-1" dirty="0">
                <a:solidFill>
                  <a:srgbClr val="3F3F3F"/>
                </a:solidFill>
              </a:rPr>
              <a:t>This command disables the specified module, removing it from the current FV.</a:t>
            </a:r>
          </a:p>
          <a:p>
            <a:pPr marL="229320" indent="0">
              <a:lnSpc>
                <a:spcPct val="100000"/>
              </a:lnSpc>
              <a:spcBef>
                <a:spcPts val="499"/>
              </a:spcBef>
              <a:buNone/>
            </a:pPr>
            <a:r>
              <a:rPr lang="en-US" altLang="zh-TW" sz="2000" b="0" strike="noStrike" spc="-1" dirty="0">
                <a:solidFill>
                  <a:srgbClr val="3F3F3F"/>
                </a:solidFill>
              </a:rPr>
              <a:t>	</a:t>
            </a:r>
            <a:r>
              <a:rPr lang="en-US" altLang="zh-TW" sz="2000" b="0" strike="noStrike" spc="-1" dirty="0">
                <a:solidFill>
                  <a:srgbClr val="0070C0"/>
                </a:solidFill>
              </a:rPr>
              <a:t>!disable </a:t>
            </a:r>
            <a:r>
              <a:rPr lang="en-US" altLang="zh-TW" sz="2000" b="0" strike="noStrike" spc="-1" dirty="0" err="1">
                <a:solidFill>
                  <a:srgbClr val="0070C0"/>
                </a:solidFill>
              </a:rPr>
              <a:t>InsydeModulePkg</a:t>
            </a:r>
            <a:r>
              <a:rPr lang="en-US" altLang="zh-TW" sz="2000" b="0" strike="noStrike" spc="-1" dirty="0">
                <a:solidFill>
                  <a:srgbClr val="0070C0"/>
                </a:solidFill>
              </a:rPr>
              <a:t>/Bus/</a:t>
            </a:r>
            <a:r>
              <a:rPr lang="en-US" altLang="zh-TW" sz="2000" b="0" strike="noStrike" spc="-1" dirty="0" err="1">
                <a:solidFill>
                  <a:srgbClr val="0070C0"/>
                </a:solidFill>
              </a:rPr>
              <a:t>Pci</a:t>
            </a:r>
            <a:r>
              <a:rPr lang="en-US" altLang="zh-TW" sz="2000" b="0" strike="noStrike" spc="-1" dirty="0">
                <a:solidFill>
                  <a:srgbClr val="0070C0"/>
                </a:solidFill>
              </a:rPr>
              <a:t>/</a:t>
            </a:r>
            <a:r>
              <a:rPr lang="en-US" altLang="zh-TW" sz="2000" b="0" strike="noStrike" spc="-1" dirty="0" err="1">
                <a:solidFill>
                  <a:srgbClr val="0070C0"/>
                </a:solidFill>
              </a:rPr>
              <a:t>EhciPei</a:t>
            </a:r>
            <a:r>
              <a:rPr lang="en-US" altLang="zh-TW" sz="2000" b="0" strike="noStrike" spc="-1" dirty="0">
                <a:solidFill>
                  <a:srgbClr val="0070C0"/>
                </a:solidFill>
              </a:rPr>
              <a:t>/EhciPei.inf</a:t>
            </a:r>
            <a:endParaRPr lang="en-US" altLang="zh-TW" sz="2000" b="0" strike="noStrike" spc="-1" dirty="0">
              <a:solidFill>
                <a:srgbClr val="3F3F3F"/>
              </a:solidFill>
            </a:endParaRPr>
          </a:p>
        </p:txBody>
      </p:sp>
    </p:spTree>
    <p:extLst>
      <p:ext uri="{BB962C8B-B14F-4D97-AF65-F5344CB8AC3E}">
        <p14:creationId xmlns:p14="http://schemas.microsoft.com/office/powerpoint/2010/main" val="3586264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17</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How to Adjust Flash Layout</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Change the Size of BIOS Binary</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fontScale="55000" lnSpcReduction="20000"/>
          </a:bodyPr>
          <a:lstStyle/>
          <a:p>
            <a:pPr marL="228600" indent="-227520">
              <a:lnSpc>
                <a:spcPct val="100000"/>
              </a:lnSpc>
              <a:spcBef>
                <a:spcPts val="1001"/>
              </a:spcBef>
              <a:buClr>
                <a:srgbClr val="3F3F3F"/>
              </a:buClr>
              <a:buFont typeface="Arial"/>
              <a:buChar char="•"/>
            </a:pPr>
            <a:r>
              <a:rPr lang="en-US" altLang="zh-TW" sz="4400" b="0" strike="noStrike" spc="-1" dirty="0">
                <a:solidFill>
                  <a:srgbClr val="3F3F3F"/>
                </a:solidFill>
              </a:rPr>
              <a:t>Board/Intel/$(PROJECT_PKG)/</a:t>
            </a:r>
            <a:r>
              <a:rPr lang="en-US" altLang="zh-TW" sz="4400" b="0" strike="noStrike" spc="-1" dirty="0" err="1">
                <a:solidFill>
                  <a:srgbClr val="3F3F3F"/>
                </a:solidFill>
              </a:rPr>
              <a:t>Project.fdf</a:t>
            </a:r>
            <a:endParaRPr lang="en-US" altLang="zh-TW" sz="44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a:t>
            </a:r>
            <a:r>
              <a:rPr lang="en-US" altLang="zh-TW" sz="2800" b="1" strike="noStrike" spc="-1" dirty="0" err="1">
                <a:solidFill>
                  <a:srgbClr val="3F3F3F"/>
                </a:solidFill>
              </a:rPr>
              <a:t>FD.Eglstrm</a:t>
            </a:r>
            <a:r>
              <a:rPr lang="en-US" altLang="zh-TW" sz="2800" b="1" strike="noStrike" spc="-1" dirty="0">
                <a:solidFill>
                  <a:srgbClr val="3F3F3F"/>
                </a:solidFill>
              </a:rPr>
              <a:t>]</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a:t>
            </a:r>
            <a:r>
              <a:rPr lang="en-US" altLang="zh-TW" sz="2800" b="1" strike="noStrike" spc="-1" dirty="0" err="1">
                <a:solidFill>
                  <a:srgbClr val="3F3F3F"/>
                </a:solidFill>
              </a:rPr>
              <a:t>BaseAddress</a:t>
            </a:r>
            <a:r>
              <a:rPr lang="en-US" altLang="zh-TW" sz="2800" b="1" strike="noStrike" spc="-1" dirty="0">
                <a:solidFill>
                  <a:srgbClr val="3F3F3F"/>
                </a:solidFill>
              </a:rPr>
              <a:t>	= $(</a:t>
            </a:r>
            <a:r>
              <a:rPr lang="en-US" altLang="zh-TW" sz="2800" b="1" strike="noStrike" spc="-1" dirty="0">
                <a:solidFill>
                  <a:srgbClr val="EE6F31"/>
                </a:solidFill>
              </a:rPr>
              <a:t>FLASH_BASE</a:t>
            </a:r>
            <a:r>
              <a:rPr lang="en-US" altLang="zh-TW" sz="2800" b="1" strike="noStrike" spc="-1" dirty="0">
                <a:solidFill>
                  <a:srgbClr val="3F3F3F"/>
                </a:solidFill>
              </a:rPr>
              <a:t>) | </a:t>
            </a:r>
            <a:r>
              <a:rPr lang="en-US" altLang="zh-TW" sz="2800" b="1" strike="noStrike" spc="-1" dirty="0" err="1">
                <a:solidFill>
                  <a:srgbClr val="3F3F3F"/>
                </a:solidFill>
              </a:rPr>
              <a:t>gInsydeTokenSpaceGuid.PcdFlashAreaBaseAddress</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Size	                 = $(</a:t>
            </a:r>
            <a:r>
              <a:rPr lang="en-US" altLang="zh-TW" sz="2800" b="1" strike="noStrike" spc="-1" dirty="0">
                <a:solidFill>
                  <a:srgbClr val="EE6F31"/>
                </a:solidFill>
              </a:rPr>
              <a:t>FLASH_SIZE</a:t>
            </a:r>
            <a:r>
              <a:rPr lang="en-US" altLang="zh-TW" sz="2800" b="1" strike="noStrike" spc="-1" dirty="0">
                <a:solidFill>
                  <a:srgbClr val="3F3F3F"/>
                </a:solidFill>
              </a:rPr>
              <a:t>) | </a:t>
            </a:r>
            <a:r>
              <a:rPr lang="en-US" altLang="zh-TW" sz="2800" b="1" strike="noStrike" spc="-1" dirty="0" err="1">
                <a:solidFill>
                  <a:srgbClr val="3F3F3F"/>
                </a:solidFill>
              </a:rPr>
              <a:t>gInsydeTokenSpaceGuid.PcdFlashAreaSize</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a:t>
            </a:r>
            <a:r>
              <a:rPr lang="en-US" altLang="zh-TW" sz="2800" b="1" strike="noStrike" spc="-1" dirty="0" err="1">
                <a:solidFill>
                  <a:srgbClr val="3F3F3F"/>
                </a:solidFill>
              </a:rPr>
              <a:t>ErasePolarity</a:t>
            </a:r>
            <a:r>
              <a:rPr lang="en-US" altLang="zh-TW" sz="2800" b="1" strike="noStrike" spc="-1" dirty="0">
                <a:solidFill>
                  <a:srgbClr val="3F3F3F"/>
                </a:solidFill>
              </a:rPr>
              <a:t>	= 1</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a:t>
            </a:r>
            <a:r>
              <a:rPr lang="en-US" altLang="zh-TW" sz="2800" b="1" strike="noStrike" spc="-1" dirty="0" err="1">
                <a:solidFill>
                  <a:srgbClr val="3F3F3F"/>
                </a:solidFill>
              </a:rPr>
              <a:t>BlockSize</a:t>
            </a:r>
            <a:r>
              <a:rPr lang="en-US" altLang="zh-TW" sz="2800" b="1" strike="noStrike" spc="-1" dirty="0">
                <a:solidFill>
                  <a:srgbClr val="3F3F3F"/>
                </a:solidFill>
              </a:rPr>
              <a:t>	= $(</a:t>
            </a:r>
            <a:r>
              <a:rPr lang="en-US" altLang="zh-TW" sz="2800" b="1" strike="noStrike" spc="-1" dirty="0">
                <a:solidFill>
                  <a:srgbClr val="EE6F31"/>
                </a:solidFill>
              </a:rPr>
              <a:t>BLOCK_SIZE</a:t>
            </a:r>
            <a:r>
              <a:rPr lang="en-US" altLang="zh-TW" sz="2800" b="1" strike="noStrike" spc="-1" dirty="0">
                <a:solidFill>
                  <a:srgbClr val="3F3F3F"/>
                </a:solidFill>
              </a:rPr>
              <a:t>)</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a:t>
            </a:r>
            <a:r>
              <a:rPr lang="en-US" altLang="zh-TW" sz="2800" b="1" strike="noStrike" spc="-1" dirty="0" err="1">
                <a:solidFill>
                  <a:srgbClr val="3F3F3F"/>
                </a:solidFill>
              </a:rPr>
              <a:t>NumBlocks</a:t>
            </a:r>
            <a:r>
              <a:rPr lang="en-US" altLang="zh-TW" sz="2800" b="1" strike="noStrike" spc="-1" dirty="0">
                <a:solidFill>
                  <a:srgbClr val="3F3F3F"/>
                </a:solidFill>
              </a:rPr>
              <a:t>	= $(NUM_BLOCKS)</a:t>
            </a:r>
          </a:p>
          <a:p>
            <a:pPr marL="0" indent="0">
              <a:lnSpc>
                <a:spcPct val="100000"/>
              </a:lnSpc>
              <a:spcBef>
                <a:spcPts val="600"/>
              </a:spcBef>
              <a:buNone/>
            </a:pPr>
            <a:endParaRPr lang="en-US" altLang="zh-TW" b="1" spc="-1" dirty="0">
              <a:solidFill>
                <a:srgbClr val="3F3F3F"/>
              </a:solidFill>
            </a:endParaRPr>
          </a:p>
          <a:p>
            <a:pPr>
              <a:lnSpc>
                <a:spcPct val="100000"/>
              </a:lnSpc>
              <a:spcBef>
                <a:spcPts val="600"/>
              </a:spcBef>
            </a:pPr>
            <a:r>
              <a:rPr lang="en-US" altLang="zh-TW" sz="4400" b="0" strike="noStrike" spc="-1" dirty="0">
                <a:solidFill>
                  <a:srgbClr val="3F3F3F"/>
                </a:solidFill>
              </a:rPr>
              <a:t>Board/Intel</a:t>
            </a:r>
            <a:r>
              <a:rPr lang="en-US" altLang="zh-TW" sz="4400" spc="-1" dirty="0">
                <a:solidFill>
                  <a:srgbClr val="3F3F3F"/>
                </a:solidFill>
              </a:rPr>
              <a:t>/</a:t>
            </a:r>
            <a:r>
              <a:rPr lang="en-US" altLang="zh-TW" sz="4400" b="0" strike="noStrike" spc="-1" dirty="0">
                <a:solidFill>
                  <a:srgbClr val="3F3F3F"/>
                </a:solidFill>
              </a:rPr>
              <a:t>$(PROJECT_PKG)</a:t>
            </a:r>
            <a:r>
              <a:rPr lang="en-US" altLang="zh-TW" sz="4400" spc="-1" dirty="0">
                <a:solidFill>
                  <a:srgbClr val="3F3F3F"/>
                </a:solidFill>
              </a:rPr>
              <a:t>/</a:t>
            </a:r>
            <a:r>
              <a:rPr lang="en-US" altLang="zh-TW" sz="4400" b="0" strike="noStrike" spc="-1" dirty="0" err="1">
                <a:solidFill>
                  <a:srgbClr val="3F3F3F"/>
                </a:solidFill>
              </a:rPr>
              <a:t>FlashRegionDefines.fdf</a:t>
            </a:r>
            <a:endParaRPr lang="en-US" altLang="zh-TW" sz="4400" b="0" strike="noStrike" spc="-1" dirty="0">
              <a:solidFill>
                <a:srgbClr val="3F3F3F"/>
              </a:solidFill>
            </a:endParaRPr>
          </a:p>
          <a:p>
            <a:pPr marL="0" indent="0">
              <a:lnSpc>
                <a:spcPct val="100000"/>
              </a:lnSpc>
              <a:spcBef>
                <a:spcPts val="600"/>
              </a:spcBef>
              <a:buNone/>
            </a:pP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DEFINE </a:t>
            </a:r>
            <a:r>
              <a:rPr lang="en-US" altLang="zh-TW" sz="2800" b="1" strike="noStrike" spc="-1" dirty="0">
                <a:solidFill>
                  <a:srgbClr val="EE6F31"/>
                </a:solidFill>
              </a:rPr>
              <a:t>FLASH_BASE</a:t>
            </a:r>
            <a:r>
              <a:rPr lang="en-US" altLang="zh-TW" sz="2800" b="1" strike="noStrike" spc="-1" dirty="0">
                <a:solidFill>
                  <a:srgbClr val="3F3F3F"/>
                </a:solidFill>
              </a:rPr>
              <a:t>			= </a:t>
            </a:r>
            <a:r>
              <a:rPr lang="en-US" altLang="zh-TW" sz="2800" b="1" strike="noStrike" spc="-1" dirty="0">
                <a:solidFill>
                  <a:srgbClr val="FF0000"/>
                </a:solidFill>
              </a:rPr>
              <a:t>0xFF000000</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DEFINE </a:t>
            </a:r>
            <a:r>
              <a:rPr lang="en-US" altLang="zh-TW" sz="2800" b="1" strike="noStrike" spc="-1" dirty="0">
                <a:solidFill>
                  <a:srgbClr val="EE6F31"/>
                </a:solidFill>
              </a:rPr>
              <a:t>FLASH_SIZE</a:t>
            </a:r>
            <a:r>
              <a:rPr lang="en-US" altLang="zh-TW" sz="2800" b="1" strike="noStrike" spc="-1" dirty="0">
                <a:solidFill>
                  <a:srgbClr val="3F3F3F"/>
                </a:solidFill>
              </a:rPr>
              <a:t>                                                    = </a:t>
            </a:r>
            <a:r>
              <a:rPr lang="en-US" altLang="zh-TW" sz="2800" b="1" strike="noStrike" spc="-1" dirty="0">
                <a:solidFill>
                  <a:srgbClr val="FF0000"/>
                </a:solidFill>
              </a:rPr>
              <a:t>0x01000000</a:t>
            </a:r>
          </a:p>
          <a:p>
            <a:pPr marL="0" indent="0">
              <a:lnSpc>
                <a:spcPct val="100000"/>
              </a:lnSpc>
              <a:spcBef>
                <a:spcPts val="600"/>
              </a:spcBef>
              <a:buNone/>
            </a:pPr>
            <a:r>
              <a:rPr lang="en-US" altLang="zh-TW" sz="2800" b="1" strike="noStrike" spc="-1" dirty="0">
                <a:solidFill>
                  <a:srgbClr val="3F3F3F"/>
                </a:solidFill>
              </a:rPr>
              <a:t>  DEFINE NUM_BLOCKS		                  =  $(FLASH_SIZE)/$(BLOCK_SIZE)</a:t>
            </a:r>
            <a:endParaRPr lang="en-US" altLang="zh-TW" sz="2800" b="0" strike="noStrike" spc="-1" dirty="0">
              <a:solidFill>
                <a:srgbClr val="3F3F3F"/>
              </a:solidFill>
            </a:endParaRPr>
          </a:p>
          <a:p>
            <a:pPr marL="0" indent="0">
              <a:lnSpc>
                <a:spcPct val="100000"/>
              </a:lnSpc>
              <a:spcBef>
                <a:spcPts val="600"/>
              </a:spcBef>
              <a:buNone/>
            </a:pPr>
            <a:endParaRPr lang="en-US" altLang="zh-TW" sz="2800" b="0" strike="noStrike" spc="-1" dirty="0">
              <a:solidFill>
                <a:srgbClr val="3F3F3F"/>
              </a:solidFill>
            </a:endParaRPr>
          </a:p>
          <a:p>
            <a:pPr marL="0" indent="0">
              <a:lnSpc>
                <a:spcPct val="100000"/>
              </a:lnSpc>
              <a:spcBef>
                <a:spcPts val="600"/>
              </a:spcBef>
              <a:buNone/>
            </a:pPr>
            <a:r>
              <a:rPr lang="en-US" altLang="zh-TW" spc="-1" dirty="0">
                <a:solidFill>
                  <a:srgbClr val="3F3F3F"/>
                </a:solidFill>
              </a:rPr>
              <a:t>  </a:t>
            </a:r>
            <a:r>
              <a:rPr lang="en-US" altLang="zh-TW" sz="2800" b="1" strike="noStrike" spc="-1" dirty="0">
                <a:solidFill>
                  <a:srgbClr val="3F3F3F"/>
                </a:solidFill>
              </a:rPr>
              <a:t>DEFINE FLASH_REGION_FV_RECOVERY_SIZE	= 0x00400000 - $(FLASH_REGION_FV_FSP_SIZE)</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DEFINE FLASH_REGION_FV_RECOVERY_OFFSET	= $(FLASH_SIZE) - $(FLASH_REGION_FV_RECOVERY_SIZE)</a:t>
            </a:r>
            <a:endParaRPr lang="en-US" altLang="zh-TW" sz="2800" b="0" strike="noStrike" spc="-1" dirty="0">
              <a:solidFill>
                <a:srgbClr val="3F3F3F"/>
              </a:solidFill>
            </a:endParaRPr>
          </a:p>
          <a:p>
            <a:pPr marL="0" indent="0">
              <a:lnSpc>
                <a:spcPct val="100000"/>
              </a:lnSpc>
              <a:spcBef>
                <a:spcPts val="600"/>
              </a:spcBef>
              <a:buNone/>
            </a:pPr>
            <a:r>
              <a:rPr lang="en-US" altLang="zh-TW" sz="2800" b="1" strike="noStrike" spc="-1" dirty="0">
                <a:solidFill>
                  <a:srgbClr val="3F3F3F"/>
                </a:solidFill>
              </a:rPr>
              <a:t>  </a:t>
            </a:r>
            <a:endParaRPr lang="en-US" altLang="zh-TW" sz="2800" b="0" strike="noStrike" spc="-1" dirty="0">
              <a:solidFill>
                <a:srgbClr val="3F3F3F"/>
              </a:solidFill>
            </a:endParaRPr>
          </a:p>
        </p:txBody>
      </p:sp>
    </p:spTree>
    <p:extLst>
      <p:ext uri="{BB962C8B-B14F-4D97-AF65-F5344CB8AC3E}">
        <p14:creationId xmlns:p14="http://schemas.microsoft.com/office/powerpoint/2010/main" val="2152331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Change the Size of Defined Regions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a:xfrm>
            <a:off x="838199" y="1398494"/>
            <a:ext cx="10515601" cy="4778469"/>
          </a:xfrm>
        </p:spPr>
        <p:txBody>
          <a:bodyPr>
            <a:normAutofit/>
          </a:bodyPr>
          <a:lstStyle/>
          <a:p>
            <a:pPr>
              <a:lnSpc>
                <a:spcPct val="100000"/>
              </a:lnSpc>
              <a:spcBef>
                <a:spcPts val="600"/>
              </a:spcBef>
            </a:pPr>
            <a:r>
              <a:rPr lang="en-US" altLang="zh-TW" sz="2800" b="0" strike="noStrike" spc="-1" dirty="0">
                <a:solidFill>
                  <a:srgbClr val="3F3F3F"/>
                </a:solidFill>
              </a:rPr>
              <a:t>Board/Intel</a:t>
            </a:r>
            <a:r>
              <a:rPr lang="en-US" altLang="zh-TW" sz="2800" spc="-1" dirty="0">
                <a:solidFill>
                  <a:srgbClr val="3F3F3F"/>
                </a:solidFill>
              </a:rPr>
              <a:t>/</a:t>
            </a:r>
            <a:r>
              <a:rPr lang="en-US" altLang="zh-TW" sz="2800" b="0" strike="noStrike" spc="-1" dirty="0">
                <a:solidFill>
                  <a:srgbClr val="3F3F3F"/>
                </a:solidFill>
              </a:rPr>
              <a:t>$(PROJECT_PKG)</a:t>
            </a:r>
            <a:r>
              <a:rPr lang="en-US" altLang="zh-TW" sz="2800" spc="-1" dirty="0">
                <a:solidFill>
                  <a:srgbClr val="3F3F3F"/>
                </a:solidFill>
              </a:rPr>
              <a:t>/</a:t>
            </a:r>
            <a:r>
              <a:rPr lang="en-US" altLang="zh-TW" sz="2800" b="0" strike="noStrike" spc="-1" dirty="0" err="1">
                <a:solidFill>
                  <a:srgbClr val="3F3F3F"/>
                </a:solidFill>
              </a:rPr>
              <a:t>FlashRegionDefines.fdf</a:t>
            </a:r>
            <a:endParaRPr lang="en-US" altLang="zh-TW" sz="2800" b="0" strike="noStrike" spc="-1" dirty="0">
              <a:solidFill>
                <a:srgbClr val="3F3F3F"/>
              </a:solidFill>
            </a:endParaRPr>
          </a:p>
          <a:p>
            <a:pPr marL="228600" indent="-227520">
              <a:lnSpc>
                <a:spcPct val="100000"/>
              </a:lnSpc>
              <a:spcBef>
                <a:spcPts val="1001"/>
              </a:spcBef>
              <a:buClr>
                <a:srgbClr val="3F3F3F"/>
              </a:buClr>
              <a:buFont typeface="Arial"/>
              <a:buChar char="•"/>
            </a:pPr>
            <a:endParaRPr lang="en-US" altLang="zh-TW" b="0" strike="noStrike" spc="-1" dirty="0">
              <a:solidFill>
                <a:srgbClr val="3F3F3F"/>
              </a:solidFill>
            </a:endParaRPr>
          </a:p>
          <a:p>
            <a:pPr marL="0" indent="0">
              <a:lnSpc>
                <a:spcPct val="100000"/>
              </a:lnSpc>
              <a:buNone/>
            </a:pPr>
            <a:r>
              <a:rPr lang="en-US" altLang="zh-TW" sz="1700" b="1" strike="noStrike" spc="-1" dirty="0">
                <a:solidFill>
                  <a:srgbClr val="3F3F3F"/>
                </a:solidFill>
              </a:rPr>
              <a:t>  DEFINE FLASH_REGION_NVSTORAGE_SUBREGION_NV_VARIABLE_STORE_OFFSET    =  </a:t>
            </a:r>
          </a:p>
          <a:p>
            <a:pPr marL="0" indent="0">
              <a:lnSpc>
                <a:spcPct val="100000"/>
              </a:lnSpc>
              <a:buNone/>
            </a:pPr>
            <a:r>
              <a:rPr lang="en-US" altLang="zh-TW" sz="1700" b="1" strike="noStrike" spc="-1" dirty="0">
                <a:solidFill>
                  <a:srgbClr val="3F3F3F"/>
                </a:solidFill>
              </a:rPr>
              <a:t>  $(FLASH_REGION_BIOS_EVENT_STORAGE_OFFSET) + $(FLASH_REGION_BIOS_EVENT_STORAGE_SIZE)</a:t>
            </a:r>
            <a:endParaRPr lang="en-US" altLang="zh-TW" sz="1700" b="0" strike="noStrike" spc="-1" dirty="0">
              <a:solidFill>
                <a:srgbClr val="3F3F3F"/>
              </a:solidFill>
            </a:endParaRPr>
          </a:p>
          <a:p>
            <a:pPr marL="0" indent="0">
              <a:lnSpc>
                <a:spcPct val="100000"/>
              </a:lnSpc>
              <a:buNone/>
            </a:pPr>
            <a:r>
              <a:rPr lang="en-US" altLang="zh-TW" sz="1700" b="1" strike="noStrike" spc="-1" dirty="0">
                <a:solidFill>
                  <a:srgbClr val="3F3F3F"/>
                </a:solidFill>
              </a:rPr>
              <a:t>  DEFINE FLASH_REGION_NVSTORAGE_SUBREGION_NV_VARIABLE_STORE_SIZE          = </a:t>
            </a:r>
            <a:r>
              <a:rPr lang="en-US" altLang="zh-TW" sz="1700" b="1" strike="noStrike" spc="-1" dirty="0">
                <a:solidFill>
                  <a:srgbClr val="FF0000"/>
                </a:solidFill>
              </a:rPr>
              <a:t>0x00019000</a:t>
            </a:r>
            <a:endParaRPr lang="en-US" altLang="zh-TW" sz="1700" b="0" strike="noStrike" spc="-1" dirty="0">
              <a:solidFill>
                <a:srgbClr val="3F3F3F"/>
              </a:solidFill>
            </a:endParaRPr>
          </a:p>
          <a:p>
            <a:pPr marL="0" indent="0">
              <a:lnSpc>
                <a:spcPct val="100000"/>
              </a:lnSpc>
              <a:buNone/>
            </a:pPr>
            <a:endParaRPr lang="en-US" altLang="zh-TW" sz="1700" b="0" strike="noStrike" spc="-1" dirty="0">
              <a:solidFill>
                <a:srgbClr val="3F3F3F"/>
              </a:solidFill>
            </a:endParaRPr>
          </a:p>
          <a:p>
            <a:pPr marL="0" indent="0">
              <a:lnSpc>
                <a:spcPct val="100000"/>
              </a:lnSpc>
              <a:buNone/>
            </a:pPr>
            <a:r>
              <a:rPr lang="en-US" altLang="zh-TW" sz="1700" b="1" strike="noStrike" spc="-1" dirty="0">
                <a:solidFill>
                  <a:srgbClr val="3F3F3F"/>
                </a:solidFill>
              </a:rPr>
              <a:t>  DEFINE FLASH_REGION_NV_COMMON_STORE_SUBREGION_MICROCODE_OFFSET   =</a:t>
            </a:r>
            <a:endParaRPr lang="en-US" altLang="zh-TW" sz="1700" spc="-1" dirty="0">
              <a:solidFill>
                <a:srgbClr val="3F3F3F"/>
              </a:solidFill>
            </a:endParaRPr>
          </a:p>
          <a:p>
            <a:pPr marL="0" indent="0">
              <a:lnSpc>
                <a:spcPct val="100000"/>
              </a:lnSpc>
              <a:buNone/>
            </a:pPr>
            <a:r>
              <a:rPr lang="en-US" altLang="zh-TW" sz="1700" b="1" spc="-1" dirty="0">
                <a:solidFill>
                  <a:srgbClr val="3F3F3F"/>
                </a:solidFill>
              </a:rPr>
              <a:t>  $(FLASH_REGION_BIOSACM_OFFSET) + $(FLASH_REGION_BIOSACM_SIZE)</a:t>
            </a:r>
          </a:p>
          <a:p>
            <a:pPr marL="0" indent="0">
              <a:lnSpc>
                <a:spcPct val="100000"/>
              </a:lnSpc>
              <a:buNone/>
            </a:pPr>
            <a:r>
              <a:rPr lang="en-US" altLang="zh-TW" sz="1700" b="1" strike="noStrike" spc="-1" dirty="0">
                <a:solidFill>
                  <a:srgbClr val="3F3F3F"/>
                </a:solidFill>
              </a:rPr>
              <a:t>  DEFINE FLASH_REGION_NV_COMMON_STORE_SUBREGION_MICROCODE_SIZE        = </a:t>
            </a:r>
            <a:r>
              <a:rPr lang="en-US" altLang="zh-TW" sz="1700" b="1" strike="noStrike" spc="-1" dirty="0">
                <a:solidFill>
                  <a:srgbClr val="FF0000"/>
                </a:solidFill>
              </a:rPr>
              <a:t>0x00040000</a:t>
            </a:r>
            <a:endParaRPr lang="en-US" altLang="zh-TW" sz="1700" b="0" strike="noStrike" spc="-1" dirty="0">
              <a:solidFill>
                <a:srgbClr val="3F3F3F"/>
              </a:solidFill>
            </a:endParaRPr>
          </a:p>
          <a:p>
            <a:pPr>
              <a:lnSpc>
                <a:spcPct val="100000"/>
              </a:lnSpc>
            </a:pPr>
            <a:endParaRPr lang="en-US" altLang="zh-TW" sz="4400" b="0" strike="noStrike" spc="-1" dirty="0">
              <a:solidFill>
                <a:srgbClr val="3F3F3F"/>
              </a:solidFill>
            </a:endParaRPr>
          </a:p>
        </p:txBody>
      </p:sp>
    </p:spTree>
    <p:extLst>
      <p:ext uri="{BB962C8B-B14F-4D97-AF65-F5344CB8AC3E}">
        <p14:creationId xmlns:p14="http://schemas.microsoft.com/office/powerpoint/2010/main" val="4249389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60A22E-62E4-45D2-8074-E495DAF80009}"/>
              </a:ext>
            </a:extLst>
          </p:cNvPr>
          <p:cNvSpPr>
            <a:spLocks noGrp="1"/>
          </p:cNvSpPr>
          <p:nvPr>
            <p:ph type="title"/>
          </p:nvPr>
        </p:nvSpPr>
        <p:spPr/>
        <p:txBody>
          <a:bodyPr/>
          <a:lstStyle/>
          <a:p>
            <a:r>
              <a:rPr lang="en-US" altLang="zh-TW" dirty="0"/>
              <a:t>Add New Region</a:t>
            </a:r>
            <a:endParaRPr lang="zh-TW" altLang="en-US" dirty="0"/>
          </a:p>
        </p:txBody>
      </p:sp>
      <p:sp>
        <p:nvSpPr>
          <p:cNvPr id="3" name="內容版面配置區 2">
            <a:extLst>
              <a:ext uri="{FF2B5EF4-FFF2-40B4-BE49-F238E27FC236}">
                <a16:creationId xmlns:a16="http://schemas.microsoft.com/office/drawing/2014/main" id="{7F422DAF-E6FA-4CC6-983C-C6633DA40974}"/>
              </a:ext>
            </a:extLst>
          </p:cNvPr>
          <p:cNvSpPr>
            <a:spLocks noGrp="1"/>
          </p:cNvSpPr>
          <p:nvPr>
            <p:ph idx="1"/>
          </p:nvPr>
        </p:nvSpPr>
        <p:spPr/>
        <p:txBody>
          <a:bodyPr>
            <a:normAutofit fontScale="47500" lnSpcReduction="20000"/>
          </a:bodyPr>
          <a:lstStyle/>
          <a:p>
            <a:pPr>
              <a:lnSpc>
                <a:spcPct val="100000"/>
              </a:lnSpc>
              <a:spcBef>
                <a:spcPts val="600"/>
              </a:spcBef>
            </a:pPr>
            <a:r>
              <a:rPr lang="en-US" altLang="zh-TW" sz="4400" b="0" strike="noStrike" spc="-1" dirty="0">
                <a:solidFill>
                  <a:srgbClr val="3F3F3F"/>
                </a:solidFill>
              </a:rPr>
              <a:t>Board/Intel</a:t>
            </a:r>
            <a:r>
              <a:rPr lang="en-US" altLang="zh-TW" sz="4400" spc="-1" dirty="0">
                <a:solidFill>
                  <a:srgbClr val="3F3F3F"/>
                </a:solidFill>
              </a:rPr>
              <a:t>/</a:t>
            </a:r>
            <a:r>
              <a:rPr lang="en-US" altLang="zh-TW" sz="4400" b="0" strike="noStrike" spc="-1" dirty="0">
                <a:solidFill>
                  <a:srgbClr val="3F3F3F"/>
                </a:solidFill>
              </a:rPr>
              <a:t>$(PROJECT_PKG)</a:t>
            </a:r>
            <a:r>
              <a:rPr lang="en-US" altLang="zh-TW" sz="4400" spc="-1" dirty="0">
                <a:solidFill>
                  <a:srgbClr val="3F3F3F"/>
                </a:solidFill>
              </a:rPr>
              <a:t>/</a:t>
            </a:r>
            <a:r>
              <a:rPr lang="en-US" altLang="zh-TW" sz="4400" b="0" strike="noStrike" spc="-1" dirty="0" err="1">
                <a:solidFill>
                  <a:srgbClr val="3F3F3F"/>
                </a:solidFill>
              </a:rPr>
              <a:t>FlashRegionDefines.fdf</a:t>
            </a:r>
            <a:endParaRPr lang="en-US" altLang="zh-TW" sz="4400" b="0" strike="noStrike" spc="-1" dirty="0">
              <a:solidFill>
                <a:srgbClr val="3F3F3F"/>
              </a:solidFill>
            </a:endParaRPr>
          </a:p>
          <a:p>
            <a:pPr indent="0">
              <a:lnSpc>
                <a:spcPct val="100000"/>
              </a:lnSpc>
              <a:buNone/>
            </a:pPr>
            <a:r>
              <a:rPr lang="en-US" altLang="zh-TW" sz="2800" b="1" strike="noStrike" spc="-1" dirty="0">
                <a:solidFill>
                  <a:srgbClr val="FF0000"/>
                </a:solidFill>
              </a:rPr>
              <a:t>DEFINE FLASH_REGION_ODM_DATA_OFFSET	= $(FLASH_REGION_NVSTORAGE_SUBREGION_NV_FACTORY_COPY_OFFSET) + $(FLASH_REGION_NVSTORAGE_SUBREGION_NV_FACTORY_COPY_SIZE)</a:t>
            </a:r>
            <a:endParaRPr lang="en-US" altLang="zh-TW" sz="2800" b="0" strike="noStrike" spc="-1" dirty="0">
              <a:solidFill>
                <a:srgbClr val="3F3F3F"/>
              </a:solidFill>
            </a:endParaRPr>
          </a:p>
          <a:p>
            <a:pPr marL="0" indent="0">
              <a:buNone/>
            </a:pPr>
            <a:endParaRPr lang="en-US" altLang="zh-TW" sz="2800" b="0" strike="noStrike" spc="-1" dirty="0">
              <a:solidFill>
                <a:srgbClr val="3F3F3F"/>
              </a:solidFill>
            </a:endParaRPr>
          </a:p>
          <a:p>
            <a:pPr indent="0">
              <a:lnSpc>
                <a:spcPct val="100000"/>
              </a:lnSpc>
              <a:buNone/>
            </a:pPr>
            <a:r>
              <a:rPr lang="en-US" altLang="zh-TW" sz="2800" b="1" strike="noStrike" spc="-1" dirty="0">
                <a:solidFill>
                  <a:srgbClr val="FF0000"/>
                </a:solidFill>
              </a:rPr>
              <a:t>DEFINE FLASH_REGION_ODM_DATA_SIZE	= 0x00010000</a:t>
            </a:r>
            <a:endParaRPr lang="en-US" altLang="zh-TW" sz="2800" b="0" strike="noStrike" spc="-1" dirty="0">
              <a:solidFill>
                <a:srgbClr val="3F3F3F"/>
              </a:solidFill>
            </a:endParaRPr>
          </a:p>
          <a:p>
            <a:pPr indent="0">
              <a:lnSpc>
                <a:spcPct val="100000"/>
              </a:lnSpc>
              <a:buNone/>
            </a:pPr>
            <a:endParaRPr lang="en-US" altLang="zh-TW" sz="2800" b="0" strike="noStrike" spc="-1" dirty="0">
              <a:solidFill>
                <a:srgbClr val="3F3F3F"/>
              </a:solidFill>
            </a:endParaRPr>
          </a:p>
          <a:p>
            <a:pPr indent="0">
              <a:lnSpc>
                <a:spcPct val="100000"/>
              </a:lnSpc>
              <a:buNone/>
            </a:pPr>
            <a:r>
              <a:rPr lang="en-US" altLang="zh-TW" sz="2800" b="1" strike="noStrike" spc="-1" dirty="0">
                <a:solidFill>
                  <a:srgbClr val="3F3F3F"/>
                </a:solidFill>
              </a:rPr>
              <a:t>DEFINE FLASH_REGION_FV_BACKUP_OFFSET	=  $(</a:t>
            </a:r>
            <a:r>
              <a:rPr lang="en-US" altLang="zh-TW" sz="2800" b="1" strike="noStrike" spc="-1" dirty="0">
                <a:solidFill>
                  <a:srgbClr val="FF0000"/>
                </a:solidFill>
              </a:rPr>
              <a:t>FLASH_REGION_ODM_DATA_OFFSET</a:t>
            </a:r>
            <a:r>
              <a:rPr lang="en-US" altLang="zh-TW" sz="2800" b="1" strike="noStrike" spc="-1" dirty="0">
                <a:solidFill>
                  <a:srgbClr val="3F3F3F"/>
                </a:solidFill>
              </a:rPr>
              <a:t>) +  (</a:t>
            </a:r>
            <a:r>
              <a:rPr lang="en-US" altLang="zh-TW" sz="2800" b="1" strike="noStrike" spc="-1" dirty="0">
                <a:solidFill>
                  <a:srgbClr val="FF0000"/>
                </a:solidFill>
              </a:rPr>
              <a:t>FLASH_REGION_ODM_DATA_SIZE</a:t>
            </a:r>
            <a:r>
              <a:rPr lang="en-US" altLang="zh-TW" sz="2800" b="1" strike="noStrike" spc="-1" dirty="0">
                <a:solidFill>
                  <a:srgbClr val="3F3F3F"/>
                </a:solidFill>
              </a:rPr>
              <a:t>)</a:t>
            </a:r>
            <a:endParaRPr lang="en-US" altLang="zh-TW" sz="2800" b="0" strike="noStrike" spc="-1" dirty="0">
              <a:solidFill>
                <a:srgbClr val="3F3F3F"/>
              </a:solidFill>
            </a:endParaRPr>
          </a:p>
          <a:p>
            <a:pPr indent="0">
              <a:lnSpc>
                <a:spcPct val="100000"/>
              </a:lnSpc>
              <a:buNone/>
            </a:pPr>
            <a:r>
              <a:rPr lang="en-US" altLang="zh-TW" sz="2800" b="1" strike="noStrike" spc="-1" dirty="0">
                <a:solidFill>
                  <a:srgbClr val="3F3F3F"/>
                </a:solidFill>
              </a:rPr>
              <a:t>DEFINE FLASH_REGION_FV_BACKUP_SIZE	= 0x00020000</a:t>
            </a:r>
            <a:endParaRPr lang="en-US" altLang="zh-TW" sz="2800" b="0" strike="noStrike" spc="-1" dirty="0">
              <a:solidFill>
                <a:srgbClr val="3F3F3F"/>
              </a:solidFill>
            </a:endParaRPr>
          </a:p>
          <a:p>
            <a:pPr indent="0">
              <a:lnSpc>
                <a:spcPct val="100000"/>
              </a:lnSpc>
              <a:buNone/>
            </a:pPr>
            <a:endParaRPr lang="en-US" altLang="zh-TW" sz="2800" b="0" strike="noStrike" spc="-1" dirty="0">
              <a:solidFill>
                <a:srgbClr val="3F3F3F"/>
              </a:solidFill>
            </a:endParaRPr>
          </a:p>
          <a:p>
            <a:pPr indent="0">
              <a:lnSpc>
                <a:spcPct val="100000"/>
              </a:lnSpc>
              <a:buNone/>
            </a:pPr>
            <a:r>
              <a:rPr lang="en-US" altLang="zh-TW" sz="2800" b="1" strike="noStrike" spc="-1" dirty="0">
                <a:solidFill>
                  <a:srgbClr val="FF0000"/>
                </a:solidFill>
              </a:rPr>
              <a:t>$(FLASH_REGION_ODM_DATA_OFFSET)|$(FLASH_REGION_ODM_DATA_SIZE)</a:t>
            </a:r>
            <a:endParaRPr lang="en-US" altLang="zh-TW" sz="2800" b="0" strike="noStrike" spc="-1" dirty="0">
              <a:solidFill>
                <a:srgbClr val="3F3F3F"/>
              </a:solidFill>
            </a:endParaRPr>
          </a:p>
          <a:p>
            <a:pPr indent="0">
              <a:lnSpc>
                <a:spcPct val="100000"/>
              </a:lnSpc>
              <a:buNone/>
            </a:pPr>
            <a:r>
              <a:rPr lang="en-US" altLang="zh-TW" sz="2800" b="1" strike="noStrike" spc="-1" dirty="0">
                <a:solidFill>
                  <a:srgbClr val="FF0000"/>
                </a:solidFill>
              </a:rPr>
              <a:t>gOdmTokenSpaceGuid.PcdFlashOdmDataBase|gOdmTokenSpaceGuid.PcdFlashOdmDataSize</a:t>
            </a:r>
            <a:endParaRPr lang="en-US" altLang="zh-TW" sz="2800" b="0" strike="noStrike" spc="-1" dirty="0">
              <a:solidFill>
                <a:srgbClr val="3F3F3F"/>
              </a:solidFill>
            </a:endParaRPr>
          </a:p>
          <a:p>
            <a:pPr marL="0" indent="0">
              <a:lnSpc>
                <a:spcPct val="100000"/>
              </a:lnSpc>
              <a:buNone/>
            </a:pPr>
            <a:endParaRPr lang="en-US" altLang="zh-TW" sz="2800" b="0" strike="noStrike" spc="-1" dirty="0">
              <a:solidFill>
                <a:srgbClr val="3F3F3F"/>
              </a:solidFill>
            </a:endParaRPr>
          </a:p>
          <a:p>
            <a:pPr marL="228600" indent="-227520">
              <a:lnSpc>
                <a:spcPct val="100000"/>
              </a:lnSpc>
              <a:spcBef>
                <a:spcPts val="1001"/>
              </a:spcBef>
              <a:buClr>
                <a:srgbClr val="3F3F3F"/>
              </a:buClr>
              <a:buFont typeface="Arial"/>
              <a:buChar char="•"/>
            </a:pPr>
            <a:r>
              <a:rPr lang="en-US" altLang="zh-TW" sz="4400" b="0" strike="noStrike" spc="-1" dirty="0">
                <a:solidFill>
                  <a:srgbClr val="3F3F3F"/>
                </a:solidFill>
              </a:rPr>
              <a:t>Board/Intel/$(PROJECT_PKG)/</a:t>
            </a:r>
            <a:r>
              <a:rPr lang="en-US" altLang="zh-TW" sz="4400" b="0" strike="noStrike" spc="-1" dirty="0" err="1">
                <a:solidFill>
                  <a:srgbClr val="3F3F3F"/>
                </a:solidFill>
              </a:rPr>
              <a:t>Project.dec</a:t>
            </a:r>
            <a:endParaRPr lang="en-US" altLang="zh-TW" sz="4400" b="0" strike="noStrike" spc="-1" dirty="0">
              <a:solidFill>
                <a:srgbClr val="3F3F3F"/>
              </a:solidFill>
            </a:endParaRPr>
          </a:p>
          <a:p>
            <a:pPr indent="0">
              <a:lnSpc>
                <a:spcPct val="100000"/>
              </a:lnSpc>
              <a:spcBef>
                <a:spcPts val="499"/>
              </a:spcBef>
              <a:buNone/>
            </a:pPr>
            <a:r>
              <a:rPr lang="en-US" altLang="zh-TW" sz="2800" b="1" strike="noStrike" spc="-1" dirty="0" err="1">
                <a:solidFill>
                  <a:srgbClr val="FF0000"/>
                </a:solidFill>
              </a:rPr>
              <a:t>gOdmTokenSpaceGuid</a:t>
            </a:r>
            <a:r>
              <a:rPr lang="en-US" altLang="zh-TW" sz="2800" b="1" strike="noStrike" spc="-1" dirty="0">
                <a:solidFill>
                  <a:srgbClr val="FF0000"/>
                </a:solidFill>
              </a:rPr>
              <a:t> = {…}</a:t>
            </a:r>
            <a:endParaRPr lang="en-US" altLang="zh-TW" sz="2800" b="0" strike="noStrike" spc="-1" dirty="0">
              <a:solidFill>
                <a:srgbClr val="3F3F3F"/>
              </a:solidFill>
            </a:endParaRPr>
          </a:p>
          <a:p>
            <a:pPr indent="0">
              <a:lnSpc>
                <a:spcPct val="100000"/>
              </a:lnSpc>
              <a:spcBef>
                <a:spcPts val="499"/>
              </a:spcBef>
              <a:buNone/>
            </a:pPr>
            <a:r>
              <a:rPr lang="en-US" altLang="zh-TW" sz="2800" b="1" strike="noStrike" spc="-1" dirty="0">
                <a:solidFill>
                  <a:srgbClr val="FF0000"/>
                </a:solidFill>
              </a:rPr>
              <a:t>gOdmTokenSpaceGuid.PcdFlashOdmDataBase|0x00000000|UINT32|0x00000001</a:t>
            </a:r>
            <a:endParaRPr lang="en-US" altLang="zh-TW" sz="2800" b="0" strike="noStrike" spc="-1" dirty="0">
              <a:solidFill>
                <a:srgbClr val="3F3F3F"/>
              </a:solidFill>
            </a:endParaRPr>
          </a:p>
          <a:p>
            <a:pPr indent="0">
              <a:lnSpc>
                <a:spcPct val="100000"/>
              </a:lnSpc>
              <a:spcBef>
                <a:spcPts val="499"/>
              </a:spcBef>
              <a:buNone/>
            </a:pPr>
            <a:r>
              <a:rPr lang="en-US" altLang="zh-TW" sz="2800" b="1" strike="noStrike" spc="-1" dirty="0">
                <a:solidFill>
                  <a:srgbClr val="FF0000"/>
                </a:solidFill>
              </a:rPr>
              <a:t>gOdmTokenSpaceGuid.PcdFlashOdmDataSize|0x00000000|UINT32|0x00000002</a:t>
            </a:r>
            <a:endParaRPr lang="en-US" altLang="zh-TW" sz="2800" b="0" strike="noStrike" spc="-1" dirty="0">
              <a:solidFill>
                <a:srgbClr val="3F3F3F"/>
              </a:solidFill>
            </a:endParaRPr>
          </a:p>
        </p:txBody>
      </p:sp>
    </p:spTree>
    <p:extLst>
      <p:ext uri="{BB962C8B-B14F-4D97-AF65-F5344CB8AC3E}">
        <p14:creationId xmlns:p14="http://schemas.microsoft.com/office/powerpoint/2010/main" val="2768343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324B4FCD-2C05-43D4-8A5A-4967A4737FDD}"/>
              </a:ext>
            </a:extLst>
          </p:cNvPr>
          <p:cNvSpPr>
            <a:spLocks noGrp="1"/>
          </p:cNvSpPr>
          <p:nvPr>
            <p:ph type="sldNum" sz="quarter" idx="12"/>
          </p:nvPr>
        </p:nvSpPr>
        <p:spPr/>
        <p:txBody>
          <a:bodyPr/>
          <a:lstStyle/>
          <a:p>
            <a:fld id="{711F1488-76AD-4E7F-AEC8-BF811B7D74A5}" type="slidenum">
              <a:rPr lang="en-US" smtClean="0"/>
              <a:pPr/>
              <a:t>21</a:t>
            </a:fld>
            <a:endParaRPr lang="en-US"/>
          </a:p>
        </p:txBody>
      </p:sp>
      <p:sp>
        <p:nvSpPr>
          <p:cNvPr id="3" name="標題 2">
            <a:extLst>
              <a:ext uri="{FF2B5EF4-FFF2-40B4-BE49-F238E27FC236}">
                <a16:creationId xmlns:a16="http://schemas.microsoft.com/office/drawing/2014/main" id="{C11D4413-C195-4255-9777-FD9A73D070BC}"/>
              </a:ext>
            </a:extLst>
          </p:cNvPr>
          <p:cNvSpPr>
            <a:spLocks noGrp="1"/>
          </p:cNvSpPr>
          <p:nvPr>
            <p:ph type="title"/>
          </p:nvPr>
        </p:nvSpPr>
        <p:spPr/>
        <p:txBody>
          <a:bodyPr/>
          <a:lstStyle/>
          <a:p>
            <a:r>
              <a:rPr lang="en-US" altLang="zh-TW" dirty="0"/>
              <a:t>How to Change Execution Order</a:t>
            </a:r>
            <a:endParaRPr lang="zh-TW" altLang="en-US" dirty="0"/>
          </a:p>
        </p:txBody>
      </p:sp>
    </p:spTree>
    <p:extLst>
      <p:ext uri="{BB962C8B-B14F-4D97-AF65-F5344CB8AC3E}">
        <p14:creationId xmlns:p14="http://schemas.microsoft.com/office/powerpoint/2010/main" val="1740975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D5873-150C-4D5C-A43D-52F7E5D276CB}"/>
              </a:ext>
            </a:extLst>
          </p:cNvPr>
          <p:cNvSpPr>
            <a:spLocks noGrp="1"/>
          </p:cNvSpPr>
          <p:nvPr>
            <p:ph type="title"/>
          </p:nvPr>
        </p:nvSpPr>
        <p:spPr/>
        <p:txBody>
          <a:bodyPr/>
          <a:lstStyle/>
          <a:p>
            <a:r>
              <a:rPr lang="en-US" altLang="zh-TW" dirty="0"/>
              <a:t>How to Change Execution Order</a:t>
            </a:r>
            <a:endParaRPr lang="zh-TW" altLang="en-US" dirty="0"/>
          </a:p>
        </p:txBody>
      </p:sp>
      <p:sp>
        <p:nvSpPr>
          <p:cNvPr id="3" name="內容版面配置區 2">
            <a:extLst>
              <a:ext uri="{FF2B5EF4-FFF2-40B4-BE49-F238E27FC236}">
                <a16:creationId xmlns:a16="http://schemas.microsoft.com/office/drawing/2014/main" id="{C6100A43-D16A-4991-B442-0F2201FA34B5}"/>
              </a:ext>
            </a:extLst>
          </p:cNvPr>
          <p:cNvSpPr>
            <a:spLocks noGrp="1"/>
          </p:cNvSpPr>
          <p:nvPr>
            <p:ph idx="1"/>
          </p:nvPr>
        </p:nvSpPr>
        <p:spPr/>
        <p:txBody>
          <a:bodyPr/>
          <a:lstStyle/>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APRIORI File</a:t>
            </a:r>
          </a:p>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Location within Firmware Volume</a:t>
            </a:r>
          </a:p>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Dependency Expression</a:t>
            </a:r>
          </a:p>
        </p:txBody>
      </p:sp>
    </p:spTree>
    <p:extLst>
      <p:ext uri="{BB962C8B-B14F-4D97-AF65-F5344CB8AC3E}">
        <p14:creationId xmlns:p14="http://schemas.microsoft.com/office/powerpoint/2010/main" val="1735923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D5873-150C-4D5C-A43D-52F7E5D276CB}"/>
              </a:ext>
            </a:extLst>
          </p:cNvPr>
          <p:cNvSpPr>
            <a:spLocks noGrp="1"/>
          </p:cNvSpPr>
          <p:nvPr>
            <p:ph type="title"/>
          </p:nvPr>
        </p:nvSpPr>
        <p:spPr/>
        <p:txBody>
          <a:bodyPr/>
          <a:lstStyle/>
          <a:p>
            <a:r>
              <a:rPr lang="en-US" altLang="zh-TW" dirty="0"/>
              <a:t>APRIORI File</a:t>
            </a:r>
            <a:endParaRPr lang="zh-TW" altLang="en-US" dirty="0"/>
          </a:p>
        </p:txBody>
      </p:sp>
      <p:sp>
        <p:nvSpPr>
          <p:cNvPr id="3" name="內容版面配置區 2">
            <a:extLst>
              <a:ext uri="{FF2B5EF4-FFF2-40B4-BE49-F238E27FC236}">
                <a16:creationId xmlns:a16="http://schemas.microsoft.com/office/drawing/2014/main" id="{C6100A43-D16A-4991-B442-0F2201FA34B5}"/>
              </a:ext>
            </a:extLst>
          </p:cNvPr>
          <p:cNvSpPr>
            <a:spLocks noGrp="1"/>
          </p:cNvSpPr>
          <p:nvPr>
            <p:ph idx="1"/>
          </p:nvPr>
        </p:nvSpPr>
        <p:spPr/>
        <p:txBody>
          <a:bodyPr>
            <a:normAutofit lnSpcReduction="10000"/>
          </a:bodyPr>
          <a:lstStyle/>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APRIORI File</a:t>
            </a:r>
          </a:p>
          <a:p>
            <a:pPr marL="685800" lvl="1" indent="-227520">
              <a:lnSpc>
                <a:spcPct val="100000"/>
              </a:lnSpc>
              <a:spcBef>
                <a:spcPts val="499"/>
              </a:spcBef>
              <a:buClr>
                <a:srgbClr val="3F3F3F"/>
              </a:buClr>
              <a:buFont typeface="Arial"/>
              <a:buChar char="•"/>
            </a:pPr>
            <a:r>
              <a:rPr lang="en-US" altLang="zh-TW" sz="2400" b="1" strike="noStrike" spc="-1" dirty="0">
                <a:solidFill>
                  <a:srgbClr val="3F3F3F"/>
                </a:solidFill>
              </a:rPr>
              <a:t>APRIORI </a:t>
            </a:r>
            <a:r>
              <a:rPr lang="en-US" altLang="zh-TW" sz="2400" b="0" strike="noStrike" spc="-1" dirty="0">
                <a:solidFill>
                  <a:srgbClr val="3F3F3F"/>
                </a:solidFill>
              </a:rPr>
              <a:t>[</a:t>
            </a:r>
            <a:r>
              <a:rPr lang="en-US" altLang="zh-TW" sz="2400" b="1" strike="noStrike" spc="-1" dirty="0">
                <a:solidFill>
                  <a:srgbClr val="3F3F3F"/>
                </a:solidFill>
              </a:rPr>
              <a:t>= </a:t>
            </a:r>
            <a:r>
              <a:rPr lang="en-US" altLang="zh-TW" sz="2400" b="0" strike="noStrike" spc="-1" dirty="0">
                <a:solidFill>
                  <a:srgbClr val="3F3F3F"/>
                </a:solidFill>
              </a:rPr>
              <a:t>number]</a:t>
            </a: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rPr>
              <a:t>0x100 – 0xff00</a:t>
            </a: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rPr>
              <a:t>Higher number appearing earlier and lower numbers later</a:t>
            </a: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rPr>
              <a:t>If APRIORI is not present and the file does not appear in an APRIORI section, then its name will not be listed in the </a:t>
            </a:r>
            <a:r>
              <a:rPr lang="en-US" altLang="zh-TW" sz="2400" b="0" strike="noStrike" spc="-1" dirty="0" err="1">
                <a:solidFill>
                  <a:srgbClr val="3F3F3F"/>
                </a:solidFill>
              </a:rPr>
              <a:t>apriori</a:t>
            </a:r>
            <a:r>
              <a:rPr lang="en-US" altLang="zh-TW" sz="2400" b="0" strike="noStrike" spc="-1" dirty="0">
                <a:solidFill>
                  <a:srgbClr val="3F3F3F"/>
                </a:solidFill>
              </a:rPr>
              <a:t> file.</a:t>
            </a:r>
          </a:p>
          <a:p>
            <a:pPr marL="685800" lvl="1" indent="-227520">
              <a:lnSpc>
                <a:spcPct val="100000"/>
              </a:lnSpc>
              <a:spcBef>
                <a:spcPts val="499"/>
              </a:spcBef>
              <a:buClr>
                <a:srgbClr val="3F3F3F"/>
              </a:buClr>
              <a:buFont typeface="Arial"/>
              <a:buChar char="•"/>
            </a:pPr>
            <a:r>
              <a:rPr lang="en-US" altLang="zh-TW" sz="2400" b="0" strike="noStrike" spc="-1" dirty="0">
                <a:solidFill>
                  <a:srgbClr val="3F3F3F"/>
                </a:solidFill>
              </a:rPr>
              <a:t>If </a:t>
            </a:r>
            <a:r>
              <a:rPr lang="en-US" altLang="zh-TW" sz="2400" b="0" i="1" strike="noStrike" spc="-1" dirty="0">
                <a:solidFill>
                  <a:srgbClr val="3F3F3F"/>
                </a:solidFill>
              </a:rPr>
              <a:t>number</a:t>
            </a:r>
            <a:r>
              <a:rPr lang="en-US" altLang="zh-TW" sz="2400" b="0" strike="noStrike" spc="-1" dirty="0">
                <a:solidFill>
                  <a:srgbClr val="3F3F3F"/>
                </a:solidFill>
              </a:rPr>
              <a:t> is not present, the default value is 0x8000</a:t>
            </a:r>
          </a:p>
          <a:p>
            <a:endParaRPr lang="en-US" altLang="zh-TW" sz="2400" b="0" strike="noStrike" spc="-1" dirty="0">
              <a:solidFill>
                <a:srgbClr val="3F3F3F"/>
              </a:solidFill>
            </a:endParaRPr>
          </a:p>
          <a:p>
            <a:pPr marL="343800" indent="-342720">
              <a:lnSpc>
                <a:spcPct val="100000"/>
              </a:lnSpc>
              <a:spcBef>
                <a:spcPts val="1001"/>
              </a:spcBef>
              <a:buClr>
                <a:srgbClr val="3F3F3F"/>
              </a:buClr>
              <a:buFont typeface="Arial"/>
              <a:buChar char="•"/>
            </a:pPr>
            <a:r>
              <a:rPr lang="en-US" altLang="zh-TW" sz="2800" b="0" strike="noStrike" spc="-1" dirty="0" err="1">
                <a:solidFill>
                  <a:srgbClr val="3F3F3F"/>
                </a:solidFill>
              </a:rPr>
              <a:t>InsydeModulePkg</a:t>
            </a:r>
            <a:r>
              <a:rPr lang="en-US" altLang="zh-TW" sz="2800" b="0" strike="noStrike" spc="-1" dirty="0">
                <a:solidFill>
                  <a:srgbClr val="3F3F3F"/>
                </a:solidFill>
              </a:rPr>
              <a:t>/</a:t>
            </a:r>
            <a:r>
              <a:rPr lang="en-US" altLang="zh-TW" sz="2800" b="0" strike="noStrike" spc="-1" dirty="0" err="1">
                <a:solidFill>
                  <a:srgbClr val="3F3F3F"/>
                </a:solidFill>
              </a:rPr>
              <a:t>Package.fdf</a:t>
            </a:r>
            <a:endParaRPr lang="en-US" altLang="zh-TW" sz="2800" b="0" strike="noStrike" spc="-1" dirty="0">
              <a:solidFill>
                <a:srgbClr val="3F3F3F"/>
              </a:solidFill>
            </a:endParaRPr>
          </a:p>
          <a:p>
            <a:pPr indent="0">
              <a:lnSpc>
                <a:spcPct val="100000"/>
              </a:lnSpc>
              <a:spcBef>
                <a:spcPts val="499"/>
              </a:spcBef>
              <a:buNone/>
            </a:pPr>
            <a:r>
              <a:rPr lang="en-US" altLang="zh-TW" sz="1600" b="1" strike="noStrike" spc="-1" dirty="0">
                <a:solidFill>
                  <a:srgbClr val="3F3F3F"/>
                </a:solidFill>
              </a:rPr>
              <a:t>INF APRIORI=0xC000 </a:t>
            </a:r>
            <a:r>
              <a:rPr lang="en-US" altLang="zh-TW" sz="1600" b="1" strike="noStrike" spc="-1" dirty="0" err="1">
                <a:solidFill>
                  <a:srgbClr val="3F3F3F"/>
                </a:solidFill>
              </a:rPr>
              <a:t>InsydeModulePkg</a:t>
            </a:r>
            <a:r>
              <a:rPr lang="en-US" altLang="zh-TW" sz="1600" b="1" strike="noStrike" spc="-1" dirty="0">
                <a:solidFill>
                  <a:srgbClr val="3F3F3F"/>
                </a:solidFill>
              </a:rPr>
              <a:t>/H2ODebug/</a:t>
            </a:r>
            <a:r>
              <a:rPr lang="en-US" altLang="zh-TW" sz="1600" b="1" strike="noStrike" spc="-1" dirty="0" err="1">
                <a:solidFill>
                  <a:srgbClr val="3F3F3F"/>
                </a:solidFill>
              </a:rPr>
              <a:t>DebugEnginePei</a:t>
            </a:r>
            <a:r>
              <a:rPr lang="en-US" altLang="zh-TW" sz="1600" b="1" strike="noStrike" spc="-1" dirty="0">
                <a:solidFill>
                  <a:srgbClr val="3F3F3F"/>
                </a:solidFill>
              </a:rPr>
              <a:t>/DebugEnginePei.inf</a:t>
            </a:r>
            <a:endParaRPr lang="en-US" altLang="zh-TW" sz="1600" b="0" strike="noStrike" spc="-1" dirty="0">
              <a:solidFill>
                <a:srgbClr val="3F3F3F"/>
              </a:solidFill>
            </a:endParaRPr>
          </a:p>
          <a:p>
            <a:pPr indent="0">
              <a:lnSpc>
                <a:spcPct val="100000"/>
              </a:lnSpc>
              <a:spcBef>
                <a:spcPts val="499"/>
              </a:spcBef>
              <a:buNone/>
            </a:pPr>
            <a:r>
              <a:rPr lang="en-US" altLang="zh-TW" sz="1600" b="1" strike="noStrike" spc="-1" dirty="0">
                <a:solidFill>
                  <a:srgbClr val="3F3F3F"/>
                </a:solidFill>
              </a:rPr>
              <a:t>INF APRIORI </a:t>
            </a:r>
            <a:r>
              <a:rPr lang="en-US" altLang="zh-TW" sz="1600" b="1" strike="noStrike" spc="-1" dirty="0" err="1">
                <a:solidFill>
                  <a:srgbClr val="3F3F3F"/>
                </a:solidFill>
              </a:rPr>
              <a:t>InsydeModulePkg</a:t>
            </a:r>
            <a:r>
              <a:rPr lang="en-US" altLang="zh-TW" sz="1600" b="1" strike="noStrike" spc="-1" dirty="0">
                <a:solidFill>
                  <a:srgbClr val="3F3F3F"/>
                </a:solidFill>
              </a:rPr>
              <a:t>/Universal/</a:t>
            </a:r>
            <a:r>
              <a:rPr lang="en-US" altLang="zh-TW" sz="1600" b="1" strike="noStrike" spc="-1" dirty="0" err="1">
                <a:solidFill>
                  <a:srgbClr val="3F3F3F"/>
                </a:solidFill>
              </a:rPr>
              <a:t>StatusCodeHandler</a:t>
            </a:r>
            <a:r>
              <a:rPr lang="en-US" altLang="zh-TW" sz="1600" b="1" strike="noStrike" spc="-1" dirty="0">
                <a:solidFill>
                  <a:srgbClr val="3F3F3F"/>
                </a:solidFill>
              </a:rPr>
              <a:t>/</a:t>
            </a:r>
            <a:r>
              <a:rPr lang="en-US" altLang="zh-TW" sz="1600" b="1" strike="noStrike" spc="-1" dirty="0" err="1">
                <a:solidFill>
                  <a:srgbClr val="3F3F3F"/>
                </a:solidFill>
              </a:rPr>
              <a:t>DdtStatusCodePei</a:t>
            </a:r>
            <a:r>
              <a:rPr lang="en-US" altLang="zh-TW" sz="1600" b="1" strike="noStrike" spc="-1" dirty="0">
                <a:solidFill>
                  <a:srgbClr val="3F3F3F"/>
                </a:solidFill>
              </a:rPr>
              <a:t>/DdtStatusCodePei.inf</a:t>
            </a:r>
            <a:endParaRPr lang="en-US" altLang="zh-TW" sz="1600" b="0" strike="noStrike" spc="-1" dirty="0">
              <a:solidFill>
                <a:srgbClr val="3F3F3F"/>
              </a:solidFill>
            </a:endParaRPr>
          </a:p>
          <a:p>
            <a:pPr indent="0">
              <a:lnSpc>
                <a:spcPct val="100000"/>
              </a:lnSpc>
              <a:spcBef>
                <a:spcPts val="499"/>
              </a:spcBef>
              <a:buNone/>
            </a:pPr>
            <a:r>
              <a:rPr lang="en-US" altLang="zh-TW" sz="1600" b="1" strike="noStrike" spc="-1" dirty="0">
                <a:solidFill>
                  <a:srgbClr val="3F3F3F"/>
                </a:solidFill>
              </a:rPr>
              <a:t>INF </a:t>
            </a:r>
            <a:r>
              <a:rPr lang="en-US" altLang="zh-TW" sz="1600" b="1" strike="noStrike" spc="-1" dirty="0" err="1">
                <a:solidFill>
                  <a:srgbClr val="3F3F3F"/>
                </a:solidFill>
              </a:rPr>
              <a:t>InsydeModulePkg</a:t>
            </a:r>
            <a:r>
              <a:rPr lang="en-US" altLang="zh-TW" sz="1600" b="1" strike="noStrike" spc="-1" dirty="0">
                <a:solidFill>
                  <a:srgbClr val="3F3F3F"/>
                </a:solidFill>
              </a:rPr>
              <a:t>/Universal/Variable/</a:t>
            </a:r>
            <a:r>
              <a:rPr lang="en-US" altLang="zh-TW" sz="1600" b="1" strike="noStrike" spc="-1" dirty="0" err="1">
                <a:solidFill>
                  <a:srgbClr val="3F3F3F"/>
                </a:solidFill>
              </a:rPr>
              <a:t>VariablePei</a:t>
            </a:r>
            <a:r>
              <a:rPr lang="en-US" altLang="zh-TW" sz="1600" b="1" strike="noStrike" spc="-1" dirty="0">
                <a:solidFill>
                  <a:srgbClr val="3F3F3F"/>
                </a:solidFill>
              </a:rPr>
              <a:t>/VariablePei.inf</a:t>
            </a:r>
            <a:endParaRPr lang="en-US" altLang="zh-TW" sz="1600" b="0" strike="noStrike" spc="-1" dirty="0">
              <a:solidFill>
                <a:srgbClr val="3F3F3F"/>
              </a:solidFill>
            </a:endParaRPr>
          </a:p>
          <a:p>
            <a:pPr marL="457920">
              <a:lnSpc>
                <a:spcPct val="100000"/>
              </a:lnSpc>
              <a:spcBef>
                <a:spcPts val="499"/>
              </a:spcBef>
            </a:pPr>
            <a:endParaRPr lang="en-US" altLang="zh-TW" sz="1600" b="0" strike="noStrike" spc="-1" dirty="0">
              <a:solidFill>
                <a:srgbClr val="3F3F3F"/>
              </a:solidFill>
            </a:endParaRPr>
          </a:p>
        </p:txBody>
      </p:sp>
    </p:spTree>
    <p:extLst>
      <p:ext uri="{BB962C8B-B14F-4D97-AF65-F5344CB8AC3E}">
        <p14:creationId xmlns:p14="http://schemas.microsoft.com/office/powerpoint/2010/main" val="2183129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D5873-150C-4D5C-A43D-52F7E5D276CB}"/>
              </a:ext>
            </a:extLst>
          </p:cNvPr>
          <p:cNvSpPr>
            <a:spLocks noGrp="1"/>
          </p:cNvSpPr>
          <p:nvPr>
            <p:ph type="title"/>
          </p:nvPr>
        </p:nvSpPr>
        <p:spPr/>
        <p:txBody>
          <a:bodyPr/>
          <a:lstStyle/>
          <a:p>
            <a:r>
              <a:rPr lang="en-US" altLang="zh-TW" dirty="0"/>
              <a:t>Location within Firmware Volume</a:t>
            </a:r>
            <a:endParaRPr lang="zh-TW" altLang="en-US" dirty="0"/>
          </a:p>
        </p:txBody>
      </p:sp>
      <p:sp>
        <p:nvSpPr>
          <p:cNvPr id="3" name="內容版面配置區 2">
            <a:extLst>
              <a:ext uri="{FF2B5EF4-FFF2-40B4-BE49-F238E27FC236}">
                <a16:creationId xmlns:a16="http://schemas.microsoft.com/office/drawing/2014/main" id="{C6100A43-D16A-4991-B442-0F2201FA34B5}"/>
              </a:ext>
            </a:extLst>
          </p:cNvPr>
          <p:cNvSpPr>
            <a:spLocks noGrp="1"/>
          </p:cNvSpPr>
          <p:nvPr>
            <p:ph idx="1"/>
          </p:nvPr>
        </p:nvSpPr>
        <p:spPr/>
        <p:txBody>
          <a:bodyPr>
            <a:normAutofit/>
          </a:bodyPr>
          <a:lstStyle/>
          <a:p>
            <a:pPr marL="228600" indent="-227520">
              <a:lnSpc>
                <a:spcPct val="100000"/>
              </a:lnSpc>
              <a:spcBef>
                <a:spcPts val="1001"/>
              </a:spcBef>
              <a:buClr>
                <a:srgbClr val="3F3F3F"/>
              </a:buClr>
              <a:buFont typeface="Arial"/>
              <a:buChar char="•"/>
            </a:pPr>
            <a:r>
              <a:rPr lang="en-US" altLang="zh-TW" sz="2800" b="1" strike="noStrike" spc="-1" dirty="0">
                <a:solidFill>
                  <a:srgbClr val="3F3F3F"/>
                </a:solidFill>
              </a:rPr>
              <a:t>PRIORITY = </a:t>
            </a:r>
            <a:r>
              <a:rPr lang="en-US" altLang="zh-TW" sz="2800" b="0" strike="noStrike" spc="-1" dirty="0">
                <a:solidFill>
                  <a:srgbClr val="3F3F3F"/>
                </a:solidFill>
              </a:rPr>
              <a:t>number</a:t>
            </a:r>
          </a:p>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0x100 – 0xff00</a:t>
            </a:r>
          </a:p>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Higher numbers are placed first, lower numbers are placed later.</a:t>
            </a:r>
          </a:p>
          <a:p>
            <a:pPr marL="228600" indent="-227520">
              <a:lnSpc>
                <a:spcPct val="100000"/>
              </a:lnSpc>
              <a:spcBef>
                <a:spcPts val="1001"/>
              </a:spcBef>
              <a:buClr>
                <a:srgbClr val="3F3F3F"/>
              </a:buClr>
              <a:buFont typeface="Arial"/>
              <a:buChar char="•"/>
            </a:pPr>
            <a:r>
              <a:rPr lang="en-US" altLang="zh-TW" sz="2800" b="0" strike="noStrike" spc="-1" dirty="0">
                <a:solidFill>
                  <a:srgbClr val="3F3F3F"/>
                </a:solidFill>
              </a:rPr>
              <a:t>If PRIORITY is not present, the default value is 0x8000.</a:t>
            </a:r>
          </a:p>
        </p:txBody>
      </p:sp>
    </p:spTree>
    <p:extLst>
      <p:ext uri="{BB962C8B-B14F-4D97-AF65-F5344CB8AC3E}">
        <p14:creationId xmlns:p14="http://schemas.microsoft.com/office/powerpoint/2010/main" val="1782512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D5873-150C-4D5C-A43D-52F7E5D276CB}"/>
              </a:ext>
            </a:extLst>
          </p:cNvPr>
          <p:cNvSpPr>
            <a:spLocks noGrp="1"/>
          </p:cNvSpPr>
          <p:nvPr>
            <p:ph type="title"/>
          </p:nvPr>
        </p:nvSpPr>
        <p:spPr/>
        <p:txBody>
          <a:bodyPr/>
          <a:lstStyle/>
          <a:p>
            <a:r>
              <a:rPr lang="en-US" altLang="zh-TW" dirty="0"/>
              <a:t>Location within Firmware Volume</a:t>
            </a:r>
            <a:endParaRPr lang="zh-TW" altLang="en-US" dirty="0"/>
          </a:p>
        </p:txBody>
      </p:sp>
      <p:sp>
        <p:nvSpPr>
          <p:cNvPr id="3" name="內容版面配置區 2">
            <a:extLst>
              <a:ext uri="{FF2B5EF4-FFF2-40B4-BE49-F238E27FC236}">
                <a16:creationId xmlns:a16="http://schemas.microsoft.com/office/drawing/2014/main" id="{C6100A43-D16A-4991-B442-0F2201FA34B5}"/>
              </a:ext>
            </a:extLst>
          </p:cNvPr>
          <p:cNvSpPr>
            <a:spLocks noGrp="1"/>
          </p:cNvSpPr>
          <p:nvPr>
            <p:ph idx="1"/>
          </p:nvPr>
        </p:nvSpPr>
        <p:spPr/>
        <p:txBody>
          <a:bodyPr>
            <a:normAutofit/>
          </a:bodyPr>
          <a:lstStyle/>
          <a:p>
            <a:pPr indent="-227880">
              <a:lnSpc>
                <a:spcPct val="100000"/>
              </a:lnSpc>
              <a:buClr>
                <a:srgbClr val="3F3F3F"/>
              </a:buClr>
              <a:buFont typeface="Arial"/>
              <a:buChar char="•"/>
            </a:pPr>
            <a:r>
              <a:rPr lang="en-US" altLang="zh-TW" spc="-1" dirty="0">
                <a:solidFill>
                  <a:srgbClr val="3F3F3F"/>
                </a:solidFill>
                <a:uFill>
                  <a:solidFill>
                    <a:srgbClr val="FFFFFF"/>
                  </a:solidFill>
                </a:uFill>
              </a:rPr>
              <a:t>Board\Intel\$(PROJECT_PKG)\</a:t>
            </a:r>
            <a:r>
              <a:rPr lang="en-US" altLang="zh-TW" spc="-1" dirty="0" err="1">
                <a:solidFill>
                  <a:srgbClr val="3F3F3F"/>
                </a:solidFill>
                <a:uFill>
                  <a:solidFill>
                    <a:srgbClr val="FFFFFF"/>
                  </a:solidFill>
                </a:uFill>
              </a:rPr>
              <a:t>Project.fdf</a:t>
            </a:r>
            <a:endParaRPr lang="en-US" altLang="zh-TW" sz="1600" spc="-1" dirty="0">
              <a:solidFill>
                <a:srgbClr val="000000"/>
              </a:solidFill>
              <a:uFill>
                <a:solidFill>
                  <a:srgbClr val="FFFFFF"/>
                </a:solidFill>
              </a:uFill>
              <a:latin typeface="Arial"/>
            </a:endParaRPr>
          </a:p>
          <a:p>
            <a:pPr lvl="1">
              <a:lnSpc>
                <a:spcPct val="100000"/>
              </a:lnSpc>
            </a:pPr>
            <a:r>
              <a:rPr lang="en-US" altLang="zh-TW" sz="1800" b="1" spc="-1" dirty="0">
                <a:solidFill>
                  <a:srgbClr val="3F3F3F"/>
                </a:solidFill>
                <a:uFill>
                  <a:solidFill>
                    <a:srgbClr val="FFFFFF"/>
                  </a:solidFill>
                </a:uFill>
              </a:rPr>
              <a:t>INF PRIORITY=0x8003 </a:t>
            </a:r>
            <a:r>
              <a:rPr lang="en-US" altLang="zh-TW" sz="1800" b="1" spc="-1" dirty="0" err="1">
                <a:solidFill>
                  <a:srgbClr val="3F3F3F"/>
                </a:solidFill>
                <a:uFill>
                  <a:solidFill>
                    <a:srgbClr val="FFFFFF"/>
                  </a:solidFill>
                </a:uFill>
              </a:rPr>
              <a:t>ServerPlatformPkg</a:t>
            </a:r>
            <a:r>
              <a:rPr lang="en-US" altLang="zh-TW" sz="1800" b="1" spc="-1" dirty="0">
                <a:solidFill>
                  <a:srgbClr val="3F3F3F"/>
                </a:solidFill>
                <a:uFill>
                  <a:solidFill>
                    <a:srgbClr val="FFFFFF"/>
                  </a:solidFill>
                </a:uFill>
              </a:rPr>
              <a:t>/Uba/</a:t>
            </a:r>
            <a:r>
              <a:rPr lang="en-US" altLang="zh-TW" sz="1800" b="1" spc="-1" dirty="0" err="1">
                <a:solidFill>
                  <a:srgbClr val="3F3F3F"/>
                </a:solidFill>
                <a:uFill>
                  <a:solidFill>
                    <a:srgbClr val="FFFFFF"/>
                  </a:solidFill>
                </a:uFill>
              </a:rPr>
              <a:t>CfgDb</a:t>
            </a:r>
            <a:r>
              <a:rPr lang="en-US" altLang="zh-TW" sz="1800" b="1" spc="-1" dirty="0">
                <a:solidFill>
                  <a:srgbClr val="3F3F3F"/>
                </a:solidFill>
                <a:uFill>
                  <a:solidFill>
                    <a:srgbClr val="FFFFFF"/>
                  </a:solidFill>
                </a:uFill>
              </a:rPr>
              <a:t>/Pei/CfgDbPei.inf</a:t>
            </a:r>
          </a:p>
          <a:p>
            <a:pPr lvl="1">
              <a:lnSpc>
                <a:spcPct val="100000"/>
              </a:lnSpc>
            </a:pPr>
            <a:r>
              <a:rPr lang="en-US" altLang="zh-TW" sz="1800" b="1" spc="-1" dirty="0">
                <a:solidFill>
                  <a:srgbClr val="3F3F3F"/>
                </a:solidFill>
                <a:uFill>
                  <a:solidFill>
                    <a:srgbClr val="FFFFFF"/>
                  </a:solidFill>
                </a:uFill>
              </a:rPr>
              <a:t>INF PRIORITY=0x8003 $(PROJECT_PKG)/Uba/</a:t>
            </a:r>
            <a:r>
              <a:rPr lang="en-US" altLang="zh-TW" sz="1800" b="1" spc="-1" dirty="0" err="1">
                <a:solidFill>
                  <a:srgbClr val="3F3F3F"/>
                </a:solidFill>
                <a:uFill>
                  <a:solidFill>
                    <a:srgbClr val="FFFFFF"/>
                  </a:solidFill>
                </a:uFill>
              </a:rPr>
              <a:t>BoardInit</a:t>
            </a:r>
            <a:r>
              <a:rPr lang="en-US" altLang="zh-TW" sz="1800" b="1" spc="-1" dirty="0">
                <a:solidFill>
                  <a:srgbClr val="3F3F3F"/>
                </a:solidFill>
                <a:uFill>
                  <a:solidFill>
                    <a:srgbClr val="FFFFFF"/>
                  </a:solidFill>
                </a:uFill>
              </a:rPr>
              <a:t>/Pei/BoardInitPei.inf</a:t>
            </a:r>
          </a:p>
          <a:p>
            <a:pPr lvl="1">
              <a:lnSpc>
                <a:spcPct val="100000"/>
              </a:lnSpc>
            </a:pPr>
            <a:r>
              <a:rPr lang="en-US" altLang="zh-TW" sz="1800" b="1" spc="-1" dirty="0">
                <a:solidFill>
                  <a:srgbClr val="3F3F3F"/>
                </a:solidFill>
                <a:uFill>
                  <a:solidFill>
                    <a:srgbClr val="FFFFFF"/>
                  </a:solidFill>
                </a:uFill>
              </a:rPr>
              <a:t>INF PRIORITY=0x8001 $(PROJECT_PKG)/Uba/</a:t>
            </a:r>
            <a:r>
              <a:rPr lang="en-US" altLang="zh-TW" sz="1800" b="1" spc="-1" dirty="0" err="1">
                <a:solidFill>
                  <a:srgbClr val="3F3F3F"/>
                </a:solidFill>
                <a:uFill>
                  <a:solidFill>
                    <a:srgbClr val="FFFFFF"/>
                  </a:solidFill>
                </a:uFill>
              </a:rPr>
              <a:t>UbaUpdatePcds</a:t>
            </a:r>
            <a:r>
              <a:rPr lang="en-US" altLang="zh-TW" sz="1800" b="1" spc="-1" dirty="0">
                <a:solidFill>
                  <a:srgbClr val="3F3F3F"/>
                </a:solidFill>
                <a:uFill>
                  <a:solidFill>
                    <a:srgbClr val="FFFFFF"/>
                  </a:solidFill>
                </a:uFill>
              </a:rPr>
              <a:t>/Pei/UpdatePcdsPei.inf </a:t>
            </a:r>
            <a:endParaRPr lang="en-US" altLang="zh-TW" sz="1800" spc="-1" dirty="0">
              <a:solidFill>
                <a:srgbClr val="000000"/>
              </a:solidFill>
              <a:uFill>
                <a:solidFill>
                  <a:srgbClr val="FFFFFF"/>
                </a:solidFill>
              </a:uFill>
              <a:latin typeface="Arial"/>
            </a:endParaRPr>
          </a:p>
          <a:p>
            <a:pPr marL="0" indent="0">
              <a:lnSpc>
                <a:spcPct val="100000"/>
              </a:lnSpc>
              <a:buNone/>
            </a:pPr>
            <a:endParaRPr lang="en-US" altLang="zh-TW" sz="1600" spc="-1" dirty="0">
              <a:solidFill>
                <a:srgbClr val="000000"/>
              </a:solidFill>
              <a:uFill>
                <a:solidFill>
                  <a:srgbClr val="FFFFFF"/>
                </a:solidFill>
              </a:uFill>
              <a:latin typeface="Arial"/>
            </a:endParaRPr>
          </a:p>
          <a:p>
            <a:pPr indent="-227880">
              <a:lnSpc>
                <a:spcPct val="100000"/>
              </a:lnSpc>
              <a:buClr>
                <a:srgbClr val="3F3F3F"/>
              </a:buClr>
              <a:buFont typeface="Arial"/>
              <a:buChar char="•"/>
            </a:pPr>
            <a:r>
              <a:rPr lang="en-US" altLang="zh-TW" spc="-1" dirty="0">
                <a:solidFill>
                  <a:srgbClr val="3F3F3F"/>
                </a:solidFill>
                <a:uFill>
                  <a:solidFill>
                    <a:srgbClr val="FFFFFF"/>
                  </a:solidFill>
                </a:uFill>
              </a:rPr>
              <a:t>RECOVERYFV.Fv.txt</a:t>
            </a:r>
            <a:endParaRPr lang="en-US" altLang="zh-TW" sz="1600" spc="-1" dirty="0">
              <a:solidFill>
                <a:srgbClr val="000000"/>
              </a:solidFill>
              <a:uFill>
                <a:solidFill>
                  <a:srgbClr val="FFFFFF"/>
                </a:solidFill>
              </a:uFill>
              <a:latin typeface="Arial"/>
            </a:endParaRPr>
          </a:p>
          <a:p>
            <a:pPr>
              <a:lnSpc>
                <a:spcPct val="100000"/>
              </a:lnSpc>
            </a:pPr>
            <a:endParaRPr lang="en-US" altLang="zh-TW" sz="4400" b="1" spc="-1" dirty="0">
              <a:solidFill>
                <a:srgbClr val="3F3F3F"/>
              </a:solidFill>
              <a:uFill>
                <a:solidFill>
                  <a:srgbClr val="FFFFFF"/>
                </a:solidFill>
              </a:uFill>
              <a:latin typeface="Arial"/>
            </a:endParaRPr>
          </a:p>
        </p:txBody>
      </p:sp>
      <p:graphicFrame>
        <p:nvGraphicFramePr>
          <p:cNvPr id="5" name="Table 3">
            <a:extLst>
              <a:ext uri="{FF2B5EF4-FFF2-40B4-BE49-F238E27FC236}">
                <a16:creationId xmlns:a16="http://schemas.microsoft.com/office/drawing/2014/main" id="{92CE5636-00EA-4F65-B446-120B7E70C8FB}"/>
              </a:ext>
            </a:extLst>
          </p:cNvPr>
          <p:cNvGraphicFramePr/>
          <p:nvPr>
            <p:extLst>
              <p:ext uri="{D42A27DB-BD31-4B8C-83A1-F6EECF244321}">
                <p14:modId xmlns:p14="http://schemas.microsoft.com/office/powerpoint/2010/main" val="1723158595"/>
              </p:ext>
            </p:extLst>
          </p:nvPr>
        </p:nvGraphicFramePr>
        <p:xfrm>
          <a:off x="1200587" y="3878386"/>
          <a:ext cx="7905705" cy="1581120"/>
        </p:xfrm>
        <a:graphic>
          <a:graphicData uri="http://schemas.openxmlformats.org/drawingml/2006/table">
            <a:tbl>
              <a:tblPr/>
              <a:tblGrid>
                <a:gridCol w="2635235">
                  <a:extLst>
                    <a:ext uri="{9D8B030D-6E8A-4147-A177-3AD203B41FA5}">
                      <a16:colId xmlns:a16="http://schemas.microsoft.com/office/drawing/2014/main" val="20000"/>
                    </a:ext>
                  </a:extLst>
                </a:gridCol>
                <a:gridCol w="2635235">
                  <a:extLst>
                    <a:ext uri="{9D8B030D-6E8A-4147-A177-3AD203B41FA5}">
                      <a16:colId xmlns:a16="http://schemas.microsoft.com/office/drawing/2014/main" val="20001"/>
                    </a:ext>
                  </a:extLst>
                </a:gridCol>
                <a:gridCol w="2635235">
                  <a:extLst>
                    <a:ext uri="{9D8B030D-6E8A-4147-A177-3AD203B41FA5}">
                      <a16:colId xmlns:a16="http://schemas.microsoft.com/office/drawing/2014/main" val="20002"/>
                    </a:ext>
                  </a:extLst>
                </a:gridCol>
              </a:tblGrid>
              <a:tr h="395280">
                <a:tc>
                  <a:txBody>
                    <a:bodyPr/>
                    <a:lstStyle/>
                    <a:p>
                      <a:pPr algn="ctr">
                        <a:lnSpc>
                          <a:spcPct val="100000"/>
                        </a:lnSpc>
                      </a:pPr>
                      <a:r>
                        <a:rPr lang="en-US" sz="1800" b="1" strike="noStrike" spc="-1" dirty="0">
                          <a:solidFill>
                            <a:srgbClr val="FFFFFF"/>
                          </a:solidFill>
                          <a:uFill>
                            <a:solidFill>
                              <a:srgbClr val="FFFFFF"/>
                            </a:solidFill>
                          </a:uFill>
                          <a:latin typeface="Segoe UI"/>
                        </a:rPr>
                        <a:t>START</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tc>
                  <a:txBody>
                    <a:bodyPr/>
                    <a:lstStyle/>
                    <a:p>
                      <a:pPr algn="ctr">
                        <a:lnSpc>
                          <a:spcPct val="100000"/>
                        </a:lnSpc>
                      </a:pPr>
                      <a:r>
                        <a:rPr lang="en-US" sz="1800" b="1" strike="noStrike" spc="-1" dirty="0">
                          <a:solidFill>
                            <a:srgbClr val="FFFFFF"/>
                          </a:solidFill>
                          <a:uFill>
                            <a:solidFill>
                              <a:srgbClr val="FFFFFF"/>
                            </a:solidFill>
                          </a:uFill>
                          <a:latin typeface="Segoe UI"/>
                        </a:rPr>
                        <a:t>END</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tc>
                  <a:txBody>
                    <a:bodyPr/>
                    <a:lstStyle/>
                    <a:p>
                      <a:pPr algn="ctr">
                        <a:lnSpc>
                          <a:spcPct val="100000"/>
                        </a:lnSpc>
                      </a:pPr>
                      <a:r>
                        <a:rPr lang="en-US" sz="1800" b="1" strike="noStrike" spc="-1" dirty="0">
                          <a:solidFill>
                            <a:srgbClr val="FFFFFF"/>
                          </a:solidFill>
                          <a:uFill>
                            <a:solidFill>
                              <a:srgbClr val="FFFFFF"/>
                            </a:solidFill>
                          </a:uFill>
                          <a:latin typeface="Segoe UI"/>
                        </a:rPr>
                        <a:t>FILE NAME</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38160">
                      <a:solidFill>
                        <a:srgbClr val="FFFFFF"/>
                      </a:solidFill>
                    </a:lnB>
                    <a:solidFill>
                      <a:srgbClr val="0178BB"/>
                    </a:solidFill>
                  </a:tcPr>
                </a:tc>
                <a:extLst>
                  <a:ext uri="{0D108BD9-81ED-4DB2-BD59-A6C34878D82A}">
                    <a16:rowId xmlns:a16="http://schemas.microsoft.com/office/drawing/2014/main" val="10000"/>
                  </a:ext>
                </a:extLst>
              </a:tr>
              <a:tr h="395280">
                <a:tc>
                  <a:txBody>
                    <a:bodyPr/>
                    <a:lstStyle/>
                    <a:p>
                      <a:pPr algn="ctr">
                        <a:lnSpc>
                          <a:spcPct val="100000"/>
                        </a:lnSpc>
                      </a:pPr>
                      <a:r>
                        <a:rPr lang="en-US" sz="1800" b="1" strike="noStrike" spc="-1" dirty="0">
                          <a:solidFill>
                            <a:srgbClr val="3F3F3F"/>
                          </a:solidFill>
                          <a:uFill>
                            <a:solidFill>
                              <a:srgbClr val="FFFFFF"/>
                            </a:solidFill>
                          </a:uFill>
                          <a:latin typeface="+mn-lt"/>
                        </a:rPr>
                        <a:t>0xFFC06268</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tc>
                  <a:txBody>
                    <a:bodyPr/>
                    <a:lstStyle/>
                    <a:p>
                      <a:pPr algn="ctr">
                        <a:lnSpc>
                          <a:spcPct val="100000"/>
                        </a:lnSpc>
                      </a:pPr>
                      <a:r>
                        <a:rPr lang="en-US" sz="1800" b="1" strike="noStrike" spc="-1" dirty="0">
                          <a:solidFill>
                            <a:srgbClr val="3F3F3F"/>
                          </a:solidFill>
                          <a:uFill>
                            <a:solidFill>
                              <a:srgbClr val="FFFFFF"/>
                            </a:solidFill>
                          </a:uFill>
                          <a:latin typeface="+mn-lt"/>
                        </a:rPr>
                        <a:t>0xFFC0835F</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tc>
                  <a:txBody>
                    <a:bodyPr/>
                    <a:lstStyle/>
                    <a:p>
                      <a:pPr algn="ctr">
                        <a:lnSpc>
                          <a:spcPct val="100000"/>
                        </a:lnSpc>
                      </a:pPr>
                      <a:r>
                        <a:rPr lang="en-US" sz="1800" b="1" strike="noStrike" spc="-1" dirty="0" err="1">
                          <a:solidFill>
                            <a:srgbClr val="3F3F3F"/>
                          </a:solidFill>
                          <a:uFill>
                            <a:solidFill>
                              <a:srgbClr val="FFFFFF"/>
                            </a:solidFill>
                          </a:uFill>
                          <a:latin typeface="Segoe UI"/>
                        </a:rPr>
                        <a:t>UbaConfigDatabasePei</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38160" cap="flat" cmpd="sng" algn="ctr">
                      <a:solidFill>
                        <a:srgbClr val="FFFFFF"/>
                      </a:solidFill>
                      <a:prstDash val="solid"/>
                      <a:round/>
                      <a:headEnd type="none" w="med" len="med"/>
                      <a:tailEnd type="none" w="med" len="med"/>
                    </a:lnT>
                    <a:lnB w="12240">
                      <a:solidFill>
                        <a:srgbClr val="FFFFFF"/>
                      </a:solidFill>
                    </a:lnB>
                    <a:solidFill>
                      <a:srgbClr val="CCD6E6"/>
                    </a:solidFill>
                  </a:tcPr>
                </a:tc>
                <a:extLst>
                  <a:ext uri="{0D108BD9-81ED-4DB2-BD59-A6C34878D82A}">
                    <a16:rowId xmlns:a16="http://schemas.microsoft.com/office/drawing/2014/main" val="10001"/>
                  </a:ext>
                </a:extLst>
              </a:tr>
              <a:tr h="395280">
                <a:tc>
                  <a:txBody>
                    <a:bodyPr/>
                    <a:lstStyle/>
                    <a:p>
                      <a:pPr algn="ctr">
                        <a:lnSpc>
                          <a:spcPct val="100000"/>
                        </a:lnSpc>
                      </a:pPr>
                      <a:r>
                        <a:rPr lang="en-US" sz="1800" b="1" strike="noStrike" spc="-1" dirty="0">
                          <a:solidFill>
                            <a:srgbClr val="3F3F3F"/>
                          </a:solidFill>
                          <a:uFill>
                            <a:solidFill>
                              <a:srgbClr val="FFFFFF"/>
                            </a:solidFill>
                          </a:uFill>
                          <a:latin typeface="+mn-lt"/>
                        </a:rPr>
                        <a:t>0xFFC083E8</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gn="ctr">
                        <a:lnSpc>
                          <a:spcPct val="100000"/>
                        </a:lnSpc>
                      </a:pPr>
                      <a:r>
                        <a:rPr lang="en-US" sz="1800" b="1" strike="noStrike" spc="-1" dirty="0">
                          <a:solidFill>
                            <a:srgbClr val="3F3F3F"/>
                          </a:solidFill>
                          <a:uFill>
                            <a:solidFill>
                              <a:srgbClr val="FFFFFF"/>
                            </a:solidFill>
                          </a:uFill>
                          <a:latin typeface="+mn-lt"/>
                        </a:rPr>
                        <a:t>0xFFC1FDAF</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tc>
                  <a:txBody>
                    <a:bodyPr/>
                    <a:lstStyle/>
                    <a:p>
                      <a:pPr algn="ctr">
                        <a:lnSpc>
                          <a:spcPct val="100000"/>
                        </a:lnSpc>
                      </a:pPr>
                      <a:r>
                        <a:rPr lang="en-US" sz="1800" b="1" strike="noStrike" spc="-1" dirty="0" err="1">
                          <a:solidFill>
                            <a:srgbClr val="3F3F3F"/>
                          </a:solidFill>
                          <a:uFill>
                            <a:solidFill>
                              <a:srgbClr val="FFFFFF"/>
                            </a:solidFill>
                          </a:uFill>
                          <a:latin typeface="Segoe UI"/>
                        </a:rPr>
                        <a:t>BoardInitPeim</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E7EBF3"/>
                    </a:solidFill>
                  </a:tcPr>
                </a:tc>
                <a:extLst>
                  <a:ext uri="{0D108BD9-81ED-4DB2-BD59-A6C34878D82A}">
                    <a16:rowId xmlns:a16="http://schemas.microsoft.com/office/drawing/2014/main" val="10002"/>
                  </a:ext>
                </a:extLst>
              </a:tr>
              <a:tr h="395280">
                <a:tc>
                  <a:txBody>
                    <a:bodyPr/>
                    <a:lstStyle/>
                    <a:p>
                      <a:pPr algn="ctr">
                        <a:lnSpc>
                          <a:spcPct val="100000"/>
                        </a:lnSpc>
                      </a:pPr>
                      <a:r>
                        <a:rPr lang="en-US" sz="1800" b="1" strike="noStrike" spc="-1" dirty="0">
                          <a:solidFill>
                            <a:srgbClr val="3F3F3F"/>
                          </a:solidFill>
                          <a:uFill>
                            <a:solidFill>
                              <a:srgbClr val="FFFFFF"/>
                            </a:solidFill>
                          </a:uFill>
                          <a:latin typeface="+mn-lt"/>
                        </a:rPr>
                        <a:t>0xFFC2A4E8</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tc>
                  <a:txBody>
                    <a:bodyPr/>
                    <a:lstStyle/>
                    <a:p>
                      <a:pPr algn="ctr">
                        <a:lnSpc>
                          <a:spcPct val="100000"/>
                        </a:lnSpc>
                      </a:pPr>
                      <a:r>
                        <a:rPr lang="en-US" sz="1800" b="1" strike="noStrike" spc="-1" dirty="0">
                          <a:solidFill>
                            <a:srgbClr val="3F3F3F"/>
                          </a:solidFill>
                          <a:uFill>
                            <a:solidFill>
                              <a:srgbClr val="FFFFFF"/>
                            </a:solidFill>
                          </a:uFill>
                          <a:latin typeface="+mn-lt"/>
                        </a:rPr>
                        <a:t>0xFFC2B8CF</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tc>
                  <a:txBody>
                    <a:bodyPr/>
                    <a:lstStyle/>
                    <a:p>
                      <a:pPr algn="ctr">
                        <a:lnSpc>
                          <a:spcPct val="100000"/>
                        </a:lnSpc>
                      </a:pPr>
                      <a:r>
                        <a:rPr lang="en-US" sz="1800" b="1" strike="noStrike" spc="-1" dirty="0" err="1">
                          <a:solidFill>
                            <a:srgbClr val="3F3F3F"/>
                          </a:solidFill>
                          <a:uFill>
                            <a:solidFill>
                              <a:srgbClr val="FFFFFF"/>
                            </a:solidFill>
                          </a:uFill>
                          <a:latin typeface="+mn-lt"/>
                        </a:rPr>
                        <a:t>UpdatePcdPei</a:t>
                      </a:r>
                      <a:endParaRPr lang="en-US" sz="1800" b="0" strike="noStrike" spc="-1" dirty="0">
                        <a:solidFill>
                          <a:srgbClr val="000000"/>
                        </a:solidFill>
                        <a:uFill>
                          <a:solidFill>
                            <a:srgbClr val="FFFFFF"/>
                          </a:solidFill>
                        </a:uFill>
                        <a:latin typeface="Arial"/>
                      </a:endParaRPr>
                    </a:p>
                  </a:txBody>
                  <a:tcPr>
                    <a:lnL w="12240">
                      <a:solidFill>
                        <a:srgbClr val="FFFFFF"/>
                      </a:solidFill>
                    </a:lnL>
                    <a:lnR w="12240">
                      <a:solidFill>
                        <a:srgbClr val="FFFFFF"/>
                      </a:solidFill>
                    </a:lnR>
                    <a:lnT w="12240">
                      <a:solidFill>
                        <a:srgbClr val="FFFFFF"/>
                      </a:solidFill>
                    </a:lnT>
                    <a:lnB w="12240">
                      <a:solidFill>
                        <a:srgbClr val="FFFFFF"/>
                      </a:solidFill>
                    </a:lnB>
                    <a:solidFill>
                      <a:srgbClr val="CCD6E6"/>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97564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3B99E-C35C-4D43-8E13-99A1B83A6A00}"/>
              </a:ext>
            </a:extLst>
          </p:cNvPr>
          <p:cNvSpPr>
            <a:spLocks noGrp="1"/>
          </p:cNvSpPr>
          <p:nvPr>
            <p:ph type="title"/>
          </p:nvPr>
        </p:nvSpPr>
        <p:spPr/>
        <p:txBody>
          <a:bodyPr>
            <a:noAutofit/>
          </a:bodyPr>
          <a:lstStyle/>
          <a:p>
            <a:r>
              <a:rPr lang="en-US" altLang="zh-TW" spc="-1" dirty="0">
                <a:solidFill>
                  <a:srgbClr val="3F3F3F"/>
                </a:solidFill>
                <a:uFill>
                  <a:solidFill>
                    <a:srgbClr val="FFFFFF"/>
                  </a:solidFill>
                </a:uFill>
              </a:rPr>
              <a:t>Dependency Expression – Module Dependency</a:t>
            </a:r>
            <a:endParaRPr lang="zh-TW" altLang="en-US" dirty="0"/>
          </a:p>
        </p:txBody>
      </p:sp>
      <p:sp>
        <p:nvSpPr>
          <p:cNvPr id="3" name="內容版面配置區 2">
            <a:extLst>
              <a:ext uri="{FF2B5EF4-FFF2-40B4-BE49-F238E27FC236}">
                <a16:creationId xmlns:a16="http://schemas.microsoft.com/office/drawing/2014/main" id="{A1213A3E-2BE3-4A0D-95B7-649FDF04D787}"/>
              </a:ext>
            </a:extLst>
          </p:cNvPr>
          <p:cNvSpPr>
            <a:spLocks noGrp="1"/>
          </p:cNvSpPr>
          <p:nvPr>
            <p:ph idx="1"/>
          </p:nvPr>
        </p:nvSpPr>
        <p:spPr/>
        <p:txBody>
          <a:bodyPr>
            <a:normAutofit fontScale="92500" lnSpcReduction="10000"/>
          </a:bodyPr>
          <a:lstStyle/>
          <a:p>
            <a:r>
              <a:rPr lang="en-US" altLang="zh-TW" sz="3000" spc="-1" dirty="0" err="1">
                <a:solidFill>
                  <a:srgbClr val="3F3F3F"/>
                </a:solidFill>
                <a:uFill>
                  <a:solidFill>
                    <a:srgbClr val="FFFFFF"/>
                  </a:solidFill>
                </a:uFill>
              </a:rPr>
              <a:t>InsydeModulePkg</a:t>
            </a:r>
            <a:r>
              <a:rPr lang="en-US" altLang="zh-TW" sz="3000" spc="-1" dirty="0">
                <a:solidFill>
                  <a:srgbClr val="3F3F3F"/>
                </a:solidFill>
                <a:uFill>
                  <a:solidFill>
                    <a:srgbClr val="FFFFFF"/>
                  </a:solidFill>
                </a:uFill>
              </a:rPr>
              <a:t>/Universal/Variable/</a:t>
            </a:r>
            <a:r>
              <a:rPr lang="en-US" altLang="zh-TW" sz="3000" spc="-1" dirty="0" err="1">
                <a:solidFill>
                  <a:srgbClr val="3F3F3F"/>
                </a:solidFill>
                <a:uFill>
                  <a:solidFill>
                    <a:srgbClr val="FFFFFF"/>
                  </a:solidFill>
                </a:uFill>
              </a:rPr>
              <a:t>VariableRuntimeDxe</a:t>
            </a:r>
            <a:r>
              <a:rPr lang="en-US" altLang="zh-TW" sz="3000" spc="-1" dirty="0">
                <a:solidFill>
                  <a:srgbClr val="3F3F3F"/>
                </a:solidFill>
                <a:uFill>
                  <a:solidFill>
                    <a:srgbClr val="FFFFFF"/>
                  </a:solidFill>
                </a:uFill>
              </a:rPr>
              <a:t>/</a:t>
            </a:r>
          </a:p>
          <a:p>
            <a:pPr marL="0" indent="0">
              <a:buNone/>
            </a:pPr>
            <a:r>
              <a:rPr lang="en-US" altLang="zh-TW" sz="3000" spc="-1" dirty="0">
                <a:solidFill>
                  <a:srgbClr val="3F3F3F"/>
                </a:solidFill>
                <a:uFill>
                  <a:solidFill>
                    <a:srgbClr val="FFFFFF"/>
                  </a:solidFill>
                </a:uFill>
              </a:rPr>
              <a:t>  VariableRuntimeDxe.inf</a:t>
            </a:r>
            <a:endParaRPr lang="en-US" altLang="zh-TW" sz="30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a:t>
            </a:r>
            <a:r>
              <a:rPr lang="en-US" altLang="zh-TW" sz="2200" b="1" spc="-1" dirty="0" err="1">
                <a:solidFill>
                  <a:srgbClr val="3F3F3F"/>
                </a:solidFill>
                <a:uFill>
                  <a:solidFill>
                    <a:srgbClr val="FFFFFF"/>
                  </a:solidFill>
                </a:uFill>
              </a:rPr>
              <a:t>Depex</a:t>
            </a:r>
            <a:r>
              <a:rPr lang="en-US" altLang="zh-TW" sz="2200" b="1" spc="-1" dirty="0">
                <a:solidFill>
                  <a:srgbClr val="3F3F3F"/>
                </a:solidFill>
                <a:uFill>
                  <a:solidFill>
                    <a:srgbClr val="FFFFFF"/>
                  </a:solidFill>
                </a:uFill>
              </a:rPr>
              <a:t>]</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a:solidFill>
                  <a:srgbClr val="FF0000"/>
                </a:solidFill>
                <a:uFill>
                  <a:solidFill>
                    <a:srgbClr val="FFFFFF"/>
                  </a:solidFill>
                </a:uFill>
              </a:rPr>
              <a:t>&lt;DXE_DEPEX&gt;</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err="1">
                <a:solidFill>
                  <a:srgbClr val="3F3F3F"/>
                </a:solidFill>
                <a:uFill>
                  <a:solidFill>
                    <a:srgbClr val="FFFFFF"/>
                  </a:solidFill>
                </a:uFill>
              </a:rPr>
              <a:t>gEfiFirmwareVolumeBlockProtocolGuid</a:t>
            </a:r>
            <a:r>
              <a:rPr lang="en-US" altLang="zh-TW" sz="2200" b="1" spc="-1" dirty="0">
                <a:solidFill>
                  <a:srgbClr val="3F3F3F"/>
                </a:solidFill>
                <a:uFill>
                  <a:solidFill>
                    <a:srgbClr val="FFFFFF"/>
                  </a:solidFill>
                </a:uFill>
              </a:rPr>
              <a:t> AND</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err="1">
                <a:solidFill>
                  <a:srgbClr val="3F3F3F"/>
                </a:solidFill>
                <a:uFill>
                  <a:solidFill>
                    <a:srgbClr val="FFFFFF"/>
                  </a:solidFill>
                </a:uFill>
              </a:rPr>
              <a:t>gEfiAlternateFvBlockGuid</a:t>
            </a:r>
            <a:r>
              <a:rPr lang="en-US" altLang="zh-TW" sz="2200" b="1" spc="-1" dirty="0">
                <a:solidFill>
                  <a:srgbClr val="3F3F3F"/>
                </a:solidFill>
                <a:uFill>
                  <a:solidFill>
                    <a:srgbClr val="FFFFFF"/>
                  </a:solidFill>
                </a:uFill>
              </a:rPr>
              <a:t> AND</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err="1">
                <a:solidFill>
                  <a:srgbClr val="3F3F3F"/>
                </a:solidFill>
                <a:uFill>
                  <a:solidFill>
                    <a:srgbClr val="FFFFFF"/>
                  </a:solidFill>
                </a:uFill>
              </a:rPr>
              <a:t>gEfiFaultTolerantWriteLiteProtocolGuid</a:t>
            </a:r>
            <a:endParaRPr lang="en-US" altLang="zh-TW" sz="2200" spc="-1" dirty="0">
              <a:solidFill>
                <a:srgbClr val="000000"/>
              </a:solidFill>
              <a:uFill>
                <a:solidFill>
                  <a:srgbClr val="FFFFFF"/>
                </a:solidFill>
              </a:uFill>
            </a:endParaRPr>
          </a:p>
          <a:p>
            <a:pPr lvl="1">
              <a:lnSpc>
                <a:spcPct val="100000"/>
              </a:lnSpc>
            </a:pP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a:solidFill>
                  <a:srgbClr val="FF0000"/>
                </a:solidFill>
                <a:uFill>
                  <a:solidFill>
                    <a:srgbClr val="FFFFFF"/>
                  </a:solidFill>
                </a:uFill>
              </a:rPr>
              <a:t>&lt;SMM_DEPEX&gt;</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err="1">
                <a:solidFill>
                  <a:srgbClr val="3F3F3F"/>
                </a:solidFill>
                <a:uFill>
                  <a:solidFill>
                    <a:srgbClr val="FFFFFF"/>
                  </a:solidFill>
                </a:uFill>
              </a:rPr>
              <a:t>gEfiNonVolatileVariableProtocolGuid</a:t>
            </a:r>
            <a:r>
              <a:rPr lang="en-US" altLang="zh-TW" sz="2200" b="1" spc="-1" dirty="0">
                <a:solidFill>
                  <a:srgbClr val="3F3F3F"/>
                </a:solidFill>
                <a:uFill>
                  <a:solidFill>
                    <a:srgbClr val="FFFFFF"/>
                  </a:solidFill>
                </a:uFill>
              </a:rPr>
              <a:t> AND</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err="1">
                <a:solidFill>
                  <a:srgbClr val="3F3F3F"/>
                </a:solidFill>
                <a:uFill>
                  <a:solidFill>
                    <a:srgbClr val="FFFFFF"/>
                  </a:solidFill>
                </a:uFill>
              </a:rPr>
              <a:t>gEfiSmmFtwProtocolGuid</a:t>
            </a:r>
            <a:r>
              <a:rPr lang="en-US" altLang="zh-TW" sz="2200" b="1" spc="-1" dirty="0">
                <a:solidFill>
                  <a:srgbClr val="3F3F3F"/>
                </a:solidFill>
                <a:uFill>
                  <a:solidFill>
                    <a:srgbClr val="FFFFFF"/>
                  </a:solidFill>
                </a:uFill>
              </a:rPr>
              <a:t> AND</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gEfiSmmSwDispatch2ProtocolGuid AND</a:t>
            </a:r>
            <a:endParaRPr lang="en-US" altLang="zh-TW" sz="2200" spc="-1" dirty="0">
              <a:solidFill>
                <a:srgbClr val="000000"/>
              </a:solidFill>
              <a:uFill>
                <a:solidFill>
                  <a:srgbClr val="FFFFFF"/>
                </a:solidFill>
              </a:uFill>
            </a:endParaRPr>
          </a:p>
          <a:p>
            <a:pPr marL="457200" lvl="1" indent="0">
              <a:lnSpc>
                <a:spcPct val="100000"/>
              </a:lnSpc>
              <a:buNone/>
            </a:pPr>
            <a:r>
              <a:rPr lang="en-US" altLang="zh-TW" sz="2200" b="1" spc="-1" dirty="0">
                <a:solidFill>
                  <a:srgbClr val="3F3F3F"/>
                </a:solidFill>
                <a:uFill>
                  <a:solidFill>
                    <a:srgbClr val="FFFFFF"/>
                  </a:solidFill>
                </a:uFill>
              </a:rPr>
              <a:t>  </a:t>
            </a:r>
            <a:r>
              <a:rPr lang="en-US" altLang="zh-TW" sz="2200" b="1" spc="-1" dirty="0" err="1">
                <a:solidFill>
                  <a:srgbClr val="3F3F3F"/>
                </a:solidFill>
                <a:uFill>
                  <a:solidFill>
                    <a:srgbClr val="FFFFFF"/>
                  </a:solidFill>
                </a:uFill>
              </a:rPr>
              <a:t>gEfiSmmCpuProtocolGuid</a:t>
            </a:r>
            <a:endParaRPr lang="en-US" altLang="zh-TW" sz="3200" spc="-1" dirty="0">
              <a:solidFill>
                <a:srgbClr val="000000"/>
              </a:solidFill>
              <a:uFill>
                <a:solidFill>
                  <a:srgbClr val="FFFFFF"/>
                </a:solidFill>
              </a:uFill>
            </a:endParaRPr>
          </a:p>
        </p:txBody>
      </p:sp>
    </p:spTree>
    <p:extLst>
      <p:ext uri="{BB962C8B-B14F-4D97-AF65-F5344CB8AC3E}">
        <p14:creationId xmlns:p14="http://schemas.microsoft.com/office/powerpoint/2010/main" val="20810569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3B99E-C35C-4D43-8E13-99A1B83A6A00}"/>
              </a:ext>
            </a:extLst>
          </p:cNvPr>
          <p:cNvSpPr>
            <a:spLocks noGrp="1"/>
          </p:cNvSpPr>
          <p:nvPr>
            <p:ph type="title"/>
          </p:nvPr>
        </p:nvSpPr>
        <p:spPr/>
        <p:txBody>
          <a:bodyPr>
            <a:noAutofit/>
          </a:bodyPr>
          <a:lstStyle/>
          <a:p>
            <a:r>
              <a:rPr lang="en-US" altLang="zh-TW" spc="-1" dirty="0">
                <a:solidFill>
                  <a:srgbClr val="3F3F3F"/>
                </a:solidFill>
                <a:uFill>
                  <a:solidFill>
                    <a:srgbClr val="FFFFFF"/>
                  </a:solidFill>
                </a:uFill>
              </a:rPr>
              <a:t>Dependency Expression – Library Instance Dependency</a:t>
            </a:r>
            <a:endParaRPr lang="zh-TW" altLang="en-US" dirty="0"/>
          </a:p>
        </p:txBody>
      </p:sp>
      <p:sp>
        <p:nvSpPr>
          <p:cNvPr id="3" name="內容版面配置區 2">
            <a:extLst>
              <a:ext uri="{FF2B5EF4-FFF2-40B4-BE49-F238E27FC236}">
                <a16:creationId xmlns:a16="http://schemas.microsoft.com/office/drawing/2014/main" id="{A1213A3E-2BE3-4A0D-95B7-649FDF04D787}"/>
              </a:ext>
            </a:extLst>
          </p:cNvPr>
          <p:cNvSpPr>
            <a:spLocks noGrp="1"/>
          </p:cNvSpPr>
          <p:nvPr>
            <p:ph idx="1"/>
          </p:nvPr>
        </p:nvSpPr>
        <p:spPr/>
        <p:txBody>
          <a:bodyPr>
            <a:normAutofit/>
          </a:bodyPr>
          <a:lstStyle/>
          <a:p>
            <a:pPr marL="341280" indent="-340560">
              <a:lnSpc>
                <a:spcPct val="100000"/>
              </a:lnSpc>
              <a:buClr>
                <a:srgbClr val="3F3F3F"/>
              </a:buClr>
              <a:buFont typeface="Wingdings" charset="2"/>
              <a:buChar char=""/>
            </a:pPr>
            <a:r>
              <a:rPr lang="en-US" altLang="zh-TW" sz="3200" spc="-1" dirty="0">
                <a:solidFill>
                  <a:srgbClr val="3F3F3F"/>
                </a:solidFill>
                <a:uFill>
                  <a:solidFill>
                    <a:srgbClr val="FFFFFF"/>
                  </a:solidFill>
                </a:uFill>
              </a:rPr>
              <a:t>Library Instance might have dependency rule defined by the </a:t>
            </a:r>
            <a:r>
              <a:rPr lang="en-US" altLang="zh-TW" sz="3200" b="1" spc="-1" dirty="0">
                <a:solidFill>
                  <a:srgbClr val="3F3F3F"/>
                </a:solidFill>
                <a:uFill>
                  <a:solidFill>
                    <a:srgbClr val="FFFFFF"/>
                  </a:solidFill>
                </a:uFill>
              </a:rPr>
              <a:t>[</a:t>
            </a:r>
            <a:r>
              <a:rPr lang="en-US" altLang="zh-TW" sz="3200" b="1" spc="-1" dirty="0" err="1">
                <a:solidFill>
                  <a:srgbClr val="3F3F3F"/>
                </a:solidFill>
                <a:uFill>
                  <a:solidFill>
                    <a:srgbClr val="FFFFFF"/>
                  </a:solidFill>
                </a:uFill>
              </a:rPr>
              <a:t>Depex</a:t>
            </a:r>
            <a:r>
              <a:rPr lang="en-US" altLang="zh-TW" sz="3200" b="1" spc="-1" dirty="0">
                <a:solidFill>
                  <a:srgbClr val="3F3F3F"/>
                </a:solidFill>
                <a:uFill>
                  <a:solidFill>
                    <a:srgbClr val="FFFFFF"/>
                  </a:solidFill>
                </a:uFill>
              </a:rPr>
              <a:t>]</a:t>
            </a:r>
            <a:r>
              <a:rPr lang="en-US" altLang="zh-TW" sz="3200" spc="-1" dirty="0">
                <a:solidFill>
                  <a:srgbClr val="3F3F3F"/>
                </a:solidFill>
                <a:uFill>
                  <a:solidFill>
                    <a:srgbClr val="FFFFFF"/>
                  </a:solidFill>
                </a:uFill>
              </a:rPr>
              <a:t> section in the INF file</a:t>
            </a:r>
            <a:endParaRPr lang="en-US" altLang="zh-TW" sz="3200" spc="-1" dirty="0">
              <a:solidFill>
                <a:srgbClr val="000000"/>
              </a:solidFill>
              <a:uFill>
                <a:solidFill>
                  <a:srgbClr val="FFFFFF"/>
                </a:solidFill>
              </a:uFill>
            </a:endParaRPr>
          </a:p>
          <a:p>
            <a:pPr>
              <a:lnSpc>
                <a:spcPct val="100000"/>
              </a:lnSpc>
            </a:pPr>
            <a:endParaRPr lang="en-US" altLang="zh-TW" sz="3200" spc="-1" dirty="0">
              <a:solidFill>
                <a:srgbClr val="000000"/>
              </a:solidFill>
              <a:uFill>
                <a:solidFill>
                  <a:srgbClr val="FFFFFF"/>
                </a:solidFill>
              </a:uFill>
            </a:endParaRPr>
          </a:p>
          <a:p>
            <a:pPr marL="341280" indent="-340560">
              <a:lnSpc>
                <a:spcPct val="100000"/>
              </a:lnSpc>
              <a:buClr>
                <a:srgbClr val="3F3F3F"/>
              </a:buClr>
              <a:buFont typeface="Wingdings" charset="2"/>
              <a:buChar char=""/>
            </a:pPr>
            <a:r>
              <a:rPr lang="en-US" altLang="zh-TW" sz="3200" spc="-1" dirty="0">
                <a:solidFill>
                  <a:srgbClr val="3F3F3F"/>
                </a:solidFill>
                <a:uFill>
                  <a:solidFill>
                    <a:srgbClr val="FFFFFF"/>
                  </a:solidFill>
                </a:uFill>
              </a:rPr>
              <a:t>The dependency rule of the Library Instance will be added to the driver dependency if it is linked by the driver</a:t>
            </a:r>
            <a:endParaRPr lang="en-US" altLang="zh-TW" sz="3200" spc="-1" dirty="0">
              <a:solidFill>
                <a:srgbClr val="000000"/>
              </a:solidFill>
              <a:uFill>
                <a:solidFill>
                  <a:srgbClr val="FFFFFF"/>
                </a:solidFill>
              </a:uFill>
            </a:endParaRPr>
          </a:p>
        </p:txBody>
      </p:sp>
    </p:spTree>
    <p:extLst>
      <p:ext uri="{BB962C8B-B14F-4D97-AF65-F5344CB8AC3E}">
        <p14:creationId xmlns:p14="http://schemas.microsoft.com/office/powerpoint/2010/main" val="160136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63B99E-C35C-4D43-8E13-99A1B83A6A00}"/>
              </a:ext>
            </a:extLst>
          </p:cNvPr>
          <p:cNvSpPr>
            <a:spLocks noGrp="1"/>
          </p:cNvSpPr>
          <p:nvPr>
            <p:ph type="title"/>
          </p:nvPr>
        </p:nvSpPr>
        <p:spPr/>
        <p:txBody>
          <a:bodyPr>
            <a:noAutofit/>
          </a:bodyPr>
          <a:lstStyle/>
          <a:p>
            <a:r>
              <a:rPr lang="en-US" altLang="zh-TW" spc="-1" dirty="0">
                <a:solidFill>
                  <a:srgbClr val="3F3F3F"/>
                </a:solidFill>
                <a:uFill>
                  <a:solidFill>
                    <a:srgbClr val="FFFFFF"/>
                  </a:solidFill>
                </a:uFill>
              </a:rPr>
              <a:t>Dependency Expression – Library Instance Dependency</a:t>
            </a:r>
            <a:endParaRPr lang="zh-TW" altLang="en-US" dirty="0"/>
          </a:p>
        </p:txBody>
      </p:sp>
      <p:grpSp>
        <p:nvGrpSpPr>
          <p:cNvPr id="4" name="群組 3">
            <a:extLst>
              <a:ext uri="{FF2B5EF4-FFF2-40B4-BE49-F238E27FC236}">
                <a16:creationId xmlns:a16="http://schemas.microsoft.com/office/drawing/2014/main" id="{61637677-8A7D-4F75-B7C9-B085D680DCFB}"/>
              </a:ext>
            </a:extLst>
          </p:cNvPr>
          <p:cNvGrpSpPr/>
          <p:nvPr/>
        </p:nvGrpSpPr>
        <p:grpSpPr>
          <a:xfrm>
            <a:off x="809535" y="1362654"/>
            <a:ext cx="10535400" cy="5080775"/>
            <a:chOff x="809535" y="1362654"/>
            <a:chExt cx="10535400" cy="5080775"/>
          </a:xfrm>
        </p:grpSpPr>
        <p:pic>
          <p:nvPicPr>
            <p:cNvPr id="5" name="Picture 7">
              <a:extLst>
                <a:ext uri="{FF2B5EF4-FFF2-40B4-BE49-F238E27FC236}">
                  <a16:creationId xmlns:a16="http://schemas.microsoft.com/office/drawing/2014/main" id="{4ECF2FC9-2074-4F48-8831-0014A4B29176}"/>
                </a:ext>
              </a:extLst>
            </p:cNvPr>
            <p:cNvPicPr/>
            <p:nvPr/>
          </p:nvPicPr>
          <p:blipFill>
            <a:blip r:embed="rId2"/>
            <a:stretch/>
          </p:blipFill>
          <p:spPr>
            <a:xfrm>
              <a:off x="836520" y="4837030"/>
              <a:ext cx="3899880" cy="1531080"/>
            </a:xfrm>
            <a:prstGeom prst="rect">
              <a:avLst/>
            </a:prstGeom>
            <a:ln w="9360">
              <a:noFill/>
            </a:ln>
          </p:spPr>
        </p:pic>
        <p:sp>
          <p:nvSpPr>
            <p:cNvPr id="6" name="CustomShape 4">
              <a:extLst>
                <a:ext uri="{FF2B5EF4-FFF2-40B4-BE49-F238E27FC236}">
                  <a16:creationId xmlns:a16="http://schemas.microsoft.com/office/drawing/2014/main" id="{E94CC815-4989-4D32-B5F2-5FC88A6F3041}"/>
                </a:ext>
              </a:extLst>
            </p:cNvPr>
            <p:cNvSpPr/>
            <p:nvPr/>
          </p:nvSpPr>
          <p:spPr>
            <a:xfrm>
              <a:off x="809535" y="1417975"/>
              <a:ext cx="2248920" cy="3643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3F3F3F"/>
                  </a:solidFill>
                  <a:uFill>
                    <a:solidFill>
                      <a:srgbClr val="FFFFFF"/>
                    </a:solidFill>
                  </a:uFill>
                  <a:latin typeface="Segoe UI"/>
                  <a:ea typeface="DejaVu Sans"/>
                </a:rPr>
                <a:t>HiddenDepexTest.inf</a:t>
              </a:r>
              <a:endParaRPr lang="en-US" sz="1800" b="0" strike="noStrike" spc="-1" dirty="0">
                <a:solidFill>
                  <a:srgbClr val="000000"/>
                </a:solidFill>
                <a:uFill>
                  <a:solidFill>
                    <a:srgbClr val="FFFFFF"/>
                  </a:solidFill>
                </a:uFill>
                <a:latin typeface="Arial"/>
              </a:endParaRPr>
            </a:p>
          </p:txBody>
        </p:sp>
        <p:sp>
          <p:nvSpPr>
            <p:cNvPr id="7" name="CustomShape 5">
              <a:extLst>
                <a:ext uri="{FF2B5EF4-FFF2-40B4-BE49-F238E27FC236}">
                  <a16:creationId xmlns:a16="http://schemas.microsoft.com/office/drawing/2014/main" id="{8195DBB2-1C2B-4103-A5F0-68DAB50C664E}"/>
                </a:ext>
              </a:extLst>
            </p:cNvPr>
            <p:cNvSpPr/>
            <p:nvPr/>
          </p:nvSpPr>
          <p:spPr>
            <a:xfrm>
              <a:off x="8052442" y="1362654"/>
              <a:ext cx="1812960" cy="3643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3F3F3F"/>
                  </a:solidFill>
                  <a:uFill>
                    <a:solidFill>
                      <a:srgbClr val="FFFFFF"/>
                    </a:solidFill>
                  </a:uFill>
                  <a:latin typeface="Segoe UI"/>
                  <a:ea typeface="DejaVu Sans"/>
                </a:rPr>
                <a:t>DepexTestLib.inf</a:t>
              </a:r>
              <a:endParaRPr lang="en-US" sz="1800" b="0" strike="noStrike" spc="-1" dirty="0">
                <a:solidFill>
                  <a:srgbClr val="000000"/>
                </a:solidFill>
                <a:uFill>
                  <a:solidFill>
                    <a:srgbClr val="FFFFFF"/>
                  </a:solidFill>
                </a:uFill>
                <a:latin typeface="Arial"/>
              </a:endParaRPr>
            </a:p>
          </p:txBody>
        </p:sp>
        <p:sp>
          <p:nvSpPr>
            <p:cNvPr id="8" name="CustomShape 6">
              <a:extLst>
                <a:ext uri="{FF2B5EF4-FFF2-40B4-BE49-F238E27FC236}">
                  <a16:creationId xmlns:a16="http://schemas.microsoft.com/office/drawing/2014/main" id="{971C89E1-5EDC-48CD-BADE-753BF5C44B5A}"/>
                </a:ext>
              </a:extLst>
            </p:cNvPr>
            <p:cNvSpPr/>
            <p:nvPr/>
          </p:nvSpPr>
          <p:spPr>
            <a:xfrm>
              <a:off x="8305027" y="4107434"/>
              <a:ext cx="1936440" cy="3643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3F3F3F"/>
                  </a:solidFill>
                  <a:uFill>
                    <a:solidFill>
                      <a:srgbClr val="FFFFFF"/>
                    </a:solidFill>
                  </a:uFill>
                  <a:latin typeface="Segoe UI"/>
                  <a:ea typeface="DejaVu Sans"/>
                </a:rPr>
                <a:t>DepexTest2Lib.inf</a:t>
              </a:r>
              <a:endParaRPr lang="en-US" sz="1800" b="0" strike="noStrike" spc="-1" dirty="0">
                <a:solidFill>
                  <a:srgbClr val="000000"/>
                </a:solidFill>
                <a:uFill>
                  <a:solidFill>
                    <a:srgbClr val="FFFFFF"/>
                  </a:solidFill>
                </a:uFill>
                <a:latin typeface="Arial"/>
              </a:endParaRPr>
            </a:p>
          </p:txBody>
        </p:sp>
        <p:sp>
          <p:nvSpPr>
            <p:cNvPr id="9" name="CustomShape 7">
              <a:extLst>
                <a:ext uri="{FF2B5EF4-FFF2-40B4-BE49-F238E27FC236}">
                  <a16:creationId xmlns:a16="http://schemas.microsoft.com/office/drawing/2014/main" id="{FD3A9212-0399-4CEA-8779-5C5FDAC4E10E}"/>
                </a:ext>
              </a:extLst>
            </p:cNvPr>
            <p:cNvSpPr/>
            <p:nvPr/>
          </p:nvSpPr>
          <p:spPr>
            <a:xfrm>
              <a:off x="1694040" y="4472710"/>
              <a:ext cx="2184840" cy="36432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z="1800" b="0" strike="noStrike" spc="-1" dirty="0">
                  <a:solidFill>
                    <a:srgbClr val="3F3F3F"/>
                  </a:solidFill>
                  <a:uFill>
                    <a:solidFill>
                      <a:srgbClr val="FFFFFF"/>
                    </a:solidFill>
                  </a:uFill>
                  <a:latin typeface="Segoe UI"/>
                  <a:ea typeface="DejaVu Sans"/>
                </a:rPr>
                <a:t>Dependency output</a:t>
              </a:r>
              <a:endParaRPr lang="en-US" sz="1800" b="0" strike="noStrike" spc="-1" dirty="0">
                <a:solidFill>
                  <a:srgbClr val="000000"/>
                </a:solidFill>
                <a:uFill>
                  <a:solidFill>
                    <a:srgbClr val="FFFFFF"/>
                  </a:solidFill>
                </a:uFill>
                <a:latin typeface="Arial"/>
              </a:endParaRPr>
            </a:p>
          </p:txBody>
        </p:sp>
        <p:pic>
          <p:nvPicPr>
            <p:cNvPr id="10" name="圖片 9">
              <a:extLst>
                <a:ext uri="{FF2B5EF4-FFF2-40B4-BE49-F238E27FC236}">
                  <a16:creationId xmlns:a16="http://schemas.microsoft.com/office/drawing/2014/main" id="{CF15C2D9-EDE4-4E26-8AAB-F55CA3A80DEE}"/>
                </a:ext>
              </a:extLst>
            </p:cNvPr>
            <p:cNvPicPr>
              <a:picLocks noChangeAspect="1"/>
            </p:cNvPicPr>
            <p:nvPr/>
          </p:nvPicPr>
          <p:blipFill>
            <a:blip r:embed="rId3"/>
            <a:stretch>
              <a:fillRect/>
            </a:stretch>
          </p:blipFill>
          <p:spPr>
            <a:xfrm>
              <a:off x="836520" y="1722895"/>
              <a:ext cx="4057650" cy="2343150"/>
            </a:xfrm>
            <a:prstGeom prst="rect">
              <a:avLst/>
            </a:prstGeom>
          </p:spPr>
        </p:pic>
        <p:pic>
          <p:nvPicPr>
            <p:cNvPr id="11" name="圖片 10">
              <a:extLst>
                <a:ext uri="{FF2B5EF4-FFF2-40B4-BE49-F238E27FC236}">
                  <a16:creationId xmlns:a16="http://schemas.microsoft.com/office/drawing/2014/main" id="{E6124878-0BE9-42FC-8A6C-C03AEF023DA7}"/>
                </a:ext>
              </a:extLst>
            </p:cNvPr>
            <p:cNvPicPr>
              <a:picLocks noChangeAspect="1"/>
            </p:cNvPicPr>
            <p:nvPr/>
          </p:nvPicPr>
          <p:blipFill>
            <a:blip r:embed="rId4"/>
            <a:stretch>
              <a:fillRect/>
            </a:stretch>
          </p:blipFill>
          <p:spPr>
            <a:xfrm>
              <a:off x="7201560" y="1718012"/>
              <a:ext cx="3514725" cy="1743075"/>
            </a:xfrm>
            <a:prstGeom prst="rect">
              <a:avLst/>
            </a:prstGeom>
          </p:spPr>
        </p:pic>
        <p:sp>
          <p:nvSpPr>
            <p:cNvPr id="12" name="Line 1">
              <a:extLst>
                <a:ext uri="{FF2B5EF4-FFF2-40B4-BE49-F238E27FC236}">
                  <a16:creationId xmlns:a16="http://schemas.microsoft.com/office/drawing/2014/main" id="{5507B3B1-CEE7-4A68-9C32-E0C1191F263A}"/>
                </a:ext>
              </a:extLst>
            </p:cNvPr>
            <p:cNvSpPr/>
            <p:nvPr/>
          </p:nvSpPr>
          <p:spPr>
            <a:xfrm flipV="1">
              <a:off x="2211977" y="1844851"/>
              <a:ext cx="7289073" cy="1369297"/>
            </a:xfrm>
            <a:prstGeom prst="line">
              <a:avLst/>
            </a:prstGeom>
            <a:ln w="9360">
              <a:solidFill>
                <a:srgbClr val="FF0000"/>
              </a:solidFill>
              <a:round/>
              <a:tailEnd type="triangle" w="med" len="med"/>
            </a:ln>
          </p:spPr>
          <p:style>
            <a:lnRef idx="0">
              <a:scrgbClr r="0" g="0" b="0"/>
            </a:lnRef>
            <a:fillRef idx="0">
              <a:scrgbClr r="0" g="0" b="0"/>
            </a:fillRef>
            <a:effectRef idx="0">
              <a:scrgbClr r="0" g="0" b="0"/>
            </a:effectRef>
            <a:fontRef idx="minor"/>
          </p:style>
        </p:sp>
        <p:pic>
          <p:nvPicPr>
            <p:cNvPr id="13" name="圖片 12">
              <a:extLst>
                <a:ext uri="{FF2B5EF4-FFF2-40B4-BE49-F238E27FC236}">
                  <a16:creationId xmlns:a16="http://schemas.microsoft.com/office/drawing/2014/main" id="{EEF4B4CD-D130-49C1-AF31-37461775C66B}"/>
                </a:ext>
              </a:extLst>
            </p:cNvPr>
            <p:cNvPicPr>
              <a:picLocks noChangeAspect="1"/>
            </p:cNvPicPr>
            <p:nvPr/>
          </p:nvPicPr>
          <p:blipFill>
            <a:blip r:embed="rId5"/>
            <a:stretch>
              <a:fillRect/>
            </a:stretch>
          </p:blipFill>
          <p:spPr>
            <a:xfrm>
              <a:off x="7201560" y="4471754"/>
              <a:ext cx="4143375" cy="1971675"/>
            </a:xfrm>
            <a:prstGeom prst="rect">
              <a:avLst/>
            </a:prstGeom>
          </p:spPr>
        </p:pic>
        <p:sp>
          <p:nvSpPr>
            <p:cNvPr id="14" name="Line 2">
              <a:extLst>
                <a:ext uri="{FF2B5EF4-FFF2-40B4-BE49-F238E27FC236}">
                  <a16:creationId xmlns:a16="http://schemas.microsoft.com/office/drawing/2014/main" id="{E0B3EDB3-7143-4115-81E8-3274E7900F0F}"/>
                </a:ext>
              </a:extLst>
            </p:cNvPr>
            <p:cNvSpPr/>
            <p:nvPr/>
          </p:nvSpPr>
          <p:spPr>
            <a:xfrm>
              <a:off x="8400826" y="3356227"/>
              <a:ext cx="2411258" cy="1050310"/>
            </a:xfrm>
            <a:prstGeom prst="line">
              <a:avLst/>
            </a:prstGeom>
            <a:ln w="9360">
              <a:solidFill>
                <a:srgbClr val="FF0000"/>
              </a:solidFill>
              <a:round/>
              <a:tailEnd type="triangle" w="med" len="med"/>
            </a:ln>
          </p:spPr>
          <p:style>
            <a:lnRef idx="0">
              <a:scrgbClr r="0" g="0" b="0"/>
            </a:lnRef>
            <a:fillRef idx="0">
              <a:scrgbClr r="0" g="0" b="0"/>
            </a:fillRef>
            <a:effectRef idx="0">
              <a:scrgbClr r="0" g="0" b="0"/>
            </a:effectRef>
            <a:fontRef idx="minor"/>
          </p:style>
        </p:sp>
        <p:sp>
          <p:nvSpPr>
            <p:cNvPr id="15" name="Line 3">
              <a:extLst>
                <a:ext uri="{FF2B5EF4-FFF2-40B4-BE49-F238E27FC236}">
                  <a16:creationId xmlns:a16="http://schemas.microsoft.com/office/drawing/2014/main" id="{5E7725D9-7485-4D19-ACB4-6703E9EFDB1B}"/>
                </a:ext>
              </a:extLst>
            </p:cNvPr>
            <p:cNvSpPr/>
            <p:nvPr/>
          </p:nvSpPr>
          <p:spPr>
            <a:xfrm flipH="1" flipV="1">
              <a:off x="4736400" y="5704113"/>
              <a:ext cx="2613634" cy="592183"/>
            </a:xfrm>
            <a:prstGeom prst="line">
              <a:avLst/>
            </a:prstGeom>
            <a:ln w="9360">
              <a:solidFill>
                <a:srgbClr val="FF0000"/>
              </a:solidFill>
              <a:round/>
              <a:tailEnd type="triangle" w="med" len="me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32061153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052DDBF7-7D4D-40A5-B442-D7C1760FB7F4}"/>
              </a:ext>
            </a:extLst>
          </p:cNvPr>
          <p:cNvSpPr>
            <a:spLocks noGrp="1"/>
          </p:cNvSpPr>
          <p:nvPr>
            <p:ph type="sldNum" sz="quarter" idx="12"/>
          </p:nvPr>
        </p:nvSpPr>
        <p:spPr/>
        <p:txBody>
          <a:bodyPr/>
          <a:lstStyle/>
          <a:p>
            <a:fld id="{711F1488-76AD-4E7F-AEC8-BF811B7D74A5}" type="slidenum">
              <a:rPr lang="en-US" smtClean="0"/>
              <a:pPr/>
              <a:t>29</a:t>
            </a:fld>
            <a:endParaRPr lang="en-US"/>
          </a:p>
        </p:txBody>
      </p:sp>
      <p:sp>
        <p:nvSpPr>
          <p:cNvPr id="3" name="標題 2">
            <a:extLst>
              <a:ext uri="{FF2B5EF4-FFF2-40B4-BE49-F238E27FC236}">
                <a16:creationId xmlns:a16="http://schemas.microsoft.com/office/drawing/2014/main" id="{BBC09209-433D-4A3D-8B28-C37805136478}"/>
              </a:ext>
            </a:extLst>
          </p:cNvPr>
          <p:cNvSpPr>
            <a:spLocks noGrp="1"/>
          </p:cNvSpPr>
          <p:nvPr>
            <p:ph type="title"/>
          </p:nvPr>
        </p:nvSpPr>
        <p:spPr/>
        <p:txBody>
          <a:bodyPr/>
          <a:lstStyle/>
          <a:p>
            <a:r>
              <a:rPr lang="en-US" altLang="zh-TW" dirty="0"/>
              <a:t>How to Disable Module</a:t>
            </a:r>
            <a:endParaRPr lang="zh-TW" altLang="en-US" dirty="0"/>
          </a:p>
        </p:txBody>
      </p:sp>
    </p:spTree>
    <p:extLst>
      <p:ext uri="{BB962C8B-B14F-4D97-AF65-F5344CB8AC3E}">
        <p14:creationId xmlns:p14="http://schemas.microsoft.com/office/powerpoint/2010/main" val="1200057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1D4055-EC38-47AC-9225-01F83C5E89B0}"/>
              </a:ext>
            </a:extLst>
          </p:cNvPr>
          <p:cNvSpPr>
            <a:spLocks noGrp="1"/>
          </p:cNvSpPr>
          <p:nvPr>
            <p:ph type="title"/>
          </p:nvPr>
        </p:nvSpPr>
        <p:spPr/>
        <p:txBody>
          <a:bodyPr/>
          <a:lstStyle/>
          <a:p>
            <a:r>
              <a:rPr lang="en-US" altLang="zh-TW" dirty="0"/>
              <a:t>How to Disable Module</a:t>
            </a:r>
            <a:endParaRPr lang="zh-TW" altLang="en-US" dirty="0"/>
          </a:p>
        </p:txBody>
      </p:sp>
      <p:sp>
        <p:nvSpPr>
          <p:cNvPr id="3" name="內容版面配置區 2">
            <a:extLst>
              <a:ext uri="{FF2B5EF4-FFF2-40B4-BE49-F238E27FC236}">
                <a16:creationId xmlns:a16="http://schemas.microsoft.com/office/drawing/2014/main" id="{6852E333-BE2F-477F-9DB2-83CA80176812}"/>
              </a:ext>
            </a:extLst>
          </p:cNvPr>
          <p:cNvSpPr>
            <a:spLocks noGrp="1"/>
          </p:cNvSpPr>
          <p:nvPr>
            <p:ph idx="1"/>
          </p:nvPr>
        </p:nvSpPr>
        <p:spPr/>
        <p:txBody>
          <a:bodyPr/>
          <a:lstStyle/>
          <a:p>
            <a:pPr indent="-227880">
              <a:lnSpc>
                <a:spcPct val="100000"/>
              </a:lnSpc>
              <a:buClr>
                <a:srgbClr val="3F3F3F"/>
              </a:buClr>
              <a:buFont typeface="Arial"/>
              <a:buChar char="•"/>
            </a:pPr>
            <a:r>
              <a:rPr lang="en-US" altLang="zh-TW" spc="-1" dirty="0">
                <a:solidFill>
                  <a:srgbClr val="3F3F3F"/>
                </a:solidFill>
                <a:uFill>
                  <a:solidFill>
                    <a:srgbClr val="FFFFFF"/>
                  </a:solidFill>
                </a:uFill>
              </a:rPr>
              <a:t>Remove</a:t>
            </a:r>
            <a:endParaRPr lang="en-US" altLang="zh-TW" sz="1800" spc="-1" dirty="0">
              <a:solidFill>
                <a:srgbClr val="000000"/>
              </a:solidFill>
              <a:uFill>
                <a:solidFill>
                  <a:srgbClr val="FFFFFF"/>
                </a:solidFill>
              </a:uFill>
              <a:latin typeface="Arial"/>
            </a:endParaRPr>
          </a:p>
          <a:p>
            <a:pPr lvl="1" indent="-227880">
              <a:lnSpc>
                <a:spcPct val="100000"/>
              </a:lnSpc>
              <a:buClr>
                <a:srgbClr val="3F3F3F"/>
              </a:buClr>
              <a:buFont typeface="Arial"/>
              <a:buChar char="•"/>
            </a:pPr>
            <a:r>
              <a:rPr lang="en-US" altLang="zh-TW" sz="2000" spc="-1" dirty="0">
                <a:solidFill>
                  <a:srgbClr val="3F3F3F"/>
                </a:solidFill>
                <a:uFill>
                  <a:solidFill>
                    <a:srgbClr val="FFFFFF"/>
                  </a:solidFill>
                </a:uFill>
              </a:rPr>
              <a:t>You don’t want to use Kernel’s driver</a:t>
            </a:r>
            <a:endParaRPr lang="en-US" altLang="zh-TW" sz="1800" spc="-1" dirty="0">
              <a:solidFill>
                <a:srgbClr val="000000"/>
              </a:solidFill>
              <a:uFill>
                <a:solidFill>
                  <a:srgbClr val="FFFFFF"/>
                </a:solidFill>
              </a:uFill>
              <a:latin typeface="Arial"/>
            </a:endParaRPr>
          </a:p>
          <a:p>
            <a:pPr marL="0" indent="0">
              <a:lnSpc>
                <a:spcPct val="100000"/>
              </a:lnSpc>
              <a:buNone/>
            </a:pPr>
            <a:r>
              <a:rPr lang="en-US" altLang="zh-TW" sz="1600" b="1" spc="-1" dirty="0">
                <a:solidFill>
                  <a:srgbClr val="FF0000"/>
                </a:solidFill>
                <a:uFill>
                  <a:solidFill>
                    <a:srgbClr val="FFFFFF"/>
                  </a:solidFill>
                </a:uFill>
              </a:rPr>
              <a:t>        !disable</a:t>
            </a:r>
            <a:r>
              <a:rPr lang="en-US" altLang="zh-TW" sz="1600" b="1" spc="-1" dirty="0">
                <a:solidFill>
                  <a:srgbClr val="3F3F3F"/>
                </a:solidFill>
                <a:uFill>
                  <a:solidFill>
                    <a:srgbClr val="FFFFFF"/>
                  </a:solidFill>
                </a:uFill>
              </a:rPr>
              <a:t> </a:t>
            </a:r>
            <a:r>
              <a:rPr lang="en-US" altLang="zh-TW" sz="1600" b="1" spc="-1" dirty="0" err="1">
                <a:solidFill>
                  <a:srgbClr val="3F3F3F"/>
                </a:solidFill>
                <a:uFill>
                  <a:solidFill>
                    <a:srgbClr val="FFFFFF"/>
                  </a:solidFill>
                </a:uFill>
              </a:rPr>
              <a:t>MdeModulePkg</a:t>
            </a:r>
            <a:r>
              <a:rPr lang="en-US" altLang="zh-TW" sz="1600" b="1" spc="-1" dirty="0">
                <a:solidFill>
                  <a:srgbClr val="3F3F3F"/>
                </a:solidFill>
                <a:uFill>
                  <a:solidFill>
                    <a:srgbClr val="FFFFFF"/>
                  </a:solidFill>
                </a:uFill>
              </a:rPr>
              <a:t>/Core/Pei/PeiMain.inf</a:t>
            </a:r>
            <a:endParaRPr lang="en-US" altLang="zh-TW" sz="1800" spc="-1" dirty="0">
              <a:solidFill>
                <a:srgbClr val="000000"/>
              </a:solidFill>
              <a:uFill>
                <a:solidFill>
                  <a:srgbClr val="FFFFFF"/>
                </a:solidFill>
              </a:uFill>
              <a:latin typeface="Arial"/>
            </a:endParaRPr>
          </a:p>
          <a:p>
            <a:pPr indent="-227880">
              <a:lnSpc>
                <a:spcPct val="100000"/>
              </a:lnSpc>
              <a:buClr>
                <a:srgbClr val="3F3F3F"/>
              </a:buClr>
              <a:buFont typeface="Arial"/>
              <a:buChar char="•"/>
            </a:pPr>
            <a:r>
              <a:rPr lang="en-US" altLang="zh-TW" spc="-1" dirty="0">
                <a:solidFill>
                  <a:srgbClr val="3F3F3F"/>
                </a:solidFill>
                <a:uFill>
                  <a:solidFill>
                    <a:srgbClr val="FFFFFF"/>
                  </a:solidFill>
                </a:uFill>
              </a:rPr>
              <a:t>Modify</a:t>
            </a:r>
            <a:endParaRPr lang="en-US" altLang="zh-TW" sz="1800" spc="-1" dirty="0">
              <a:solidFill>
                <a:srgbClr val="000000"/>
              </a:solidFill>
              <a:uFill>
                <a:solidFill>
                  <a:srgbClr val="FFFFFF"/>
                </a:solidFill>
              </a:uFill>
              <a:latin typeface="Arial"/>
            </a:endParaRPr>
          </a:p>
          <a:p>
            <a:pPr lvl="1" indent="-227880">
              <a:lnSpc>
                <a:spcPct val="100000"/>
              </a:lnSpc>
              <a:buClr>
                <a:srgbClr val="3F3F3F"/>
              </a:buClr>
              <a:buFont typeface="Arial"/>
              <a:buChar char="•"/>
            </a:pPr>
            <a:r>
              <a:rPr lang="en-US" altLang="zh-TW" sz="2000" spc="-1" dirty="0">
                <a:solidFill>
                  <a:srgbClr val="3F3F3F"/>
                </a:solidFill>
                <a:uFill>
                  <a:solidFill>
                    <a:srgbClr val="FFFFFF"/>
                  </a:solidFill>
                </a:uFill>
              </a:rPr>
              <a:t>You want to modify Kernel’s Ps2Keyboard driver</a:t>
            </a:r>
            <a:endParaRPr lang="en-US" altLang="zh-TW" sz="1800" spc="-1" dirty="0">
              <a:solidFill>
                <a:srgbClr val="000000"/>
              </a:solidFill>
              <a:uFill>
                <a:solidFill>
                  <a:srgbClr val="FFFFFF"/>
                </a:solidFill>
              </a:uFill>
              <a:latin typeface="Arial"/>
            </a:endParaRPr>
          </a:p>
          <a:p>
            <a:pPr marL="0" indent="0">
              <a:lnSpc>
                <a:spcPct val="100000"/>
              </a:lnSpc>
              <a:spcBef>
                <a:spcPts val="0"/>
              </a:spcBef>
              <a:buNone/>
            </a:pPr>
            <a:r>
              <a:rPr lang="en-US" altLang="zh-TW" sz="1600" b="1" spc="-1" dirty="0">
                <a:solidFill>
                  <a:srgbClr val="FF0000"/>
                </a:solidFill>
                <a:uFill>
                  <a:solidFill>
                    <a:srgbClr val="FFFFFF"/>
                  </a:solidFill>
                </a:uFill>
              </a:rPr>
              <a:t>          !disable</a:t>
            </a:r>
            <a:r>
              <a:rPr lang="en-US" altLang="zh-TW" sz="1600" b="1" spc="-1" dirty="0">
                <a:solidFill>
                  <a:srgbClr val="3F3F3F"/>
                </a:solidFill>
                <a:uFill>
                  <a:solidFill>
                    <a:srgbClr val="FFFFFF"/>
                  </a:solidFill>
                </a:uFill>
              </a:rPr>
              <a:t>  </a:t>
            </a:r>
            <a:r>
              <a:rPr lang="en-US" altLang="zh-TW" sz="1600" b="1" spc="-1" dirty="0" err="1">
                <a:solidFill>
                  <a:srgbClr val="3F3F3F"/>
                </a:solidFill>
                <a:uFill>
                  <a:solidFill>
                    <a:srgbClr val="FFFFFF"/>
                  </a:solidFill>
                </a:uFill>
              </a:rPr>
              <a:t>InsydeModulePkg</a:t>
            </a:r>
            <a:r>
              <a:rPr lang="en-US" altLang="zh-TW" sz="1600" b="1" spc="-1" dirty="0">
                <a:solidFill>
                  <a:srgbClr val="3F3F3F"/>
                </a:solidFill>
                <a:uFill>
                  <a:solidFill>
                    <a:srgbClr val="FFFFFF"/>
                  </a:solidFill>
                </a:uFill>
              </a:rPr>
              <a:t>/Bus/Isa/Ps2KeyboardDxe/Ps2keyboardDxe.inf </a:t>
            </a:r>
            <a:endParaRPr lang="en-US" altLang="zh-TW" sz="1800" spc="-1" dirty="0">
              <a:solidFill>
                <a:srgbClr val="000000"/>
              </a:solidFill>
              <a:uFill>
                <a:solidFill>
                  <a:srgbClr val="FFFFFF"/>
                </a:solidFill>
              </a:uFill>
              <a:latin typeface="Arial"/>
            </a:endParaRPr>
          </a:p>
          <a:p>
            <a:pPr marL="0" indent="0">
              <a:lnSpc>
                <a:spcPct val="100000"/>
              </a:lnSpc>
              <a:spcBef>
                <a:spcPts val="0"/>
              </a:spcBef>
              <a:buNone/>
            </a:pPr>
            <a:r>
              <a:rPr lang="en-US" altLang="zh-TW" sz="1600" b="1" spc="-1" dirty="0">
                <a:solidFill>
                  <a:srgbClr val="3F3F3F"/>
                </a:solidFill>
                <a:uFill>
                  <a:solidFill>
                    <a:srgbClr val="FFFFFF"/>
                  </a:solidFill>
                </a:uFill>
              </a:rPr>
              <a:t>          </a:t>
            </a:r>
            <a:r>
              <a:rPr lang="en-US" altLang="zh-TW" sz="1600" b="1" spc="-1" dirty="0" err="1">
                <a:solidFill>
                  <a:srgbClr val="3F3F3F"/>
                </a:solidFill>
                <a:uFill>
                  <a:solidFill>
                    <a:srgbClr val="FFFFFF"/>
                  </a:solidFill>
                </a:uFill>
              </a:rPr>
              <a:t>InsydeModulePkg</a:t>
            </a:r>
            <a:r>
              <a:rPr lang="en-US" altLang="zh-TW" sz="1600" b="1" spc="-1" dirty="0">
                <a:solidFill>
                  <a:srgbClr val="3F3F3F"/>
                </a:solidFill>
                <a:uFill>
                  <a:solidFill>
                    <a:srgbClr val="FFFFFF"/>
                  </a:solidFill>
                </a:uFill>
              </a:rPr>
              <a:t>/Bus/Isa/Ps2KeyboardDxe/Ps2keyboardDxe.inf {</a:t>
            </a:r>
            <a:endParaRPr lang="en-US" altLang="zh-TW" sz="1800" spc="-1" dirty="0">
              <a:solidFill>
                <a:srgbClr val="000000"/>
              </a:solidFill>
              <a:uFill>
                <a:solidFill>
                  <a:srgbClr val="FFFFFF"/>
                </a:solidFill>
              </a:uFill>
              <a:latin typeface="Arial"/>
            </a:endParaRPr>
          </a:p>
          <a:p>
            <a:pPr marL="0" indent="0">
              <a:lnSpc>
                <a:spcPct val="100000"/>
              </a:lnSpc>
              <a:spcBef>
                <a:spcPts val="0"/>
              </a:spcBef>
              <a:buNone/>
            </a:pPr>
            <a:r>
              <a:rPr lang="en-US" altLang="zh-TW" sz="1600" b="1" spc="-1" dirty="0">
                <a:solidFill>
                  <a:srgbClr val="3F3F3F"/>
                </a:solidFill>
                <a:uFill>
                  <a:solidFill>
                    <a:srgbClr val="FFFFFF"/>
                  </a:solidFill>
                </a:uFill>
              </a:rPr>
              <a:t>          </a:t>
            </a:r>
            <a:r>
              <a:rPr lang="en-US" altLang="zh-TW" sz="1600" b="1" spc="-1" dirty="0">
                <a:solidFill>
                  <a:srgbClr val="FF0000"/>
                </a:solidFill>
                <a:uFill>
                  <a:solidFill>
                    <a:srgbClr val="FFFFFF"/>
                  </a:solidFill>
                </a:uFill>
              </a:rPr>
              <a:t>&lt;SOURCE_OVERRIDE_PATH&gt;</a:t>
            </a:r>
          </a:p>
          <a:p>
            <a:pPr marL="0" indent="0">
              <a:lnSpc>
                <a:spcPct val="100000"/>
              </a:lnSpc>
              <a:spcBef>
                <a:spcPts val="0"/>
              </a:spcBef>
              <a:buNone/>
            </a:pPr>
            <a:r>
              <a:rPr lang="en-US" altLang="zh-TW" sz="1600" b="1" spc="-1" dirty="0">
                <a:solidFill>
                  <a:srgbClr val="3F3F3F"/>
                </a:solidFill>
                <a:uFill>
                  <a:solidFill>
                    <a:srgbClr val="FFFFFF"/>
                  </a:solidFill>
                </a:uFill>
              </a:rPr>
              <a:t>            $(PROJECT_PKG)/Override/Insyde/</a:t>
            </a:r>
            <a:r>
              <a:rPr lang="en-US" altLang="zh-TW" sz="1600" b="1" spc="-1" dirty="0" err="1">
                <a:solidFill>
                  <a:srgbClr val="3F3F3F"/>
                </a:solidFill>
                <a:uFill>
                  <a:solidFill>
                    <a:srgbClr val="FFFFFF"/>
                  </a:solidFill>
                </a:uFill>
              </a:rPr>
              <a:t>InsydeModulePkg</a:t>
            </a:r>
            <a:r>
              <a:rPr lang="en-US" altLang="zh-TW" sz="1600" b="1" spc="-1" dirty="0">
                <a:solidFill>
                  <a:srgbClr val="3F3F3F"/>
                </a:solidFill>
                <a:uFill>
                  <a:solidFill>
                    <a:srgbClr val="FFFFFF"/>
                  </a:solidFill>
                </a:uFill>
              </a:rPr>
              <a:t>/Bus/Isa/Ps2KeyboardDxe</a:t>
            </a:r>
            <a:endParaRPr lang="en-US" altLang="zh-TW" sz="1800" spc="-1" dirty="0">
              <a:solidFill>
                <a:srgbClr val="000000"/>
              </a:solidFill>
              <a:uFill>
                <a:solidFill>
                  <a:srgbClr val="FFFFFF"/>
                </a:solidFill>
              </a:uFill>
              <a:latin typeface="Arial"/>
            </a:endParaRPr>
          </a:p>
          <a:p>
            <a:pPr marL="0" indent="0">
              <a:lnSpc>
                <a:spcPct val="100000"/>
              </a:lnSpc>
              <a:spcBef>
                <a:spcPts val="0"/>
              </a:spcBef>
              <a:buNone/>
            </a:pPr>
            <a:r>
              <a:rPr lang="en-US" altLang="zh-TW" sz="1600" b="1" spc="-1" dirty="0">
                <a:solidFill>
                  <a:srgbClr val="3F3F3F"/>
                </a:solidFill>
                <a:uFill>
                  <a:solidFill>
                    <a:srgbClr val="FFFFFF"/>
                  </a:solidFill>
                </a:uFill>
              </a:rPr>
              <a:t>          } </a:t>
            </a:r>
            <a:endParaRPr lang="en-US" altLang="zh-TW" sz="1800"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2966644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E93F3FF3-BDB6-405D-BA92-0904F4234ECB}"/>
              </a:ext>
            </a:extLst>
          </p:cNvPr>
          <p:cNvSpPr>
            <a:spLocks noGrp="1"/>
          </p:cNvSpPr>
          <p:nvPr>
            <p:ph type="sldNum" sz="quarter" idx="12"/>
          </p:nvPr>
        </p:nvSpPr>
        <p:spPr/>
        <p:txBody>
          <a:bodyPr/>
          <a:lstStyle/>
          <a:p>
            <a:fld id="{711F1488-76AD-4E7F-AEC8-BF811B7D74A5}" type="slidenum">
              <a:rPr lang="en-US" smtClean="0"/>
              <a:pPr/>
              <a:t>31</a:t>
            </a:fld>
            <a:endParaRPr lang="en-US"/>
          </a:p>
        </p:txBody>
      </p:sp>
      <p:sp>
        <p:nvSpPr>
          <p:cNvPr id="3" name="標題 2">
            <a:extLst>
              <a:ext uri="{FF2B5EF4-FFF2-40B4-BE49-F238E27FC236}">
                <a16:creationId xmlns:a16="http://schemas.microsoft.com/office/drawing/2014/main" id="{E8182CFE-64D9-46CA-85D5-A03549811475}"/>
              </a:ext>
            </a:extLst>
          </p:cNvPr>
          <p:cNvSpPr>
            <a:spLocks noGrp="1"/>
          </p:cNvSpPr>
          <p:nvPr>
            <p:ph type="title"/>
          </p:nvPr>
        </p:nvSpPr>
        <p:spPr/>
        <p:txBody>
          <a:bodyPr/>
          <a:lstStyle/>
          <a:p>
            <a:r>
              <a:rPr lang="en-US" altLang="zh-TW" dirty="0"/>
              <a:t>Build Report</a:t>
            </a:r>
            <a:endParaRPr lang="zh-TW" altLang="en-US" dirty="0"/>
          </a:p>
        </p:txBody>
      </p:sp>
    </p:spTree>
    <p:extLst>
      <p:ext uri="{BB962C8B-B14F-4D97-AF65-F5344CB8AC3E}">
        <p14:creationId xmlns:p14="http://schemas.microsoft.com/office/powerpoint/2010/main" val="2810893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4D0CA4-2862-4F2D-A077-5D9FD51A9F64}"/>
              </a:ext>
            </a:extLst>
          </p:cNvPr>
          <p:cNvSpPr>
            <a:spLocks noGrp="1"/>
          </p:cNvSpPr>
          <p:nvPr>
            <p:ph type="title"/>
          </p:nvPr>
        </p:nvSpPr>
        <p:spPr/>
        <p:txBody>
          <a:bodyPr/>
          <a:lstStyle/>
          <a:p>
            <a:r>
              <a:rPr lang="en-US" altLang="zh-TW" dirty="0"/>
              <a:t>Build Report</a:t>
            </a:r>
            <a:endParaRPr lang="zh-TW" altLang="en-US" dirty="0"/>
          </a:p>
        </p:txBody>
      </p:sp>
      <p:sp>
        <p:nvSpPr>
          <p:cNvPr id="3" name="內容版面配置區 2">
            <a:extLst>
              <a:ext uri="{FF2B5EF4-FFF2-40B4-BE49-F238E27FC236}">
                <a16:creationId xmlns:a16="http://schemas.microsoft.com/office/drawing/2014/main" id="{73023E80-BEB4-42A8-9B53-E232C0DFFDED}"/>
              </a:ext>
            </a:extLst>
          </p:cNvPr>
          <p:cNvSpPr>
            <a:spLocks noGrp="1"/>
          </p:cNvSpPr>
          <p:nvPr>
            <p:ph idx="1"/>
          </p:nvPr>
        </p:nvSpPr>
        <p:spPr/>
        <p:txBody>
          <a:bodyPr/>
          <a:lstStyle/>
          <a:p>
            <a:r>
              <a:rPr lang="en-US" altLang="zh-TW" sz="2300" spc="-1" dirty="0">
                <a:solidFill>
                  <a:srgbClr val="3F3F3F"/>
                </a:solidFill>
                <a:uFill>
                  <a:solidFill>
                    <a:srgbClr val="FFFFFF"/>
                  </a:solidFill>
                </a:uFill>
              </a:rPr>
              <a:t>$(WORKSPACE)/Build/$(PROJECT_PKG)/$(BUILD_TARGET)_$(TOOL_CHAIN)/FV/</a:t>
            </a:r>
            <a:endParaRPr lang="en-US" altLang="zh-TW" sz="2300" spc="-1" dirty="0">
              <a:solidFill>
                <a:srgbClr val="000000"/>
              </a:solidFill>
              <a:uFill>
                <a:solidFill>
                  <a:srgbClr val="FFFFFF"/>
                </a:solidFill>
              </a:uFill>
            </a:endParaRPr>
          </a:p>
          <a:p>
            <a:pPr marL="915120" lvl="1" indent="-457200">
              <a:lnSpc>
                <a:spcPct val="100000"/>
              </a:lnSpc>
              <a:buClr>
                <a:srgbClr val="3F3F3F"/>
              </a:buClr>
            </a:pPr>
            <a:r>
              <a:rPr lang="en-US" altLang="zh-TW" spc="-1" dirty="0">
                <a:solidFill>
                  <a:srgbClr val="3F3F3F"/>
                </a:solidFill>
                <a:uFill>
                  <a:solidFill>
                    <a:srgbClr val="FFFFFF"/>
                  </a:solidFill>
                </a:uFill>
              </a:rPr>
              <a:t>XxxFV.Fv.txt</a:t>
            </a:r>
            <a:endParaRPr lang="en-US" altLang="zh-TW" sz="2000" spc="-1" dirty="0">
              <a:solidFill>
                <a:srgbClr val="000000"/>
              </a:solidFill>
              <a:uFill>
                <a:solidFill>
                  <a:srgbClr val="FFFFFF"/>
                </a:solidFill>
              </a:uFill>
            </a:endParaRPr>
          </a:p>
          <a:p>
            <a:pPr marL="915120" lvl="1" indent="-457200">
              <a:lnSpc>
                <a:spcPct val="100000"/>
              </a:lnSpc>
              <a:buClr>
                <a:srgbClr val="3F3F3F"/>
              </a:buClr>
            </a:pPr>
            <a:endParaRPr lang="en-US" altLang="zh-TW" spc="-1" dirty="0">
              <a:solidFill>
                <a:srgbClr val="000000"/>
              </a:solidFill>
              <a:uFill>
                <a:solidFill>
                  <a:srgbClr val="FFFFFF"/>
                </a:solidFill>
              </a:uFill>
            </a:endParaRPr>
          </a:p>
          <a:p>
            <a:pPr marL="0" indent="0">
              <a:lnSpc>
                <a:spcPct val="100000"/>
              </a:lnSpc>
              <a:spcBef>
                <a:spcPts val="0"/>
              </a:spcBef>
              <a:buNone/>
            </a:pPr>
            <a:r>
              <a:rPr lang="en-US" altLang="zh-TW" sz="1600" b="1" spc="-1" dirty="0">
                <a:solidFill>
                  <a:srgbClr val="3F3F3F"/>
                </a:solidFill>
                <a:uFill>
                  <a:solidFill>
                    <a:srgbClr val="FFFFFF"/>
                  </a:solidFill>
                </a:uFill>
              </a:rPr>
              <a:t>EFI_FV_NAME                 = </a:t>
            </a:r>
            <a:r>
              <a:rPr lang="en-US" altLang="zh-TW" sz="1600" b="1" spc="-1" dirty="0" err="1">
                <a:solidFill>
                  <a:srgbClr val="3F3F3F"/>
                </a:solidFill>
                <a:uFill>
                  <a:solidFill>
                    <a:srgbClr val="FFFFFF"/>
                  </a:solidFill>
                </a:uFill>
              </a:rPr>
              <a:t>RECOVERYFV.Fv</a:t>
            </a:r>
            <a:endParaRPr lang="en-US" altLang="zh-TW" sz="1600" b="1" spc="-1" dirty="0">
              <a:solidFill>
                <a:srgbClr val="3F3F3F"/>
              </a:solidFill>
              <a:uFill>
                <a:solidFill>
                  <a:srgbClr val="FFFFFF"/>
                </a:solidFill>
              </a:uFill>
            </a:endParaRPr>
          </a:p>
          <a:p>
            <a:pPr marL="0" indent="0">
              <a:lnSpc>
                <a:spcPct val="100000"/>
              </a:lnSpc>
              <a:spcBef>
                <a:spcPts val="0"/>
              </a:spcBef>
              <a:buNone/>
            </a:pPr>
            <a:r>
              <a:rPr lang="en-US" altLang="zh-TW" sz="1600" b="1" spc="-1" dirty="0">
                <a:solidFill>
                  <a:srgbClr val="3F3F3F"/>
                </a:solidFill>
                <a:uFill>
                  <a:solidFill>
                    <a:srgbClr val="FFFFFF"/>
                  </a:solidFill>
                </a:uFill>
              </a:rPr>
              <a:t>EFI_FV_BASE_ADDRESS = 0xFFC00000</a:t>
            </a:r>
          </a:p>
          <a:p>
            <a:pPr marL="0" indent="0">
              <a:lnSpc>
                <a:spcPct val="100000"/>
              </a:lnSpc>
              <a:spcBef>
                <a:spcPts val="0"/>
              </a:spcBef>
              <a:buNone/>
            </a:pPr>
            <a:r>
              <a:rPr lang="en-US" altLang="zh-TW" sz="1600" b="1" spc="-1" dirty="0">
                <a:solidFill>
                  <a:srgbClr val="3F3F3F"/>
                </a:solidFill>
                <a:uFill>
                  <a:solidFill>
                    <a:srgbClr val="FFFFFF"/>
                  </a:solidFill>
                </a:uFill>
              </a:rPr>
              <a:t>EFI_FV_TOTAL_SIZE        = 0x400000 (  4.00M)</a:t>
            </a:r>
          </a:p>
          <a:p>
            <a:pPr marL="0" indent="0">
              <a:lnSpc>
                <a:spcPct val="100000"/>
              </a:lnSpc>
              <a:spcBef>
                <a:spcPts val="0"/>
              </a:spcBef>
              <a:buNone/>
            </a:pPr>
            <a:endParaRPr lang="en-US" altLang="zh-TW" sz="1600" b="1" spc="-1" dirty="0">
              <a:solidFill>
                <a:srgbClr val="3F3F3F"/>
              </a:solidFill>
              <a:uFill>
                <a:solidFill>
                  <a:srgbClr val="FFFFFF"/>
                </a:solidFill>
              </a:uFill>
            </a:endParaRPr>
          </a:p>
          <a:p>
            <a:pPr marL="0" indent="0">
              <a:lnSpc>
                <a:spcPct val="100000"/>
              </a:lnSpc>
              <a:spcBef>
                <a:spcPts val="0"/>
              </a:spcBef>
              <a:buNone/>
            </a:pPr>
            <a:r>
              <a:rPr lang="en-US" altLang="zh-TW" sz="1600" b="1" spc="-1" dirty="0">
                <a:solidFill>
                  <a:srgbClr val="3F3F3F"/>
                </a:solidFill>
                <a:uFill>
                  <a:solidFill>
                    <a:srgbClr val="FFFFFF"/>
                  </a:solidFill>
                </a:uFill>
              </a:rPr>
              <a:t>…</a:t>
            </a:r>
            <a:endParaRPr lang="en-US" altLang="zh-TW" sz="1600" spc="-1" dirty="0">
              <a:solidFill>
                <a:srgbClr val="000000"/>
              </a:solidFill>
              <a:uFill>
                <a:solidFill>
                  <a:srgbClr val="FFFFFF"/>
                </a:solidFill>
              </a:uFill>
            </a:endParaRPr>
          </a:p>
          <a:p>
            <a:pPr marL="0" indent="0">
              <a:lnSpc>
                <a:spcPct val="100000"/>
              </a:lnSpc>
              <a:spcBef>
                <a:spcPts val="0"/>
              </a:spcBef>
              <a:buNone/>
            </a:pPr>
            <a:endParaRPr lang="en-US" altLang="zh-TW" sz="1600" b="1" spc="-1" dirty="0">
              <a:solidFill>
                <a:srgbClr val="3F3F3F"/>
              </a:solidFill>
              <a:uFill>
                <a:solidFill>
                  <a:srgbClr val="FFFFFF"/>
                </a:solidFill>
              </a:uFill>
            </a:endParaRPr>
          </a:p>
          <a:p>
            <a:pPr marL="0" indent="0">
              <a:lnSpc>
                <a:spcPct val="100000"/>
              </a:lnSpc>
              <a:spcBef>
                <a:spcPts val="0"/>
              </a:spcBef>
              <a:buNone/>
            </a:pPr>
            <a:r>
              <a:rPr lang="en-US" altLang="zh-TW" sz="1600" b="1" spc="-1" dirty="0" err="1">
                <a:solidFill>
                  <a:srgbClr val="3F3F3F"/>
                </a:solidFill>
                <a:uFill>
                  <a:solidFill>
                    <a:srgbClr val="FFFFFF"/>
                  </a:solidFill>
                </a:uFill>
              </a:rPr>
              <a:t>RECOVERYFV.Fv</a:t>
            </a:r>
            <a:r>
              <a:rPr lang="en-US" altLang="zh-TW" sz="1600" b="1" spc="-1" dirty="0">
                <a:solidFill>
                  <a:srgbClr val="3F3F3F"/>
                </a:solidFill>
                <a:uFill>
                  <a:solidFill>
                    <a:srgbClr val="FFFFFF"/>
                  </a:solidFill>
                </a:uFill>
              </a:rPr>
              <a:t> [90%] 4194304 (  4.00M) total, 3796216 (  3.62M) Used, 398088 (388.75K) free</a:t>
            </a:r>
          </a:p>
        </p:txBody>
      </p:sp>
    </p:spTree>
    <p:extLst>
      <p:ext uri="{BB962C8B-B14F-4D97-AF65-F5344CB8AC3E}">
        <p14:creationId xmlns:p14="http://schemas.microsoft.com/office/powerpoint/2010/main" val="1316952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4D0CA4-2862-4F2D-A077-5D9FD51A9F64}"/>
              </a:ext>
            </a:extLst>
          </p:cNvPr>
          <p:cNvSpPr>
            <a:spLocks noGrp="1"/>
          </p:cNvSpPr>
          <p:nvPr>
            <p:ph type="title"/>
          </p:nvPr>
        </p:nvSpPr>
        <p:spPr/>
        <p:txBody>
          <a:bodyPr/>
          <a:lstStyle/>
          <a:p>
            <a:r>
              <a:rPr lang="en-US" altLang="zh-TW" dirty="0"/>
              <a:t>Build Report</a:t>
            </a:r>
            <a:endParaRPr lang="zh-TW" altLang="en-US" dirty="0"/>
          </a:p>
        </p:txBody>
      </p:sp>
      <p:sp>
        <p:nvSpPr>
          <p:cNvPr id="3" name="內容版面配置區 2">
            <a:extLst>
              <a:ext uri="{FF2B5EF4-FFF2-40B4-BE49-F238E27FC236}">
                <a16:creationId xmlns:a16="http://schemas.microsoft.com/office/drawing/2014/main" id="{73023E80-BEB4-42A8-9B53-E232C0DFFDED}"/>
              </a:ext>
            </a:extLst>
          </p:cNvPr>
          <p:cNvSpPr>
            <a:spLocks noGrp="1"/>
          </p:cNvSpPr>
          <p:nvPr>
            <p:ph idx="1"/>
          </p:nvPr>
        </p:nvSpPr>
        <p:spPr/>
        <p:txBody>
          <a:bodyPr>
            <a:normAutofit lnSpcReduction="10000"/>
          </a:bodyPr>
          <a:lstStyle/>
          <a:p>
            <a:r>
              <a:rPr lang="en-US" altLang="zh-TW" sz="2400" spc="-1" dirty="0">
                <a:solidFill>
                  <a:srgbClr val="3F3F3F"/>
                </a:solidFill>
                <a:uFill>
                  <a:solidFill>
                    <a:srgbClr val="FFFFFF"/>
                  </a:solidFill>
                </a:uFill>
              </a:rPr>
              <a:t>$(WORKSPACE)/Build/$(PROJECT_PKG)/BuildReport.txt</a:t>
            </a:r>
            <a:endParaRPr lang="en-US" altLang="zh-TW" sz="1600" spc="-1" dirty="0">
              <a:solidFill>
                <a:srgbClr val="000000"/>
              </a:solidFill>
              <a:uFill>
                <a:solidFill>
                  <a:srgbClr val="FFFFFF"/>
                </a:solidFill>
              </a:uFill>
            </a:endParaRPr>
          </a:p>
          <a:p>
            <a:pPr marL="915120" lvl="1" indent="-457200">
              <a:lnSpc>
                <a:spcPct val="100000"/>
              </a:lnSpc>
              <a:buClr>
                <a:srgbClr val="3F3F3F"/>
              </a:buClr>
            </a:pPr>
            <a:endParaRPr lang="en-US" altLang="zh-TW" spc="-1" dirty="0">
              <a:solidFill>
                <a:srgbClr val="000000"/>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Platform Configuration Database Report</a:t>
            </a:r>
            <a:endParaRPr lang="en-US" altLang="zh-TW" sz="1800" spc="-1" dirty="0">
              <a:solidFill>
                <a:srgbClr val="000000"/>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a:t>
            </a:r>
            <a:endParaRPr lang="en-US" altLang="zh-TW" sz="1800" spc="-1" dirty="0">
              <a:solidFill>
                <a:srgbClr val="000000"/>
              </a:solidFill>
              <a:uFill>
                <a:solidFill>
                  <a:srgbClr val="FFFFFF"/>
                </a:solidFill>
              </a:uFill>
            </a:endParaRPr>
          </a:p>
          <a:p>
            <a:pPr marL="0" indent="0">
              <a:lnSpc>
                <a:spcPct val="110000"/>
              </a:lnSpc>
              <a:spcBef>
                <a:spcPts val="0"/>
              </a:spcBef>
              <a:buNone/>
            </a:pPr>
            <a:r>
              <a:rPr lang="en-US" altLang="zh-TW" sz="1600" b="1" spc="-1" dirty="0" err="1">
                <a:solidFill>
                  <a:srgbClr val="3F3F3F"/>
                </a:solidFill>
                <a:uFill>
                  <a:solidFill>
                    <a:srgbClr val="FFFFFF"/>
                  </a:solidFill>
                </a:uFill>
              </a:rPr>
              <a:t>gEfiMdeModulePkgTokenSpaceGuid</a:t>
            </a:r>
            <a:endParaRPr lang="en-US" altLang="zh-TW" sz="1800" spc="-1" dirty="0">
              <a:solidFill>
                <a:srgbClr val="000000"/>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 *P </a:t>
            </a:r>
            <a:r>
              <a:rPr lang="en-US" altLang="zh-TW" sz="1600" b="1" spc="-1" dirty="0" err="1">
                <a:solidFill>
                  <a:srgbClr val="3F3F3F"/>
                </a:solidFill>
                <a:uFill>
                  <a:solidFill>
                    <a:srgbClr val="FFFFFF"/>
                  </a:solidFill>
                </a:uFill>
              </a:rPr>
              <a:t>PcdPlatformType</a:t>
            </a:r>
            <a:r>
              <a:rPr lang="en-US" altLang="zh-TW" sz="1600" b="1" spc="-1" dirty="0">
                <a:solidFill>
                  <a:srgbClr val="3F3F3F"/>
                </a:solidFill>
                <a:uFill>
                  <a:solidFill>
                    <a:srgbClr val="FFFFFF"/>
                  </a:solidFill>
                </a:uFill>
              </a:rPr>
              <a:t>                   	: FIXED    (UINT8) = 2                   </a:t>
            </a:r>
            <a:endParaRPr lang="en-US" altLang="zh-TW" sz="1800" spc="-1" dirty="0">
              <a:solidFill>
                <a:srgbClr val="000000"/>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				       DEC DEFAULT = 0 </a:t>
            </a:r>
            <a:endParaRPr lang="en-US" altLang="zh-TW" sz="1800" spc="-1" dirty="0">
              <a:solidFill>
                <a:srgbClr val="000000"/>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a:t>
            </a:r>
            <a:endParaRPr lang="en-US" altLang="zh-TW" sz="1800" spc="-1" dirty="0">
              <a:solidFill>
                <a:srgbClr val="000000"/>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Module Summary</a:t>
            </a:r>
          </a:p>
          <a:p>
            <a:pPr marL="0" indent="0">
              <a:lnSpc>
                <a:spcPct val="110000"/>
              </a:lnSpc>
              <a:spcBef>
                <a:spcPts val="0"/>
              </a:spcBef>
              <a:buNone/>
            </a:pPr>
            <a:r>
              <a:rPr lang="en-US" altLang="zh-TW" sz="1600" b="1" spc="-1" dirty="0">
                <a:solidFill>
                  <a:srgbClr val="3F3F3F"/>
                </a:solidFill>
                <a:uFill>
                  <a:solidFill>
                    <a:srgbClr val="FFFFFF"/>
                  </a:solidFill>
                </a:uFill>
              </a:rPr>
              <a:t>Module Name:           </a:t>
            </a:r>
            <a:r>
              <a:rPr lang="en-US" altLang="zh-TW" sz="1600" b="1" spc="-1" dirty="0" err="1">
                <a:solidFill>
                  <a:srgbClr val="3F3F3F"/>
                </a:solidFill>
                <a:uFill>
                  <a:solidFill>
                    <a:srgbClr val="FFFFFF"/>
                  </a:solidFill>
                </a:uFill>
              </a:rPr>
              <a:t>PeiCore</a:t>
            </a:r>
            <a:endParaRPr lang="en-US" altLang="zh-TW" sz="1600" b="1" spc="-1" dirty="0">
              <a:solidFill>
                <a:srgbClr val="3F3F3F"/>
              </a:solidFill>
              <a:uFill>
                <a:solidFill>
                  <a:srgbClr val="FFFFFF"/>
                </a:solidFill>
              </a:uFill>
            </a:endParaRPr>
          </a:p>
          <a:p>
            <a:pPr marL="0" indent="0">
              <a:lnSpc>
                <a:spcPct val="110000"/>
              </a:lnSpc>
              <a:spcBef>
                <a:spcPts val="0"/>
              </a:spcBef>
              <a:buNone/>
            </a:pPr>
            <a:r>
              <a:rPr lang="en-US" altLang="zh-TW" sz="1600" b="1" spc="-1" dirty="0">
                <a:solidFill>
                  <a:srgbClr val="3F3F3F"/>
                </a:solidFill>
                <a:uFill>
                  <a:solidFill>
                    <a:srgbClr val="FFFFFF"/>
                  </a:solidFill>
                </a:uFill>
              </a:rPr>
              <a:t>Module INF Path:       </a:t>
            </a:r>
            <a:r>
              <a:rPr lang="en-US" altLang="zh-TW" sz="1600" b="1" spc="-1" dirty="0" err="1">
                <a:solidFill>
                  <a:srgbClr val="3F3F3F"/>
                </a:solidFill>
                <a:uFill>
                  <a:solidFill>
                    <a:srgbClr val="FFFFFF"/>
                  </a:solidFill>
                </a:uFill>
              </a:rPr>
              <a:t>MdeModulePkg</a:t>
            </a:r>
            <a:r>
              <a:rPr lang="en-US" altLang="zh-TW" sz="1600" b="1" spc="-1" dirty="0">
                <a:solidFill>
                  <a:srgbClr val="3F3F3F"/>
                </a:solidFill>
                <a:uFill>
                  <a:solidFill>
                    <a:srgbClr val="FFFFFF"/>
                  </a:solidFill>
                </a:uFill>
              </a:rPr>
              <a:t>\Core\Pei\PeiMain.inf</a:t>
            </a:r>
          </a:p>
          <a:p>
            <a:pPr marL="0" indent="0">
              <a:lnSpc>
                <a:spcPct val="110000"/>
              </a:lnSpc>
              <a:spcBef>
                <a:spcPts val="0"/>
              </a:spcBef>
              <a:buNone/>
            </a:pPr>
            <a:r>
              <a:rPr lang="en-US" altLang="zh-TW" sz="1600" b="1" spc="-1" dirty="0">
                <a:solidFill>
                  <a:srgbClr val="3F3F3F"/>
                </a:solidFill>
                <a:uFill>
                  <a:solidFill>
                    <a:srgbClr val="FFFFFF"/>
                  </a:solidFill>
                </a:uFill>
              </a:rPr>
              <a:t>File GUID:                    52C05B14-0B98-496c-BC3B-04B50211D680</a:t>
            </a:r>
          </a:p>
          <a:p>
            <a:pPr marL="0" indent="0">
              <a:lnSpc>
                <a:spcPct val="110000"/>
              </a:lnSpc>
              <a:spcBef>
                <a:spcPts val="0"/>
              </a:spcBef>
              <a:buNone/>
            </a:pPr>
            <a:r>
              <a:rPr lang="en-US" altLang="zh-TW" sz="1600" b="1" spc="-1" dirty="0">
                <a:solidFill>
                  <a:srgbClr val="3F3F3F"/>
                </a:solidFill>
                <a:uFill>
                  <a:solidFill>
                    <a:srgbClr val="FFFFFF"/>
                  </a:solidFill>
                </a:uFill>
              </a:rPr>
              <a:t>Size:                             0x9940 (38.31K)</a:t>
            </a:r>
          </a:p>
          <a:p>
            <a:pPr marL="0" indent="0">
              <a:lnSpc>
                <a:spcPct val="110000"/>
              </a:lnSpc>
              <a:spcBef>
                <a:spcPts val="0"/>
              </a:spcBef>
              <a:buNone/>
            </a:pPr>
            <a:r>
              <a:rPr lang="en-US" altLang="zh-TW" sz="1600" b="1" spc="-1" dirty="0">
                <a:solidFill>
                  <a:srgbClr val="3F3F3F"/>
                </a:solidFill>
                <a:uFill>
                  <a:solidFill>
                    <a:srgbClr val="FFFFFF"/>
                  </a:solidFill>
                </a:uFill>
              </a:rPr>
              <a:t>Build Time Stamp:     1970-01-01 08:00:00</a:t>
            </a:r>
          </a:p>
          <a:p>
            <a:pPr marL="0" indent="0">
              <a:lnSpc>
                <a:spcPct val="110000"/>
              </a:lnSpc>
              <a:spcBef>
                <a:spcPts val="0"/>
              </a:spcBef>
              <a:buNone/>
            </a:pPr>
            <a:r>
              <a:rPr lang="en-US" altLang="zh-TW" sz="1600" b="1" spc="-1" dirty="0">
                <a:solidFill>
                  <a:srgbClr val="3F3F3F"/>
                </a:solidFill>
                <a:uFill>
                  <a:solidFill>
                    <a:srgbClr val="FFFFFF"/>
                  </a:solidFill>
                </a:uFill>
              </a:rPr>
              <a:t>Module Build Time:   8104ms</a:t>
            </a:r>
          </a:p>
          <a:p>
            <a:pPr marL="0" indent="0">
              <a:lnSpc>
                <a:spcPct val="110000"/>
              </a:lnSpc>
              <a:spcBef>
                <a:spcPts val="0"/>
              </a:spcBef>
              <a:buNone/>
            </a:pPr>
            <a:r>
              <a:rPr lang="en-US" altLang="zh-TW" sz="1600" b="1" spc="-1" dirty="0">
                <a:solidFill>
                  <a:srgbClr val="3F3F3F"/>
                </a:solidFill>
                <a:uFill>
                  <a:solidFill>
                    <a:srgbClr val="FFFFFF"/>
                  </a:solidFill>
                </a:uFill>
              </a:rPr>
              <a:t>Driver Type:                0x4 (PEI_CORE)</a:t>
            </a:r>
          </a:p>
          <a:p>
            <a:pPr marL="0" indent="0">
              <a:lnSpc>
                <a:spcPct val="110000"/>
              </a:lnSpc>
              <a:spcBef>
                <a:spcPts val="0"/>
              </a:spcBef>
              <a:buNone/>
            </a:pPr>
            <a:r>
              <a:rPr lang="en-US" altLang="zh-TW" sz="1600" b="1" spc="-1" dirty="0">
                <a:solidFill>
                  <a:srgbClr val="3F3F3F"/>
                </a:solidFill>
                <a:uFill>
                  <a:solidFill>
                    <a:srgbClr val="FFFFFF"/>
                  </a:solidFill>
                </a:uFill>
              </a:rPr>
              <a:t>…</a:t>
            </a:r>
            <a:endParaRPr lang="en-US" altLang="zh-TW" sz="1800" spc="-1" dirty="0">
              <a:solidFill>
                <a:srgbClr val="000000"/>
              </a:solidFill>
              <a:uFill>
                <a:solidFill>
                  <a:srgbClr val="FFFFFF"/>
                </a:solidFill>
              </a:uFill>
            </a:endParaRPr>
          </a:p>
        </p:txBody>
      </p:sp>
    </p:spTree>
    <p:extLst>
      <p:ext uri="{BB962C8B-B14F-4D97-AF65-F5344CB8AC3E}">
        <p14:creationId xmlns:p14="http://schemas.microsoft.com/office/powerpoint/2010/main" val="2175722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34</a:t>
            </a:fld>
            <a:endParaRPr lang="en-US" dirty="0"/>
          </a:p>
        </p:txBody>
      </p:sp>
    </p:spTree>
    <p:extLst>
      <p:ext uri="{BB962C8B-B14F-4D97-AF65-F5344CB8AC3E}">
        <p14:creationId xmlns:p14="http://schemas.microsoft.com/office/powerpoint/2010/main" val="368970177"/>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8474</TotalTime>
  <Words>2304</Words>
  <Application>Microsoft Office PowerPoint</Application>
  <PresentationFormat>Widescreen</PresentationFormat>
  <Paragraphs>285</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Segoe UI</vt:lpstr>
      <vt:lpstr>Wingdings</vt:lpstr>
      <vt:lpstr>2018 Theme</vt:lpstr>
      <vt:lpstr>Flash Map</vt:lpstr>
      <vt:lpstr>Copyright 2021 Insyde Software Corp., All Rights Reserved.</vt:lpstr>
      <vt:lpstr>Agenda</vt:lpstr>
      <vt:lpstr>Goals &amp; Target Audience</vt:lpstr>
      <vt:lpstr>Goals &amp; Target Audience</vt:lpstr>
      <vt:lpstr>Flash Description File</vt:lpstr>
      <vt:lpstr>FDF File Overview</vt:lpstr>
      <vt:lpstr>FDF File Overview</vt:lpstr>
      <vt:lpstr>FDF File Overview</vt:lpstr>
      <vt:lpstr>FDF File Overview</vt:lpstr>
      <vt:lpstr>FDF File Overview</vt:lpstr>
      <vt:lpstr>FDF File Overview</vt:lpstr>
      <vt:lpstr>FDF File Overview</vt:lpstr>
      <vt:lpstr>FDF File Overview</vt:lpstr>
      <vt:lpstr>FDF File Overview</vt:lpstr>
      <vt:lpstr>FDF File Overview</vt:lpstr>
      <vt:lpstr>How to Adjust Flash Layout</vt:lpstr>
      <vt:lpstr>Change the Size of BIOS Binary</vt:lpstr>
      <vt:lpstr>Change the Size of Defined Regions</vt:lpstr>
      <vt:lpstr>Add New Region</vt:lpstr>
      <vt:lpstr>How to Change Execution Order</vt:lpstr>
      <vt:lpstr>How to Change Execution Order</vt:lpstr>
      <vt:lpstr>APRIORI File</vt:lpstr>
      <vt:lpstr>Location within Firmware Volume</vt:lpstr>
      <vt:lpstr>Location within Firmware Volume</vt:lpstr>
      <vt:lpstr>Dependency Expression – Module Dependency</vt:lpstr>
      <vt:lpstr>Dependency Expression – Library Instance Dependency</vt:lpstr>
      <vt:lpstr>Dependency Expression – Library Instance Dependency</vt:lpstr>
      <vt:lpstr>How to Disable Module</vt:lpstr>
      <vt:lpstr>How to Disable Module</vt:lpstr>
      <vt:lpstr>Build Report</vt:lpstr>
      <vt:lpstr>Build Report</vt:lpstr>
      <vt:lpstr>Build Report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Junan Yeap</cp:lastModifiedBy>
  <cp:revision>136</cp:revision>
  <dcterms:created xsi:type="dcterms:W3CDTF">2018-02-02T23:50:52Z</dcterms:created>
  <dcterms:modified xsi:type="dcterms:W3CDTF">2022-05-16T01:40:08Z</dcterms:modified>
</cp:coreProperties>
</file>