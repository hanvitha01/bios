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6"/>
  </p:notesMasterIdLst>
  <p:sldIdLst>
    <p:sldId id="351" r:id="rId2"/>
    <p:sldId id="364" r:id="rId3"/>
    <p:sldId id="365" r:id="rId4"/>
    <p:sldId id="366" r:id="rId5"/>
    <p:sldId id="367" r:id="rId6"/>
    <p:sldId id="427" r:id="rId7"/>
    <p:sldId id="428" r:id="rId8"/>
    <p:sldId id="429" r:id="rId9"/>
    <p:sldId id="430" r:id="rId10"/>
    <p:sldId id="431" r:id="rId11"/>
    <p:sldId id="406" r:id="rId12"/>
    <p:sldId id="407" r:id="rId13"/>
    <p:sldId id="432" r:id="rId14"/>
    <p:sldId id="433" r:id="rId15"/>
    <p:sldId id="434" r:id="rId16"/>
    <p:sldId id="352" r:id="rId17"/>
    <p:sldId id="361" r:id="rId18"/>
    <p:sldId id="374" r:id="rId19"/>
    <p:sldId id="435" r:id="rId20"/>
    <p:sldId id="436" r:id="rId21"/>
    <p:sldId id="373" r:id="rId22"/>
    <p:sldId id="403" r:id="rId23"/>
    <p:sldId id="405" r:id="rId24"/>
    <p:sldId id="43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3" d="100"/>
          <a:sy n="73" d="100"/>
        </p:scale>
        <p:origin x="7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3/8/2021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Customization Interfaces</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62277783"/>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7160">
              <a:lnSpc>
                <a:spcPct val="100000"/>
              </a:lnSpc>
              <a:buClr>
                <a:srgbClr val="FFFFFF"/>
              </a:buClr>
              <a:buFont typeface="Arial"/>
              <a:buChar char="•"/>
            </a:pPr>
            <a:r>
              <a:rPr lang="en-US" altLang="zh-TW" dirty="0"/>
              <a:t>Introduction</a:t>
            </a:r>
          </a:p>
          <a:p>
            <a:pPr marL="228600" indent="-226440">
              <a:lnSpc>
                <a:spcPct val="100000"/>
              </a:lnSpc>
              <a:buClr>
                <a:srgbClr val="FFFFFF"/>
              </a:buClr>
              <a:buFont typeface="Arial"/>
              <a:buChar char="•"/>
            </a:pPr>
            <a:r>
              <a:rPr lang="en-US" altLang="zh-TW" dirty="0"/>
              <a:t>How to Customize via OEM Services</a:t>
            </a:r>
          </a:p>
          <a:p>
            <a:pPr marL="228600" indent="-226440">
              <a:lnSpc>
                <a:spcPct val="100000"/>
              </a:lnSpc>
              <a:buClr>
                <a:srgbClr val="FFFFFF"/>
              </a:buClr>
              <a:buFont typeface="Arial"/>
              <a:buChar char="•"/>
            </a:pPr>
            <a:r>
              <a:rPr lang="en-US" altLang="zh-TW" dirty="0"/>
              <a:t>How to Change PCDs at Build Time</a:t>
            </a:r>
          </a:p>
          <a:p>
            <a:pPr marL="228600" indent="-226440">
              <a:lnSpc>
                <a:spcPct val="100000"/>
              </a:lnSpc>
              <a:buClr>
                <a:srgbClr val="FFFFFF"/>
              </a:buClr>
              <a:buFont typeface="Arial"/>
              <a:buChar char="•"/>
            </a:pPr>
            <a:r>
              <a:rPr lang="en-US" altLang="zh-TW" dirty="0"/>
              <a:t>How to Use Override</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530588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31380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Introduction</a:t>
            </a:r>
            <a:br>
              <a:rPr lang="en-US" altLang="zh-TW" b="1" dirty="0">
                <a:solidFill>
                  <a:srgbClr val="3F3F3F"/>
                </a:solidFill>
                <a:cs typeface="DejaVu Sans" charset="0"/>
              </a:rPr>
            </a:br>
            <a:r>
              <a:rPr lang="en-US" altLang="zh-TW" sz="2000" b="1" dirty="0">
                <a:solidFill>
                  <a:srgbClr val="3F3F3F"/>
                </a:solidFill>
                <a:cs typeface="DejaVu Sans" charset="0"/>
              </a:rPr>
              <a:t>Customization Interface Overview</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6440">
              <a:lnSpc>
                <a:spcPct val="100000"/>
              </a:lnSpc>
              <a:buClr>
                <a:srgbClr val="3F3F3F"/>
              </a:buClr>
              <a:buFont typeface="Arial"/>
              <a:buChar char="•"/>
            </a:pPr>
            <a:r>
              <a:rPr lang="en-US" altLang="zh-TW" sz="2800" b="0" strike="noStrike" spc="-1" dirty="0">
                <a:solidFill>
                  <a:srgbClr val="3F3F3F"/>
                </a:solidFill>
                <a:ea typeface="DejaVu Sans"/>
              </a:rPr>
              <a:t>Goal: Simplify Customization</a:t>
            </a:r>
            <a:endParaRPr lang="en-US" altLang="zh-TW" sz="2800" b="0" strike="noStrike" spc="-1" dirty="0"/>
          </a:p>
          <a:p>
            <a:pPr marL="685800" lvl="1" indent="-226440">
              <a:lnSpc>
                <a:spcPct val="100000"/>
              </a:lnSpc>
              <a:buClr>
                <a:srgbClr val="3F3F3F"/>
              </a:buClr>
              <a:buFont typeface="Arial"/>
              <a:buChar char="•"/>
            </a:pPr>
            <a:r>
              <a:rPr lang="en-US" altLang="zh-TW" sz="2000" b="0" strike="noStrike" spc="-1" dirty="0">
                <a:solidFill>
                  <a:srgbClr val="3F3F3F"/>
                </a:solidFill>
                <a:ea typeface="DejaVu Sans"/>
              </a:rPr>
              <a:t>PCDs</a:t>
            </a:r>
            <a:endParaRPr lang="en-US" altLang="zh-TW" sz="2000" b="0" strike="noStrike" spc="-1" dirty="0"/>
          </a:p>
          <a:p>
            <a:pPr marL="685800" lvl="1" indent="-226440">
              <a:lnSpc>
                <a:spcPct val="100000"/>
              </a:lnSpc>
              <a:buClr>
                <a:srgbClr val="3F3F3F"/>
              </a:buClr>
              <a:buFont typeface="Arial"/>
              <a:buChar char="•"/>
            </a:pPr>
            <a:r>
              <a:rPr lang="en-US" altLang="zh-TW" sz="2000" b="0" strike="noStrike" spc="-1" dirty="0" err="1">
                <a:solidFill>
                  <a:srgbClr val="3F3F3F"/>
                </a:solidFill>
                <a:ea typeface="DejaVu Sans"/>
              </a:rPr>
              <a:t>OemSvcKernelLib</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OemSvcChipsetLib</a:t>
            </a:r>
            <a:endParaRPr lang="en-US" altLang="zh-TW" sz="2000" b="0" strike="noStrike" spc="-1" dirty="0"/>
          </a:p>
        </p:txBody>
      </p:sp>
      <p:grpSp>
        <p:nvGrpSpPr>
          <p:cNvPr id="4" name="群組 3">
            <a:extLst>
              <a:ext uri="{FF2B5EF4-FFF2-40B4-BE49-F238E27FC236}">
                <a16:creationId xmlns:a16="http://schemas.microsoft.com/office/drawing/2014/main" id="{D0126596-5C72-4437-9D98-5780B937A7F4}"/>
              </a:ext>
            </a:extLst>
          </p:cNvPr>
          <p:cNvGrpSpPr/>
          <p:nvPr/>
        </p:nvGrpSpPr>
        <p:grpSpPr>
          <a:xfrm>
            <a:off x="2251166" y="2675895"/>
            <a:ext cx="8684280" cy="3941640"/>
            <a:chOff x="304920" y="2408400"/>
            <a:chExt cx="8684280" cy="3941640"/>
          </a:xfrm>
        </p:grpSpPr>
        <p:sp>
          <p:nvSpPr>
            <p:cNvPr id="5" name="CustomShape 3">
              <a:extLst>
                <a:ext uri="{FF2B5EF4-FFF2-40B4-BE49-F238E27FC236}">
                  <a16:creationId xmlns:a16="http://schemas.microsoft.com/office/drawing/2014/main" id="{EB6F60CD-D6EE-4FE3-BFAD-244E73E1C58C}"/>
                </a:ext>
              </a:extLst>
            </p:cNvPr>
            <p:cNvSpPr/>
            <p:nvPr/>
          </p:nvSpPr>
          <p:spPr>
            <a:xfrm>
              <a:off x="6781680" y="2408400"/>
              <a:ext cx="2207520" cy="1293120"/>
            </a:xfrm>
            <a:prstGeom prst="accentCallout1">
              <a:avLst>
                <a:gd name="adj1" fmla="val 18750"/>
                <a:gd name="adj2" fmla="val -8333"/>
                <a:gd name="adj3" fmla="val 38117"/>
                <a:gd name="adj4" fmla="val -24362"/>
              </a:avLst>
            </a:prstGeom>
            <a:solidFill>
              <a:srgbClr val="FFC000"/>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400" b="1" strike="noStrike" spc="-1">
                  <a:solidFill>
                    <a:srgbClr val="000000"/>
                  </a:solidFill>
                  <a:latin typeface="Segoe UI"/>
                  <a:ea typeface="DejaVu Sans"/>
                </a:rPr>
                <a:t>CRB or OEM </a:t>
              </a:r>
              <a:endParaRPr lang="en-US" sz="1400" b="0" strike="noStrike" spc="-1">
                <a:latin typeface="Arial"/>
              </a:endParaRPr>
            </a:p>
            <a:p>
              <a:pPr algn="ctr">
                <a:lnSpc>
                  <a:spcPct val="100000"/>
                </a:lnSpc>
              </a:pPr>
              <a:r>
                <a:rPr lang="en-US" sz="1400" b="1" strike="noStrike" spc="-1">
                  <a:solidFill>
                    <a:srgbClr val="000000"/>
                  </a:solidFill>
                  <a:latin typeface="Segoe UI"/>
                  <a:ea typeface="DejaVu Sans"/>
                </a:rPr>
                <a:t>Board support code</a:t>
              </a:r>
              <a:endParaRPr lang="en-US" sz="1400" b="0" strike="noStrike" spc="-1">
                <a:latin typeface="Arial"/>
              </a:endParaRPr>
            </a:p>
          </p:txBody>
        </p:sp>
        <p:sp>
          <p:nvSpPr>
            <p:cNvPr id="6" name="CustomShape 4">
              <a:extLst>
                <a:ext uri="{FF2B5EF4-FFF2-40B4-BE49-F238E27FC236}">
                  <a16:creationId xmlns:a16="http://schemas.microsoft.com/office/drawing/2014/main" id="{75805695-607B-48E8-8230-5B0EE8F81765}"/>
                </a:ext>
              </a:extLst>
            </p:cNvPr>
            <p:cNvSpPr/>
            <p:nvPr/>
          </p:nvSpPr>
          <p:spPr>
            <a:xfrm>
              <a:off x="6781680" y="3723120"/>
              <a:ext cx="2207520" cy="1293120"/>
            </a:xfrm>
            <a:prstGeom prst="accentCallout1">
              <a:avLst>
                <a:gd name="adj1" fmla="val 18750"/>
                <a:gd name="adj2" fmla="val -8333"/>
                <a:gd name="adj3" fmla="val 38117"/>
                <a:gd name="adj4" fmla="val -24362"/>
              </a:avLst>
            </a:prstGeom>
            <a:solidFill>
              <a:srgbClr val="92D050"/>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400" b="1" strike="noStrike" spc="-1">
                  <a:solidFill>
                    <a:srgbClr val="000000"/>
                  </a:solidFill>
                  <a:latin typeface="Segoe UI"/>
                  <a:ea typeface="DejaVu Sans"/>
                </a:rPr>
                <a:t>Chipset feature </a:t>
              </a:r>
              <a:endParaRPr lang="en-US" sz="1400" b="0" strike="noStrike" spc="-1">
                <a:latin typeface="Arial"/>
              </a:endParaRPr>
            </a:p>
            <a:p>
              <a:pPr algn="ctr">
                <a:lnSpc>
                  <a:spcPct val="100000"/>
                </a:lnSpc>
              </a:pPr>
              <a:r>
                <a:rPr lang="en-US" sz="1400" b="1" strike="noStrike" spc="-1">
                  <a:solidFill>
                    <a:srgbClr val="000000"/>
                  </a:solidFill>
                  <a:latin typeface="Segoe UI"/>
                  <a:ea typeface="DejaVu Sans"/>
                </a:rPr>
                <a:t>support code.</a:t>
              </a:r>
              <a:endParaRPr lang="en-US" sz="1400" b="0" strike="noStrike" spc="-1">
                <a:latin typeface="Arial"/>
              </a:endParaRPr>
            </a:p>
          </p:txBody>
        </p:sp>
        <p:sp>
          <p:nvSpPr>
            <p:cNvPr id="7" name="CustomShape 5">
              <a:extLst>
                <a:ext uri="{FF2B5EF4-FFF2-40B4-BE49-F238E27FC236}">
                  <a16:creationId xmlns:a16="http://schemas.microsoft.com/office/drawing/2014/main" id="{11B05AAE-285A-4C08-8AD9-F86B39133606}"/>
                </a:ext>
              </a:extLst>
            </p:cNvPr>
            <p:cNvSpPr/>
            <p:nvPr/>
          </p:nvSpPr>
          <p:spPr>
            <a:xfrm>
              <a:off x="6781680" y="5056920"/>
              <a:ext cx="2207520" cy="1293120"/>
            </a:xfrm>
            <a:prstGeom prst="accentCallout1">
              <a:avLst>
                <a:gd name="adj1" fmla="val 18750"/>
                <a:gd name="adj2" fmla="val -8333"/>
                <a:gd name="adj3" fmla="val 38117"/>
                <a:gd name="adj4" fmla="val -24362"/>
              </a:avLst>
            </a:prstGeom>
            <a:solidFill>
              <a:schemeClr val="accent1">
                <a:lumMod val="40000"/>
                <a:lumOff val="60000"/>
              </a:schemeClr>
            </a:solidFill>
            <a:ln w="12600">
              <a:solidFill>
                <a:schemeClr val="tx1"/>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400" b="1" strike="noStrike" spc="-1">
                  <a:solidFill>
                    <a:srgbClr val="000000"/>
                  </a:solidFill>
                  <a:latin typeface="Segoe UI"/>
                  <a:ea typeface="DejaVu Sans"/>
                </a:rPr>
                <a:t>Industry-standard or </a:t>
              </a:r>
              <a:endParaRPr lang="en-US" sz="1400" b="0" strike="noStrike" spc="-1">
                <a:latin typeface="Arial"/>
              </a:endParaRPr>
            </a:p>
            <a:p>
              <a:pPr algn="ctr">
                <a:lnSpc>
                  <a:spcPct val="100000"/>
                </a:lnSpc>
              </a:pPr>
              <a:r>
                <a:rPr lang="en-US" sz="1400" b="1" strike="noStrike" spc="-1">
                  <a:solidFill>
                    <a:srgbClr val="000000"/>
                  </a:solidFill>
                  <a:latin typeface="Segoe UI"/>
                  <a:ea typeface="DejaVu Sans"/>
                </a:rPr>
                <a:t>Insyde feature</a:t>
              </a:r>
              <a:endParaRPr lang="en-US" sz="1400" b="0" strike="noStrike" spc="-1">
                <a:latin typeface="Arial"/>
              </a:endParaRPr>
            </a:p>
            <a:p>
              <a:pPr algn="ctr">
                <a:lnSpc>
                  <a:spcPct val="100000"/>
                </a:lnSpc>
              </a:pPr>
              <a:r>
                <a:rPr lang="en-US" sz="1400" b="1" strike="noStrike" spc="-1">
                  <a:solidFill>
                    <a:srgbClr val="000000"/>
                  </a:solidFill>
                  <a:latin typeface="Segoe UI"/>
                  <a:ea typeface="DejaVu Sans"/>
                </a:rPr>
                <a:t>support code</a:t>
              </a:r>
              <a:endParaRPr lang="en-US" sz="1400" b="0" strike="noStrike" spc="-1">
                <a:latin typeface="Arial"/>
              </a:endParaRPr>
            </a:p>
          </p:txBody>
        </p:sp>
        <p:pic>
          <p:nvPicPr>
            <p:cNvPr id="8" name="Picture 3">
              <a:extLst>
                <a:ext uri="{FF2B5EF4-FFF2-40B4-BE49-F238E27FC236}">
                  <a16:creationId xmlns:a16="http://schemas.microsoft.com/office/drawing/2014/main" id="{1B440C12-4F28-441A-A781-511B1E226955}"/>
                </a:ext>
              </a:extLst>
            </p:cNvPr>
            <p:cNvPicPr/>
            <p:nvPr/>
          </p:nvPicPr>
          <p:blipFill>
            <a:blip r:embed="rId2"/>
            <a:stretch/>
          </p:blipFill>
          <p:spPr>
            <a:xfrm>
              <a:off x="304920" y="2460600"/>
              <a:ext cx="6046200" cy="3837240"/>
            </a:xfrm>
            <a:prstGeom prst="rect">
              <a:avLst/>
            </a:prstGeom>
            <a:ln>
              <a:noFill/>
            </a:ln>
          </p:spPr>
        </p:pic>
      </p:gr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087E05-E5FF-4551-8DCE-AD71B8D98E6B}"/>
              </a:ext>
            </a:extLst>
          </p:cNvPr>
          <p:cNvSpPr>
            <a:spLocks noGrp="1"/>
          </p:cNvSpPr>
          <p:nvPr>
            <p:ph type="title"/>
          </p:nvPr>
        </p:nvSpPr>
        <p:spPr/>
        <p:txBody>
          <a:bodyPr>
            <a:normAutofit fontScale="90000"/>
          </a:bodyPr>
          <a:lstStyle/>
          <a:p>
            <a:pPr>
              <a:lnSpc>
                <a:spcPct val="100000"/>
              </a:lnSpc>
            </a:pPr>
            <a:r>
              <a:rPr lang="en-US" altLang="zh-TW" sz="4400" b="1" strike="noStrike" spc="-1" dirty="0">
                <a:solidFill>
                  <a:srgbClr val="3F3F3F"/>
                </a:solidFill>
                <a:ea typeface="DejaVu Sans"/>
              </a:rPr>
              <a:t>Introduction</a:t>
            </a:r>
            <a:br>
              <a:rPr lang="en-US" altLang="zh-TW" sz="6600" b="0" strike="noStrike" spc="-1" dirty="0"/>
            </a:br>
            <a:r>
              <a:rPr lang="en-US" altLang="zh-TW" sz="2200" b="1" strike="noStrike" spc="-1" dirty="0">
                <a:solidFill>
                  <a:srgbClr val="3F3F3F"/>
                </a:solidFill>
                <a:ea typeface="DejaVu Sans"/>
              </a:rPr>
              <a:t>Standardized OEM Customization Style</a:t>
            </a:r>
            <a:endParaRPr lang="zh-TW" altLang="en-US" dirty="0"/>
          </a:p>
        </p:txBody>
      </p:sp>
      <p:grpSp>
        <p:nvGrpSpPr>
          <p:cNvPr id="4" name="群組 3">
            <a:extLst>
              <a:ext uri="{FF2B5EF4-FFF2-40B4-BE49-F238E27FC236}">
                <a16:creationId xmlns:a16="http://schemas.microsoft.com/office/drawing/2014/main" id="{A344B1BD-F01F-4E76-9666-94945BE79DE4}"/>
              </a:ext>
            </a:extLst>
          </p:cNvPr>
          <p:cNvGrpSpPr/>
          <p:nvPr/>
        </p:nvGrpSpPr>
        <p:grpSpPr>
          <a:xfrm>
            <a:off x="1423209" y="1306815"/>
            <a:ext cx="8122320" cy="5310720"/>
            <a:chOff x="332640" y="1115280"/>
            <a:chExt cx="8122320" cy="5310720"/>
          </a:xfrm>
        </p:grpSpPr>
        <p:pic>
          <p:nvPicPr>
            <p:cNvPr id="5" name="Picture 4">
              <a:extLst>
                <a:ext uri="{FF2B5EF4-FFF2-40B4-BE49-F238E27FC236}">
                  <a16:creationId xmlns:a16="http://schemas.microsoft.com/office/drawing/2014/main" id="{712B56CB-27DF-4D8D-BCB2-A79803CBEDFD}"/>
                </a:ext>
              </a:extLst>
            </p:cNvPr>
            <p:cNvPicPr/>
            <p:nvPr/>
          </p:nvPicPr>
          <p:blipFill>
            <a:blip r:embed="rId2"/>
            <a:stretch/>
          </p:blipFill>
          <p:spPr>
            <a:xfrm>
              <a:off x="332640" y="1146600"/>
              <a:ext cx="6065280" cy="4312800"/>
            </a:xfrm>
            <a:prstGeom prst="rect">
              <a:avLst/>
            </a:prstGeom>
            <a:ln>
              <a:noFill/>
            </a:ln>
          </p:spPr>
        </p:pic>
        <p:sp>
          <p:nvSpPr>
            <p:cNvPr id="6" name="CustomShape 2">
              <a:extLst>
                <a:ext uri="{FF2B5EF4-FFF2-40B4-BE49-F238E27FC236}">
                  <a16:creationId xmlns:a16="http://schemas.microsoft.com/office/drawing/2014/main" id="{6E3D5D14-9D36-40BB-86E7-68BFB4151A7F}"/>
                </a:ext>
              </a:extLst>
            </p:cNvPr>
            <p:cNvSpPr/>
            <p:nvPr/>
          </p:nvSpPr>
          <p:spPr>
            <a:xfrm>
              <a:off x="6704640" y="1115280"/>
              <a:ext cx="1750320" cy="1674360"/>
            </a:xfrm>
            <a:prstGeom prst="accentCallout1">
              <a:avLst>
                <a:gd name="adj1" fmla="val 18750"/>
                <a:gd name="adj2" fmla="val -8333"/>
                <a:gd name="adj3" fmla="val 23669"/>
                <a:gd name="adj4" fmla="val -48546"/>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r">
                <a:lnSpc>
                  <a:spcPct val="100000"/>
                </a:lnSpc>
              </a:pPr>
              <a:r>
                <a:rPr lang="en-US" sz="1800" b="0" strike="noStrike" spc="-1">
                  <a:solidFill>
                    <a:srgbClr val="FFFFFF"/>
                  </a:solidFill>
                  <a:latin typeface="Segoe UI"/>
                  <a:ea typeface="DejaVu Sans"/>
                </a:rPr>
                <a:t>Kernel Calls OEM Service. </a:t>
              </a:r>
              <a:endParaRPr lang="en-US" sz="1800" b="0" strike="noStrike" spc="-1">
                <a:latin typeface="Arial"/>
              </a:endParaRPr>
            </a:p>
            <a:p>
              <a:pPr algn="r">
                <a:lnSpc>
                  <a:spcPct val="100000"/>
                </a:lnSpc>
              </a:pPr>
              <a:r>
                <a:rPr lang="en-US" sz="1800" b="0" strike="noStrike" spc="-1">
                  <a:solidFill>
                    <a:srgbClr val="FFFFFF"/>
                  </a:solidFill>
                  <a:latin typeface="Segoe UI"/>
                  <a:ea typeface="DejaVu Sans"/>
                </a:rPr>
                <a:t>Default Version Of Each Function In Kernel</a:t>
              </a:r>
              <a:endParaRPr lang="en-US" sz="1800" b="0" strike="noStrike" spc="-1">
                <a:latin typeface="Arial"/>
              </a:endParaRPr>
            </a:p>
          </p:txBody>
        </p:sp>
        <p:sp>
          <p:nvSpPr>
            <p:cNvPr id="7" name="CustomShape 3">
              <a:extLst>
                <a:ext uri="{FF2B5EF4-FFF2-40B4-BE49-F238E27FC236}">
                  <a16:creationId xmlns:a16="http://schemas.microsoft.com/office/drawing/2014/main" id="{3326DE4E-16DE-4090-BDFA-3924E8E0FAEC}"/>
                </a:ext>
              </a:extLst>
            </p:cNvPr>
            <p:cNvSpPr/>
            <p:nvPr/>
          </p:nvSpPr>
          <p:spPr>
            <a:xfrm>
              <a:off x="6704640" y="2922840"/>
              <a:ext cx="1750320" cy="1674360"/>
            </a:xfrm>
            <a:prstGeom prst="accentCallout1">
              <a:avLst>
                <a:gd name="adj1" fmla="val 18750"/>
                <a:gd name="adj2" fmla="val -8333"/>
                <a:gd name="adj3" fmla="val 15611"/>
                <a:gd name="adj4" fmla="val -133329"/>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r">
                <a:lnSpc>
                  <a:spcPct val="100000"/>
                </a:lnSpc>
              </a:pPr>
              <a:r>
                <a:rPr lang="en-US" sz="1800" b="0" strike="noStrike" spc="-1">
                  <a:solidFill>
                    <a:srgbClr val="FFFFFF"/>
                  </a:solidFill>
                  <a:latin typeface="Segoe UI"/>
                  <a:ea typeface="DejaVu Sans"/>
                </a:rPr>
                <a:t>Chipset Calls OEM Service. </a:t>
              </a:r>
              <a:endParaRPr lang="en-US" sz="1800" b="0" strike="noStrike" spc="-1">
                <a:latin typeface="Arial"/>
              </a:endParaRPr>
            </a:p>
            <a:p>
              <a:pPr algn="r">
                <a:lnSpc>
                  <a:spcPct val="100000"/>
                </a:lnSpc>
              </a:pPr>
              <a:r>
                <a:rPr lang="en-US" sz="1800" b="0" strike="noStrike" spc="-1">
                  <a:solidFill>
                    <a:srgbClr val="FFFFFF"/>
                  </a:solidFill>
                  <a:latin typeface="Segoe UI"/>
                  <a:ea typeface="DejaVu Sans"/>
                </a:rPr>
                <a:t>Default Version Of Each Function In Chipset</a:t>
              </a:r>
              <a:endParaRPr lang="en-US" sz="1800" b="0" strike="noStrike" spc="-1">
                <a:latin typeface="Arial"/>
              </a:endParaRPr>
            </a:p>
          </p:txBody>
        </p:sp>
        <p:sp>
          <p:nvSpPr>
            <p:cNvPr id="8" name="CustomShape 4">
              <a:extLst>
                <a:ext uri="{FF2B5EF4-FFF2-40B4-BE49-F238E27FC236}">
                  <a16:creationId xmlns:a16="http://schemas.microsoft.com/office/drawing/2014/main" id="{81CF26C7-D602-410C-AA8D-3CAD1979A294}"/>
                </a:ext>
              </a:extLst>
            </p:cNvPr>
            <p:cNvSpPr/>
            <p:nvPr/>
          </p:nvSpPr>
          <p:spPr>
            <a:xfrm>
              <a:off x="6704640" y="4751640"/>
              <a:ext cx="1750320" cy="1674360"/>
            </a:xfrm>
            <a:prstGeom prst="accentCallout1">
              <a:avLst>
                <a:gd name="adj1" fmla="val 18750"/>
                <a:gd name="adj2" fmla="val -8333"/>
                <a:gd name="adj3" fmla="val -1744"/>
                <a:gd name="adj4" fmla="val -54475"/>
              </a:avLst>
            </a:prstGeom>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r">
                <a:lnSpc>
                  <a:spcPct val="100000"/>
                </a:lnSpc>
              </a:pPr>
              <a:r>
                <a:rPr lang="en-US" sz="1800" b="0" strike="noStrike" spc="-1">
                  <a:solidFill>
                    <a:srgbClr val="FFFFFF"/>
                  </a:solidFill>
                  <a:latin typeface="Segoe UI"/>
                  <a:ea typeface="DejaVu Sans"/>
                </a:rPr>
                <a:t>Project Provides Only Functions Needed</a:t>
              </a:r>
              <a:endParaRPr lang="en-US" sz="1800" b="0" strike="noStrike" spc="-1">
                <a:latin typeface="Arial"/>
              </a:endParaRPr>
            </a:p>
          </p:txBody>
        </p:sp>
      </p:grpSp>
    </p:spTree>
    <p:extLst>
      <p:ext uri="{BB962C8B-B14F-4D97-AF65-F5344CB8AC3E}">
        <p14:creationId xmlns:p14="http://schemas.microsoft.com/office/powerpoint/2010/main" val="2807650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DA2CCA3-8403-49E7-8A23-489AD2DAB9EA}"/>
              </a:ext>
            </a:extLst>
          </p:cNvPr>
          <p:cNvSpPr>
            <a:spLocks noGrp="1"/>
          </p:cNvSpPr>
          <p:nvPr>
            <p:ph type="title"/>
          </p:nvPr>
        </p:nvSpPr>
        <p:spPr/>
        <p:txBody>
          <a:bodyPr>
            <a:normAutofit/>
          </a:bodyPr>
          <a:lstStyle/>
          <a:p>
            <a:r>
              <a:rPr lang="en-US" altLang="zh-TW" dirty="0"/>
              <a:t>Introduction</a:t>
            </a:r>
            <a:br>
              <a:rPr lang="en-US" altLang="zh-TW" dirty="0"/>
            </a:br>
            <a:r>
              <a:rPr lang="en-US" altLang="zh-TW" sz="2000" dirty="0"/>
              <a:t>OEM Service Library</a:t>
            </a:r>
            <a:endParaRPr lang="zh-TW" altLang="en-US" sz="2000" dirty="0"/>
          </a:p>
        </p:txBody>
      </p:sp>
      <p:sp>
        <p:nvSpPr>
          <p:cNvPr id="3" name="內容版面配置區 2">
            <a:extLst>
              <a:ext uri="{FF2B5EF4-FFF2-40B4-BE49-F238E27FC236}">
                <a16:creationId xmlns:a16="http://schemas.microsoft.com/office/drawing/2014/main" id="{A966BECB-F7E0-46DE-AA8D-3B5F917D65A1}"/>
              </a:ext>
            </a:extLst>
          </p:cNvPr>
          <p:cNvSpPr>
            <a:spLocks noGrp="1"/>
          </p:cNvSpPr>
          <p:nvPr>
            <p:ph idx="1"/>
          </p:nvPr>
        </p:nvSpPr>
        <p:spPr/>
        <p:txBody>
          <a:bodyPr>
            <a:normAutofit lnSpcReduction="10000"/>
          </a:bodyPr>
          <a:lstStyle/>
          <a:p>
            <a:pPr marL="228600" indent="-226440">
              <a:lnSpc>
                <a:spcPct val="100000"/>
              </a:lnSpc>
              <a:buClr>
                <a:srgbClr val="3F3F3F"/>
              </a:buClr>
              <a:buFont typeface="Arial"/>
              <a:buChar char="•"/>
            </a:pPr>
            <a:r>
              <a:rPr lang="en-US" altLang="zh-TW" sz="2800" b="0" strike="noStrike" spc="-1" dirty="0">
                <a:solidFill>
                  <a:srgbClr val="3F3F3F"/>
                </a:solidFill>
                <a:ea typeface="DejaVu Sans"/>
              </a:rPr>
              <a:t>Use the same style of OEM customization for all </a:t>
            </a:r>
            <a:r>
              <a:rPr lang="en-US" altLang="zh-TW" sz="2800" b="0" strike="noStrike" spc="-1" dirty="0" err="1">
                <a:solidFill>
                  <a:srgbClr val="3F3F3F"/>
                </a:solidFill>
                <a:ea typeface="DejaVu Sans"/>
              </a:rPr>
              <a:t>Insyde</a:t>
            </a:r>
            <a:r>
              <a:rPr lang="en-US" altLang="zh-TW" sz="2800" b="0" strike="noStrike" spc="-1" dirty="0">
                <a:solidFill>
                  <a:srgbClr val="3F3F3F"/>
                </a:solidFill>
                <a:ea typeface="DejaVu Sans"/>
              </a:rPr>
              <a:t> provided Kernel and Chipset code.</a:t>
            </a:r>
            <a:endParaRPr lang="en-US" altLang="zh-TW" sz="2800" b="0" strike="noStrike" spc="-1" dirty="0"/>
          </a:p>
          <a:p>
            <a:pPr marL="685800" lvl="1" indent="-226440">
              <a:lnSpc>
                <a:spcPct val="100000"/>
              </a:lnSpc>
              <a:buClr>
                <a:srgbClr val="3F3F3F"/>
              </a:buClr>
              <a:buFont typeface="Arial"/>
              <a:buChar char="•"/>
            </a:pPr>
            <a:r>
              <a:rPr lang="en-US" altLang="zh-TW" sz="2000" b="0" strike="noStrike" spc="-1" dirty="0">
                <a:solidFill>
                  <a:srgbClr val="3F3F3F"/>
                </a:solidFill>
                <a:ea typeface="DejaVu Sans"/>
              </a:rPr>
              <a:t>One file for each function</a:t>
            </a:r>
            <a:endParaRPr lang="en-US" altLang="zh-TW" sz="2000" b="0" strike="noStrike" spc="-1" dirty="0"/>
          </a:p>
          <a:p>
            <a:pPr marL="685800" lvl="1" indent="-226440">
              <a:lnSpc>
                <a:spcPct val="100000"/>
              </a:lnSpc>
              <a:buClr>
                <a:srgbClr val="3F3F3F"/>
              </a:buClr>
              <a:buFont typeface="Arial"/>
              <a:buChar char="•"/>
            </a:pPr>
            <a:r>
              <a:rPr lang="en-US" altLang="zh-TW" sz="2000" b="0" strike="noStrike" spc="-1" dirty="0">
                <a:solidFill>
                  <a:srgbClr val="3F3F3F"/>
                </a:solidFill>
                <a:ea typeface="DejaVu Sans"/>
              </a:rPr>
              <a:t>Each file named after function .C (i.e. xxx()  </a:t>
            </a:r>
            <a:r>
              <a:rPr lang="en-US" altLang="zh-TW" sz="2000" b="0" strike="noStrike" spc="-1" dirty="0" err="1">
                <a:solidFill>
                  <a:srgbClr val="3F3F3F"/>
                </a:solidFill>
                <a:ea typeface="DejaVu Sans"/>
              </a:rPr>
              <a:t>xxx.c</a:t>
            </a:r>
            <a:r>
              <a:rPr lang="en-US" altLang="zh-TW" sz="2000" b="0" strike="noStrike" spc="-1" dirty="0">
                <a:solidFill>
                  <a:srgbClr val="3F3F3F"/>
                </a:solidFill>
                <a:ea typeface="DejaVu Sans"/>
              </a:rPr>
              <a:t>)</a:t>
            </a:r>
            <a:endParaRPr lang="en-US" altLang="zh-TW" sz="2000" b="0" strike="noStrike" spc="-1" dirty="0"/>
          </a:p>
          <a:p>
            <a:pPr marL="228600" indent="-226440">
              <a:lnSpc>
                <a:spcPct val="100000"/>
              </a:lnSpc>
              <a:buClr>
                <a:srgbClr val="3F3F3F"/>
              </a:buClr>
              <a:buFont typeface="Arial"/>
              <a:buChar char="•"/>
            </a:pPr>
            <a:r>
              <a:rPr lang="en-US" altLang="zh-TW" sz="2800" b="0" strike="noStrike" spc="-1" dirty="0">
                <a:solidFill>
                  <a:srgbClr val="3F3F3F"/>
                </a:solidFill>
                <a:ea typeface="DejaVu Sans"/>
              </a:rPr>
              <a:t>OEM Kernel Service Library – Customize Kernel</a:t>
            </a:r>
            <a:endParaRPr lang="en-US" altLang="zh-TW" sz="2800" b="0" strike="noStrike" spc="-1" dirty="0"/>
          </a:p>
          <a:p>
            <a:pPr marL="685800" lvl="1" indent="-226440">
              <a:lnSpc>
                <a:spcPct val="100000"/>
              </a:lnSpc>
              <a:buClr>
                <a:srgbClr val="3F3F3F"/>
              </a:buClr>
              <a:buFont typeface="Arial"/>
              <a:buChar char="•"/>
            </a:pPr>
            <a:r>
              <a:rPr lang="en-US" altLang="zh-TW" sz="2000" b="0" strike="noStrike" spc="-1" dirty="0" err="1">
                <a:solidFill>
                  <a:srgbClr val="3F3F3F"/>
                </a:solidFill>
                <a:ea typeface="DejaVu Sans"/>
              </a:rPr>
              <a:t>BaseOemSvcKernelLib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PeiOemSvcKernelLib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DxeOemSvcKernelLib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SmmOemSvcKernelLib</a:t>
            </a:r>
            <a:endParaRPr lang="en-US" altLang="zh-TW" sz="2000" b="0" strike="noStrike" spc="-1" dirty="0"/>
          </a:p>
          <a:p>
            <a:pPr marL="685800" lvl="1" indent="-226440">
              <a:lnSpc>
                <a:spcPct val="100000"/>
              </a:lnSpc>
              <a:buClr>
                <a:srgbClr val="3F3F3F"/>
              </a:buClr>
              <a:buFont typeface="Arial"/>
              <a:buChar char="•"/>
            </a:pPr>
            <a:r>
              <a:rPr lang="en-US" altLang="zh-TW" sz="2000" b="0" strike="noStrike" spc="-1" dirty="0">
                <a:solidFill>
                  <a:srgbClr val="3F3F3F"/>
                </a:solidFill>
                <a:ea typeface="DejaVu Sans"/>
              </a:rPr>
              <a:t>Library definition in </a:t>
            </a:r>
            <a:r>
              <a:rPr lang="en-US" altLang="zh-TW" sz="2000" b="0" strike="noStrike" spc="-1" dirty="0" err="1">
                <a:solidFill>
                  <a:srgbClr val="3F3F3F"/>
                </a:solidFill>
                <a:ea typeface="DejaVu Sans"/>
              </a:rPr>
              <a:t>Insyde</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InsydeOemServicesPkg</a:t>
            </a:r>
            <a:r>
              <a:rPr lang="en-US" altLang="zh-TW" sz="2000" b="0" strike="noStrike" spc="-1" dirty="0">
                <a:solidFill>
                  <a:srgbClr val="3F3F3F"/>
                </a:solidFill>
                <a:ea typeface="DejaVu Sans"/>
              </a:rPr>
              <a:t>/Include/Library/*.h</a:t>
            </a:r>
            <a:endParaRPr lang="en-US" altLang="zh-TW" sz="2000" b="0" strike="noStrike" spc="-1" dirty="0"/>
          </a:p>
          <a:p>
            <a:pPr marL="228600" indent="-226440">
              <a:lnSpc>
                <a:spcPct val="100000"/>
              </a:lnSpc>
              <a:buClr>
                <a:srgbClr val="3F3F3F"/>
              </a:buClr>
              <a:buFont typeface="Arial"/>
              <a:buChar char="•"/>
            </a:pPr>
            <a:r>
              <a:rPr lang="en-US" altLang="zh-TW" sz="2800" b="0" strike="noStrike" spc="-1" dirty="0">
                <a:solidFill>
                  <a:srgbClr val="3F3F3F"/>
                </a:solidFill>
                <a:ea typeface="DejaVu Sans"/>
              </a:rPr>
              <a:t>OEM Chipset Service Library – Customize Chipset</a:t>
            </a:r>
            <a:endParaRPr lang="en-US" altLang="zh-TW" sz="2800" b="0" strike="noStrike" spc="-1" dirty="0"/>
          </a:p>
          <a:p>
            <a:pPr marL="685800" lvl="1" indent="-226440">
              <a:lnSpc>
                <a:spcPct val="100000"/>
              </a:lnSpc>
              <a:buClr>
                <a:srgbClr val="3F3F3F"/>
              </a:buClr>
              <a:buFont typeface="Arial"/>
              <a:buChar char="•"/>
            </a:pPr>
            <a:r>
              <a:rPr lang="en-US" altLang="zh-TW" sz="2000" b="0" strike="noStrike" spc="-1" dirty="0" err="1">
                <a:solidFill>
                  <a:srgbClr val="3F3F3F"/>
                </a:solidFill>
                <a:ea typeface="DejaVu Sans"/>
              </a:rPr>
              <a:t>BaseOemSvcChipsetLib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PeiOemSvcChipsetLib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DxeOemSvcChipsetLib</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SmmOemSvcChipsetLib</a:t>
            </a:r>
            <a:endParaRPr lang="en-US" altLang="zh-TW" sz="2000" b="0" strike="noStrike" spc="-1" dirty="0"/>
          </a:p>
          <a:p>
            <a:pPr marL="685800" lvl="1" indent="-226440">
              <a:lnSpc>
                <a:spcPct val="100000"/>
              </a:lnSpc>
              <a:buClr>
                <a:srgbClr val="3F3F3F"/>
              </a:buClr>
              <a:buFont typeface="Arial"/>
              <a:buChar char="•"/>
            </a:pPr>
            <a:r>
              <a:rPr lang="en-US" altLang="zh-TW" sz="2000" b="0" strike="noStrike" spc="-1" dirty="0">
                <a:solidFill>
                  <a:srgbClr val="3F3F3F"/>
                </a:solidFill>
                <a:ea typeface="DejaVu Sans"/>
              </a:rPr>
              <a:t>Library definition in Intel/xxx/</a:t>
            </a:r>
            <a:r>
              <a:rPr lang="en-US" altLang="zh-TW" sz="2000" b="0" strike="noStrike" spc="-1" dirty="0" err="1">
                <a:solidFill>
                  <a:srgbClr val="3F3F3F"/>
                </a:solidFill>
                <a:ea typeface="DejaVu Sans"/>
              </a:rPr>
              <a:t>xxxChipsetPkg</a:t>
            </a:r>
            <a:r>
              <a:rPr lang="en-US" altLang="zh-TW" sz="2000" b="0" strike="noStrike" spc="-1" dirty="0">
                <a:solidFill>
                  <a:srgbClr val="3F3F3F"/>
                </a:solidFill>
                <a:ea typeface="DejaVu Sans"/>
              </a:rPr>
              <a:t>/Include/Library/*.h</a:t>
            </a:r>
            <a:endParaRPr lang="en-US" altLang="zh-TW" sz="2000" b="0" strike="noStrike" spc="-1" dirty="0"/>
          </a:p>
        </p:txBody>
      </p:sp>
    </p:spTree>
    <p:extLst>
      <p:ext uri="{BB962C8B-B14F-4D97-AF65-F5344CB8AC3E}">
        <p14:creationId xmlns:p14="http://schemas.microsoft.com/office/powerpoint/2010/main" val="1632429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85DB0C-1710-4767-947B-2E8C47B3813D}"/>
              </a:ext>
            </a:extLst>
          </p:cNvPr>
          <p:cNvSpPr>
            <a:spLocks noGrp="1"/>
          </p:cNvSpPr>
          <p:nvPr>
            <p:ph type="title"/>
          </p:nvPr>
        </p:nvSpPr>
        <p:spPr/>
        <p:txBody>
          <a:bodyPr>
            <a:normAutofit/>
          </a:bodyPr>
          <a:lstStyle/>
          <a:p>
            <a:r>
              <a:rPr lang="en-US" altLang="zh-TW" dirty="0"/>
              <a:t>InsydeH2O 5.4 Code Structure</a:t>
            </a:r>
            <a:br>
              <a:rPr lang="en-US" altLang="zh-TW" dirty="0"/>
            </a:br>
            <a:r>
              <a:rPr lang="en-US" altLang="zh-TW" sz="2000" b="1" strike="noStrike" spc="-1" dirty="0" err="1">
                <a:solidFill>
                  <a:srgbClr val="3F3F3F"/>
                </a:solidFill>
                <a:latin typeface="Segoe UI"/>
                <a:ea typeface="DejaVu Sans"/>
              </a:rPr>
              <a:t>Insyde</a:t>
            </a:r>
            <a:r>
              <a:rPr lang="en-US" altLang="zh-TW" sz="2000" b="1" strike="noStrike" spc="-1" dirty="0">
                <a:solidFill>
                  <a:srgbClr val="3F3F3F"/>
                </a:solidFill>
                <a:latin typeface="Segoe UI"/>
                <a:ea typeface="DejaVu Sans"/>
              </a:rPr>
              <a:t> Source Code Structure – Eagle Stream</a:t>
            </a:r>
            <a:endParaRPr lang="zh-TW" altLang="en-US" sz="2000" dirty="0"/>
          </a:p>
        </p:txBody>
      </p:sp>
      <p:grpSp>
        <p:nvGrpSpPr>
          <p:cNvPr id="69" name="群組 68">
            <a:extLst>
              <a:ext uri="{FF2B5EF4-FFF2-40B4-BE49-F238E27FC236}">
                <a16:creationId xmlns:a16="http://schemas.microsoft.com/office/drawing/2014/main" id="{02D59E2B-7B39-4224-8304-99C59A627B2A}"/>
              </a:ext>
            </a:extLst>
          </p:cNvPr>
          <p:cNvGrpSpPr/>
          <p:nvPr/>
        </p:nvGrpSpPr>
        <p:grpSpPr>
          <a:xfrm>
            <a:off x="5925812" y="1641658"/>
            <a:ext cx="2405284" cy="1317558"/>
            <a:chOff x="9112800" y="828361"/>
            <a:chExt cx="2405284" cy="1317558"/>
          </a:xfrm>
        </p:grpSpPr>
        <p:sp>
          <p:nvSpPr>
            <p:cNvPr id="54" name="CustomShape 5">
              <a:extLst>
                <a:ext uri="{FF2B5EF4-FFF2-40B4-BE49-F238E27FC236}">
                  <a16:creationId xmlns:a16="http://schemas.microsoft.com/office/drawing/2014/main" id="{20CB9C4B-E85C-4900-9733-FD3F5EBA622C}"/>
                </a:ext>
              </a:extLst>
            </p:cNvPr>
            <p:cNvSpPr/>
            <p:nvPr/>
          </p:nvSpPr>
          <p:spPr>
            <a:xfrm>
              <a:off x="9117120" y="866160"/>
              <a:ext cx="210600" cy="208800"/>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56" name="CustomShape 8">
              <a:extLst>
                <a:ext uri="{FF2B5EF4-FFF2-40B4-BE49-F238E27FC236}">
                  <a16:creationId xmlns:a16="http://schemas.microsoft.com/office/drawing/2014/main" id="{7DDF36A0-5C29-4629-9453-7040F08DE997}"/>
                </a:ext>
              </a:extLst>
            </p:cNvPr>
            <p:cNvSpPr/>
            <p:nvPr/>
          </p:nvSpPr>
          <p:spPr>
            <a:xfrm>
              <a:off x="9112800" y="1169280"/>
              <a:ext cx="21492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sp>
          <p:nvSpPr>
            <p:cNvPr id="58" name="CustomShape 9">
              <a:extLst>
                <a:ext uri="{FF2B5EF4-FFF2-40B4-BE49-F238E27FC236}">
                  <a16:creationId xmlns:a16="http://schemas.microsoft.com/office/drawing/2014/main" id="{D8B4F7F3-ADEC-42BD-A38F-EF42D66B25FC}"/>
                </a:ext>
              </a:extLst>
            </p:cNvPr>
            <p:cNvSpPr/>
            <p:nvPr/>
          </p:nvSpPr>
          <p:spPr>
            <a:xfrm>
              <a:off x="9112800" y="1512360"/>
              <a:ext cx="214920" cy="229320"/>
            </a:xfrm>
            <a:prstGeom prst="rect">
              <a:avLst/>
            </a:prstGeom>
            <a:noFill/>
            <a:ln w="28440">
              <a:solidFill>
                <a:srgbClr val="FFBF00"/>
              </a:solidFill>
              <a:round/>
            </a:ln>
          </p:spPr>
          <p:style>
            <a:lnRef idx="0">
              <a:scrgbClr r="0" g="0" b="0"/>
            </a:lnRef>
            <a:fillRef idx="0">
              <a:scrgbClr r="0" g="0" b="0"/>
            </a:fillRef>
            <a:effectRef idx="0">
              <a:scrgbClr r="0" g="0" b="0"/>
            </a:effectRef>
            <a:fontRef idx="minor"/>
          </p:style>
        </p:sp>
        <p:sp>
          <p:nvSpPr>
            <p:cNvPr id="60" name="CustomShape 10">
              <a:extLst>
                <a:ext uri="{FF2B5EF4-FFF2-40B4-BE49-F238E27FC236}">
                  <a16:creationId xmlns:a16="http://schemas.microsoft.com/office/drawing/2014/main" id="{BBAB7E23-772A-4F60-9682-C6115941FD38}"/>
                </a:ext>
              </a:extLst>
            </p:cNvPr>
            <p:cNvSpPr/>
            <p:nvPr/>
          </p:nvSpPr>
          <p:spPr>
            <a:xfrm>
              <a:off x="9383519" y="1130041"/>
              <a:ext cx="1685081"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Chipset</a:t>
              </a:r>
              <a:endParaRPr lang="en-US" spc="-1" dirty="0">
                <a:latin typeface="Arial"/>
              </a:endParaRPr>
            </a:p>
          </p:txBody>
        </p:sp>
        <p:sp>
          <p:nvSpPr>
            <p:cNvPr id="62" name="CustomShape 11">
              <a:extLst>
                <a:ext uri="{FF2B5EF4-FFF2-40B4-BE49-F238E27FC236}">
                  <a16:creationId xmlns:a16="http://schemas.microsoft.com/office/drawing/2014/main" id="{5195DF84-30A7-4AD0-B9E4-48A28386C403}"/>
                </a:ext>
              </a:extLst>
            </p:cNvPr>
            <p:cNvSpPr/>
            <p:nvPr/>
          </p:nvSpPr>
          <p:spPr>
            <a:xfrm>
              <a:off x="9364799" y="828361"/>
              <a:ext cx="1666723"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From Intel</a:t>
              </a:r>
              <a:endParaRPr lang="en-US" spc="-1" dirty="0">
                <a:latin typeface="Arial"/>
              </a:endParaRPr>
            </a:p>
          </p:txBody>
        </p:sp>
        <p:sp>
          <p:nvSpPr>
            <p:cNvPr id="64" name="CustomShape 12">
              <a:extLst>
                <a:ext uri="{FF2B5EF4-FFF2-40B4-BE49-F238E27FC236}">
                  <a16:creationId xmlns:a16="http://schemas.microsoft.com/office/drawing/2014/main" id="{7DAE3839-9EEC-4597-87A2-2D59943147AF}"/>
                </a:ext>
              </a:extLst>
            </p:cNvPr>
            <p:cNvSpPr/>
            <p:nvPr/>
          </p:nvSpPr>
          <p:spPr>
            <a:xfrm>
              <a:off x="9400799" y="1454041"/>
              <a:ext cx="1513277"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Project</a:t>
              </a:r>
              <a:endParaRPr lang="en-US" spc="-1" dirty="0">
                <a:latin typeface="Arial"/>
              </a:endParaRPr>
            </a:p>
          </p:txBody>
        </p:sp>
        <p:sp>
          <p:nvSpPr>
            <p:cNvPr id="66" name="CustomShape 17">
              <a:extLst>
                <a:ext uri="{FF2B5EF4-FFF2-40B4-BE49-F238E27FC236}">
                  <a16:creationId xmlns:a16="http://schemas.microsoft.com/office/drawing/2014/main" id="{A4D39E48-7330-418D-8301-780C7207BFAD}"/>
                </a:ext>
              </a:extLst>
            </p:cNvPr>
            <p:cNvSpPr/>
            <p:nvPr/>
          </p:nvSpPr>
          <p:spPr>
            <a:xfrm>
              <a:off x="9365160" y="1778041"/>
              <a:ext cx="2152924"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err="1">
                  <a:solidFill>
                    <a:srgbClr val="000000"/>
                  </a:solidFill>
                  <a:latin typeface="Arial"/>
                  <a:ea typeface="DejaVu Sans"/>
                </a:rPr>
                <a:t>Insyde</a:t>
              </a:r>
              <a:r>
                <a:rPr lang="en-US" spc="-1" dirty="0">
                  <a:solidFill>
                    <a:srgbClr val="000000"/>
                  </a:solidFill>
                  <a:latin typeface="Arial"/>
                  <a:ea typeface="DejaVu Sans"/>
                </a:rPr>
                <a:t> H2O Kernel</a:t>
              </a:r>
              <a:endParaRPr lang="en-US" spc="-1" dirty="0">
                <a:latin typeface="Arial"/>
              </a:endParaRPr>
            </a:p>
          </p:txBody>
        </p:sp>
        <p:sp>
          <p:nvSpPr>
            <p:cNvPr id="68" name="CustomShape 18">
              <a:extLst>
                <a:ext uri="{FF2B5EF4-FFF2-40B4-BE49-F238E27FC236}">
                  <a16:creationId xmlns:a16="http://schemas.microsoft.com/office/drawing/2014/main" id="{01A47E19-BCB6-4E92-959F-BF6F87023CBD}"/>
                </a:ext>
              </a:extLst>
            </p:cNvPr>
            <p:cNvSpPr/>
            <p:nvPr/>
          </p:nvSpPr>
          <p:spPr>
            <a:xfrm>
              <a:off x="9112800" y="1872360"/>
              <a:ext cx="214920" cy="229320"/>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grpSp>
      <p:grpSp>
        <p:nvGrpSpPr>
          <p:cNvPr id="21" name="Group 20">
            <a:extLst>
              <a:ext uri="{FF2B5EF4-FFF2-40B4-BE49-F238E27FC236}">
                <a16:creationId xmlns:a16="http://schemas.microsoft.com/office/drawing/2014/main" id="{71C6B291-D337-4B5C-A505-FE2F0B96E8B6}"/>
              </a:ext>
            </a:extLst>
          </p:cNvPr>
          <p:cNvGrpSpPr/>
          <p:nvPr/>
        </p:nvGrpSpPr>
        <p:grpSpPr>
          <a:xfrm>
            <a:off x="2861546" y="1316230"/>
            <a:ext cx="2387460" cy="4993130"/>
            <a:chOff x="1132514" y="1316230"/>
            <a:chExt cx="2387460" cy="4993130"/>
          </a:xfrm>
        </p:grpSpPr>
        <p:pic>
          <p:nvPicPr>
            <p:cNvPr id="22" name="Picture 21">
              <a:extLst>
                <a:ext uri="{FF2B5EF4-FFF2-40B4-BE49-F238E27FC236}">
                  <a16:creationId xmlns:a16="http://schemas.microsoft.com/office/drawing/2014/main" id="{6D142361-5382-4CFF-B366-EB031D4CA7F1}"/>
                </a:ext>
              </a:extLst>
            </p:cNvPr>
            <p:cNvPicPr>
              <a:picLocks noChangeAspect="1"/>
            </p:cNvPicPr>
            <p:nvPr/>
          </p:nvPicPr>
          <p:blipFill>
            <a:blip r:embed="rId2"/>
            <a:stretch>
              <a:fillRect/>
            </a:stretch>
          </p:blipFill>
          <p:spPr>
            <a:xfrm>
              <a:off x="1153669" y="1316230"/>
              <a:ext cx="2238618" cy="4993130"/>
            </a:xfrm>
            <a:prstGeom prst="rect">
              <a:avLst/>
            </a:prstGeom>
          </p:spPr>
        </p:pic>
        <p:sp>
          <p:nvSpPr>
            <p:cNvPr id="23" name="CustomShape 5">
              <a:extLst>
                <a:ext uri="{FF2B5EF4-FFF2-40B4-BE49-F238E27FC236}">
                  <a16:creationId xmlns:a16="http://schemas.microsoft.com/office/drawing/2014/main" id="{23EE2866-5A5C-4827-AB81-FAE1B029DF0B}"/>
                </a:ext>
              </a:extLst>
            </p:cNvPr>
            <p:cNvSpPr/>
            <p:nvPr/>
          </p:nvSpPr>
          <p:spPr>
            <a:xfrm>
              <a:off x="1132514" y="2989537"/>
              <a:ext cx="2387460" cy="508671"/>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24" name="CustomShape 5">
              <a:extLst>
                <a:ext uri="{FF2B5EF4-FFF2-40B4-BE49-F238E27FC236}">
                  <a16:creationId xmlns:a16="http://schemas.microsoft.com/office/drawing/2014/main" id="{20DA1C10-270A-4635-BE08-FEF24046040D}"/>
                </a:ext>
              </a:extLst>
            </p:cNvPr>
            <p:cNvSpPr/>
            <p:nvPr/>
          </p:nvSpPr>
          <p:spPr>
            <a:xfrm>
              <a:off x="1132514" y="3813056"/>
              <a:ext cx="2387460" cy="1915617"/>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25" name="CustomShape 18">
              <a:extLst>
                <a:ext uri="{FF2B5EF4-FFF2-40B4-BE49-F238E27FC236}">
                  <a16:creationId xmlns:a16="http://schemas.microsoft.com/office/drawing/2014/main" id="{82CA9E07-31AB-46BE-A849-9946EDC86ABB}"/>
                </a:ext>
              </a:extLst>
            </p:cNvPr>
            <p:cNvSpPr/>
            <p:nvPr/>
          </p:nvSpPr>
          <p:spPr>
            <a:xfrm>
              <a:off x="1132514" y="1892170"/>
              <a:ext cx="2387460" cy="515868"/>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26" name="CustomShape 18">
              <a:extLst>
                <a:ext uri="{FF2B5EF4-FFF2-40B4-BE49-F238E27FC236}">
                  <a16:creationId xmlns:a16="http://schemas.microsoft.com/office/drawing/2014/main" id="{626D3F99-0C4F-4528-9013-29FAEC273EA1}"/>
                </a:ext>
              </a:extLst>
            </p:cNvPr>
            <p:cNvSpPr/>
            <p:nvPr/>
          </p:nvSpPr>
          <p:spPr>
            <a:xfrm>
              <a:off x="1132514" y="1326676"/>
              <a:ext cx="2387460" cy="243724"/>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27" name="CustomShape 9">
              <a:extLst>
                <a:ext uri="{FF2B5EF4-FFF2-40B4-BE49-F238E27FC236}">
                  <a16:creationId xmlns:a16="http://schemas.microsoft.com/office/drawing/2014/main" id="{145F68E3-49EA-41A2-B875-0C15FCE0454D}"/>
                </a:ext>
              </a:extLst>
            </p:cNvPr>
            <p:cNvSpPr/>
            <p:nvPr/>
          </p:nvSpPr>
          <p:spPr>
            <a:xfrm>
              <a:off x="1132514" y="1607018"/>
              <a:ext cx="2387460" cy="229320"/>
            </a:xfrm>
            <a:prstGeom prst="rect">
              <a:avLst/>
            </a:prstGeom>
            <a:noFill/>
            <a:ln w="28440">
              <a:solidFill>
                <a:srgbClr val="FFBF00"/>
              </a:solidFill>
              <a:round/>
            </a:ln>
          </p:spPr>
          <p:style>
            <a:lnRef idx="0">
              <a:scrgbClr r="0" g="0" b="0"/>
            </a:lnRef>
            <a:fillRef idx="0">
              <a:scrgbClr r="0" g="0" b="0"/>
            </a:fillRef>
            <a:effectRef idx="0">
              <a:scrgbClr r="0" g="0" b="0"/>
            </a:effectRef>
            <a:fontRef idx="minor"/>
          </p:style>
        </p:sp>
        <p:sp>
          <p:nvSpPr>
            <p:cNvPr id="28" name="CustomShape 18">
              <a:extLst>
                <a:ext uri="{FF2B5EF4-FFF2-40B4-BE49-F238E27FC236}">
                  <a16:creationId xmlns:a16="http://schemas.microsoft.com/office/drawing/2014/main" id="{AD0CC433-B185-4AD9-BB4D-E2DEA49FA455}"/>
                </a:ext>
              </a:extLst>
            </p:cNvPr>
            <p:cNvSpPr/>
            <p:nvPr/>
          </p:nvSpPr>
          <p:spPr>
            <a:xfrm>
              <a:off x="1132514" y="5767697"/>
              <a:ext cx="2387460" cy="243724"/>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29" name="CustomShape 8">
              <a:extLst>
                <a:ext uri="{FF2B5EF4-FFF2-40B4-BE49-F238E27FC236}">
                  <a16:creationId xmlns:a16="http://schemas.microsoft.com/office/drawing/2014/main" id="{A602711A-A42E-4A19-8959-B5366E0B01A1}"/>
                </a:ext>
              </a:extLst>
            </p:cNvPr>
            <p:cNvSpPr/>
            <p:nvPr/>
          </p:nvSpPr>
          <p:spPr>
            <a:xfrm>
              <a:off x="1132514" y="3541404"/>
              <a:ext cx="238746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sp>
          <p:nvSpPr>
            <p:cNvPr id="30" name="CustomShape 8">
              <a:extLst>
                <a:ext uri="{FF2B5EF4-FFF2-40B4-BE49-F238E27FC236}">
                  <a16:creationId xmlns:a16="http://schemas.microsoft.com/office/drawing/2014/main" id="{813E2E1E-BC3B-4AD3-9D0E-20095EF44A6C}"/>
                </a:ext>
              </a:extLst>
            </p:cNvPr>
            <p:cNvSpPr/>
            <p:nvPr/>
          </p:nvSpPr>
          <p:spPr>
            <a:xfrm>
              <a:off x="1132514" y="6050444"/>
              <a:ext cx="238746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1760059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6F3772-1C09-45D7-8CE6-956DA3E1F202}"/>
              </a:ext>
            </a:extLst>
          </p:cNvPr>
          <p:cNvSpPr>
            <a:spLocks noGrp="1"/>
          </p:cNvSpPr>
          <p:nvPr>
            <p:ph type="title"/>
          </p:nvPr>
        </p:nvSpPr>
        <p:spPr/>
        <p:txBody>
          <a:bodyPr>
            <a:normAutofit/>
          </a:bodyPr>
          <a:lstStyle/>
          <a:p>
            <a:r>
              <a:rPr lang="en-US" altLang="zh-TW" dirty="0"/>
              <a:t>Introduction</a:t>
            </a:r>
            <a:br>
              <a:rPr lang="en-US" altLang="zh-TW" dirty="0"/>
            </a:br>
            <a:r>
              <a:rPr lang="en-US" altLang="zh-TW" sz="2000" dirty="0"/>
              <a:t>Project Code Package (Board Package) – Eagle Stream</a:t>
            </a:r>
            <a:endParaRPr lang="zh-TW" altLang="en-US" sz="2000" dirty="0"/>
          </a:p>
        </p:txBody>
      </p:sp>
      <p:pic>
        <p:nvPicPr>
          <p:cNvPr id="4" name="內容版面配置區 3">
            <a:extLst>
              <a:ext uri="{FF2B5EF4-FFF2-40B4-BE49-F238E27FC236}">
                <a16:creationId xmlns:a16="http://schemas.microsoft.com/office/drawing/2014/main" id="{F5921E27-7EDE-4805-BC8F-BC8CF5DD509B}"/>
              </a:ext>
            </a:extLst>
          </p:cNvPr>
          <p:cNvPicPr>
            <a:picLocks noGrp="1" noChangeAspect="1"/>
          </p:cNvPicPr>
          <p:nvPr>
            <p:ph idx="1"/>
          </p:nvPr>
        </p:nvPicPr>
        <p:blipFill>
          <a:blip r:embed="rId2"/>
          <a:stretch>
            <a:fillRect/>
          </a:stretch>
        </p:blipFill>
        <p:spPr>
          <a:xfrm>
            <a:off x="1971411" y="1255975"/>
            <a:ext cx="2835481" cy="5086102"/>
          </a:xfrm>
          <a:prstGeom prst="rect">
            <a:avLst/>
          </a:prstGeom>
        </p:spPr>
      </p:pic>
      <p:sp>
        <p:nvSpPr>
          <p:cNvPr id="6" name="CustomShape 4">
            <a:extLst>
              <a:ext uri="{FF2B5EF4-FFF2-40B4-BE49-F238E27FC236}">
                <a16:creationId xmlns:a16="http://schemas.microsoft.com/office/drawing/2014/main" id="{FC2D29B8-0484-44EB-9505-F0B72C8E7696}"/>
              </a:ext>
            </a:extLst>
          </p:cNvPr>
          <p:cNvSpPr/>
          <p:nvPr/>
        </p:nvSpPr>
        <p:spPr>
          <a:xfrm>
            <a:off x="1971411" y="1912689"/>
            <a:ext cx="1862358" cy="151003"/>
          </a:xfrm>
          <a:prstGeom prst="rect">
            <a:avLst/>
          </a:prstGeom>
          <a:noFill/>
          <a:ln w="28440">
            <a:solidFill>
              <a:srgbClr val="FF0000"/>
            </a:solidFill>
            <a:round/>
          </a:ln>
        </p:spPr>
        <p:style>
          <a:lnRef idx="2">
            <a:schemeClr val="accent1">
              <a:shade val="50000"/>
            </a:schemeClr>
          </a:lnRef>
          <a:fillRef idx="1">
            <a:schemeClr val="accent1"/>
          </a:fillRef>
          <a:effectRef idx="0">
            <a:schemeClr val="accent1"/>
          </a:effectRef>
          <a:fontRef idx="minor"/>
        </p:style>
      </p:sp>
      <p:sp>
        <p:nvSpPr>
          <p:cNvPr id="8" name="CustomShape 4">
            <a:extLst>
              <a:ext uri="{FF2B5EF4-FFF2-40B4-BE49-F238E27FC236}">
                <a16:creationId xmlns:a16="http://schemas.microsoft.com/office/drawing/2014/main" id="{912743A2-95CA-43D1-B8F6-AE0FB27CD77B}"/>
              </a:ext>
            </a:extLst>
          </p:cNvPr>
          <p:cNvSpPr/>
          <p:nvPr/>
        </p:nvSpPr>
        <p:spPr>
          <a:xfrm>
            <a:off x="1971411" y="4262606"/>
            <a:ext cx="1862358" cy="151003"/>
          </a:xfrm>
          <a:prstGeom prst="rect">
            <a:avLst/>
          </a:prstGeom>
          <a:noFill/>
          <a:ln w="28440">
            <a:solidFill>
              <a:srgbClr val="FF0000"/>
            </a:solidFill>
            <a:round/>
          </a:ln>
        </p:spPr>
        <p:style>
          <a:lnRef idx="2">
            <a:schemeClr val="accent1">
              <a:shade val="50000"/>
            </a:schemeClr>
          </a:lnRef>
          <a:fillRef idx="1">
            <a:schemeClr val="accent1"/>
          </a:fillRef>
          <a:effectRef idx="0">
            <a:schemeClr val="accent1"/>
          </a:effectRef>
          <a:fontRef idx="minor"/>
        </p:style>
      </p:sp>
      <p:sp>
        <p:nvSpPr>
          <p:cNvPr id="10" name="文字方塊 9">
            <a:extLst>
              <a:ext uri="{FF2B5EF4-FFF2-40B4-BE49-F238E27FC236}">
                <a16:creationId xmlns:a16="http://schemas.microsoft.com/office/drawing/2014/main" id="{D36A3440-41FF-48A4-A3F3-365FE5C82221}"/>
              </a:ext>
            </a:extLst>
          </p:cNvPr>
          <p:cNvSpPr txBox="1"/>
          <p:nvPr/>
        </p:nvSpPr>
        <p:spPr>
          <a:xfrm>
            <a:off x="4056077" y="1803524"/>
            <a:ext cx="6098796" cy="400110"/>
          </a:xfrm>
          <a:prstGeom prst="rect">
            <a:avLst/>
          </a:prstGeom>
          <a:noFill/>
        </p:spPr>
        <p:txBody>
          <a:bodyPr wrap="square">
            <a:spAutoFit/>
          </a:bodyPr>
          <a:lstStyle/>
          <a:p>
            <a:pPr marL="228600" indent="-226440">
              <a:lnSpc>
                <a:spcPct val="100000"/>
              </a:lnSpc>
              <a:buClr>
                <a:srgbClr val="3F3F3F"/>
              </a:buClr>
              <a:buFont typeface="Arial"/>
              <a:buChar char="•"/>
            </a:pPr>
            <a:r>
              <a:rPr lang="en-US" altLang="zh-TW" sz="2000" b="0" strike="noStrike" spc="-1" dirty="0">
                <a:solidFill>
                  <a:srgbClr val="3F3F3F"/>
                </a:solidFill>
                <a:ea typeface="DejaVu Sans"/>
              </a:rPr>
              <a:t>Customize the OEM Services in Library folder</a:t>
            </a:r>
            <a:endParaRPr lang="en-US" altLang="zh-TW" sz="2000" b="0" strike="noStrike" spc="-1" dirty="0"/>
          </a:p>
        </p:txBody>
      </p:sp>
      <p:sp>
        <p:nvSpPr>
          <p:cNvPr id="12" name="文字方塊 11">
            <a:extLst>
              <a:ext uri="{FF2B5EF4-FFF2-40B4-BE49-F238E27FC236}">
                <a16:creationId xmlns:a16="http://schemas.microsoft.com/office/drawing/2014/main" id="{CAC1451A-B085-491A-9BB3-CD1224E18BB3}"/>
              </a:ext>
            </a:extLst>
          </p:cNvPr>
          <p:cNvSpPr txBox="1"/>
          <p:nvPr/>
        </p:nvSpPr>
        <p:spPr>
          <a:xfrm>
            <a:off x="4056077" y="4153441"/>
            <a:ext cx="6098796" cy="400110"/>
          </a:xfrm>
          <a:prstGeom prst="rect">
            <a:avLst/>
          </a:prstGeom>
          <a:noFill/>
        </p:spPr>
        <p:txBody>
          <a:bodyPr wrap="square">
            <a:spAutoFit/>
          </a:bodyPr>
          <a:lstStyle/>
          <a:p>
            <a:pPr marL="228600" indent="-226440">
              <a:lnSpc>
                <a:spcPct val="100000"/>
              </a:lnSpc>
              <a:buClr>
                <a:srgbClr val="3F3F3F"/>
              </a:buClr>
              <a:buFont typeface="Arial"/>
              <a:buChar char="•"/>
            </a:pPr>
            <a:r>
              <a:rPr lang="en-US" altLang="zh-TW" sz="2000" b="0" strike="noStrike" spc="-1" dirty="0">
                <a:solidFill>
                  <a:srgbClr val="3F3F3F"/>
                </a:solidFill>
                <a:ea typeface="DejaVu Sans"/>
              </a:rPr>
              <a:t>Change the PCD values in </a:t>
            </a:r>
            <a:r>
              <a:rPr lang="en-US" altLang="zh-TW" sz="2000" b="0" strike="noStrike" spc="-1" dirty="0" err="1">
                <a:solidFill>
                  <a:srgbClr val="3F3F3F"/>
                </a:solidFill>
                <a:ea typeface="DejaVu Sans"/>
              </a:rPr>
              <a:t>Project.dsc</a:t>
            </a:r>
            <a:endParaRPr lang="en-US" altLang="zh-TW" sz="2000" b="0" strike="noStrike" spc="-1" dirty="0"/>
          </a:p>
        </p:txBody>
      </p:sp>
    </p:spTree>
    <p:extLst>
      <p:ext uri="{BB962C8B-B14F-4D97-AF65-F5344CB8AC3E}">
        <p14:creationId xmlns:p14="http://schemas.microsoft.com/office/powerpoint/2010/main" val="311475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10</a:t>
            </a:fld>
            <a:endParaRPr lang="en-US" dirty="0"/>
          </a:p>
        </p:txBody>
      </p:sp>
      <p:sp>
        <p:nvSpPr>
          <p:cNvPr id="2" name="Title 1"/>
          <p:cNvSpPr>
            <a:spLocks noGrp="1"/>
          </p:cNvSpPr>
          <p:nvPr>
            <p:ph type="title"/>
          </p:nvPr>
        </p:nvSpPr>
        <p:spPr/>
        <p:txBody>
          <a:bodyPr/>
          <a:lstStyle/>
          <a:p>
            <a:r>
              <a:rPr lang="en-US" dirty="0"/>
              <a:t>How to Customize Via OEM Services</a:t>
            </a:r>
          </a:p>
        </p:txBody>
      </p:sp>
    </p:spTree>
    <p:extLst>
      <p:ext uri="{BB962C8B-B14F-4D97-AF65-F5344CB8AC3E}">
        <p14:creationId xmlns:p14="http://schemas.microsoft.com/office/powerpoint/2010/main" val="3556020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How to Customize via OEM Services</a:t>
            </a:r>
            <a:br>
              <a:rPr lang="en-US" altLang="zh-TW" dirty="0"/>
            </a:br>
            <a:r>
              <a:rPr lang="en-US" altLang="zh-TW" sz="2000" b="1" strike="noStrike" spc="-1" dirty="0">
                <a:solidFill>
                  <a:srgbClr val="3F3F3F"/>
                </a:solidFill>
                <a:ea typeface="DejaVu Sans"/>
              </a:rPr>
              <a:t>The Return Status</a:t>
            </a:r>
            <a:endParaRPr lang="zh-TW" altLang="en-US" sz="2000" dirty="0"/>
          </a:p>
        </p:txBody>
      </p:sp>
      <p:grpSp>
        <p:nvGrpSpPr>
          <p:cNvPr id="6" name="群組 5">
            <a:extLst>
              <a:ext uri="{FF2B5EF4-FFF2-40B4-BE49-F238E27FC236}">
                <a16:creationId xmlns:a16="http://schemas.microsoft.com/office/drawing/2014/main" id="{5D025581-6635-4D37-919F-B32BB06FCA08}"/>
              </a:ext>
            </a:extLst>
          </p:cNvPr>
          <p:cNvGrpSpPr/>
          <p:nvPr/>
        </p:nvGrpSpPr>
        <p:grpSpPr>
          <a:xfrm>
            <a:off x="1718760" y="1316230"/>
            <a:ext cx="8754480" cy="4910760"/>
            <a:chOff x="201600" y="1303560"/>
            <a:chExt cx="8754480" cy="4910760"/>
          </a:xfrm>
        </p:grpSpPr>
        <p:sp>
          <p:nvSpPr>
            <p:cNvPr id="7" name="CustomShape 2">
              <a:extLst>
                <a:ext uri="{FF2B5EF4-FFF2-40B4-BE49-F238E27FC236}">
                  <a16:creationId xmlns:a16="http://schemas.microsoft.com/office/drawing/2014/main" id="{1EB3FC26-0FE3-4834-9F9E-EE900D3CEDD4}"/>
                </a:ext>
              </a:extLst>
            </p:cNvPr>
            <p:cNvSpPr/>
            <p:nvPr/>
          </p:nvSpPr>
          <p:spPr>
            <a:xfrm>
              <a:off x="201600" y="1746360"/>
              <a:ext cx="8754480" cy="1084680"/>
            </a:xfrm>
            <a:prstGeom prst="rect">
              <a:avLst/>
            </a:prstGeom>
            <a:solidFill>
              <a:schemeClr val="lt1">
                <a:alpha val="90000"/>
                <a:hueOff val="0"/>
                <a:satOff val="0"/>
                <a:lumOff val="0"/>
                <a:alphaOff val="0"/>
              </a:schemeClr>
            </a:solidFill>
            <a:ln>
              <a:solidFill>
                <a:schemeClr val="accent5">
                  <a:hueOff val="0"/>
                  <a:satOff val="0"/>
                  <a:lumOff val="0"/>
                  <a:alphaOff val="0"/>
                </a:schemeClr>
              </a:solidFill>
              <a:round/>
            </a:ln>
          </p:spPr>
          <p:style>
            <a:lnRef idx="2">
              <a:scrgbClr r="0" g="0" b="0"/>
            </a:lnRef>
            <a:fillRef idx="0">
              <a:scrgbClr r="0" g="0" b="0"/>
            </a:fillRef>
            <a:effectRef idx="0">
              <a:scrgbClr r="0" g="0" b="0"/>
            </a:effectRef>
            <a:fontRef idx="minor"/>
          </p:style>
          <p:txBody>
            <a:bodyPr lIns="679680" tIns="624960" rIns="679680" bIns="142200">
              <a:noAutofit/>
            </a:bodyPr>
            <a:lstStyle/>
            <a:p>
              <a:pPr marL="228600" lvl="1" indent="-226440">
                <a:lnSpc>
                  <a:spcPct val="90000"/>
                </a:lnSpc>
                <a:buClr>
                  <a:srgbClr val="3F3F3F"/>
                </a:buClr>
                <a:buFont typeface="Symbol"/>
                <a:buChar char=""/>
              </a:pPr>
              <a:r>
                <a:rPr lang="en-US" sz="2000" b="0" strike="noStrike" spc="-1">
                  <a:solidFill>
                    <a:srgbClr val="3F3F3F"/>
                  </a:solidFill>
                  <a:latin typeface="Segoe UI"/>
                  <a:ea typeface="DejaVu Sans"/>
                </a:rPr>
                <a:t>LibDefault</a:t>
              </a:r>
              <a:endParaRPr lang="en-US" sz="2000" b="0" strike="noStrike" spc="-1">
                <a:latin typeface="Arial"/>
              </a:endParaRPr>
            </a:p>
          </p:txBody>
        </p:sp>
        <p:sp>
          <p:nvSpPr>
            <p:cNvPr id="8" name="CustomShape 3">
              <a:extLst>
                <a:ext uri="{FF2B5EF4-FFF2-40B4-BE49-F238E27FC236}">
                  <a16:creationId xmlns:a16="http://schemas.microsoft.com/office/drawing/2014/main" id="{D7CBD8BE-6CE6-489D-A162-19ABC110727F}"/>
                </a:ext>
              </a:extLst>
            </p:cNvPr>
            <p:cNvSpPr/>
            <p:nvPr/>
          </p:nvSpPr>
          <p:spPr>
            <a:xfrm>
              <a:off x="639360" y="1303560"/>
              <a:ext cx="6127560" cy="883440"/>
            </a:xfrm>
            <a:prstGeom prst="roundRect">
              <a:avLst>
                <a:gd name="adj" fmla="val 16667"/>
              </a:avLst>
            </a:prstGeom>
            <a:solidFill>
              <a:schemeClr val="accent5">
                <a:hueOff val="0"/>
                <a:satOff val="0"/>
                <a:lumOff val="0"/>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275040" tIns="43200" rIns="231840" bIns="43200" anchor="ctr">
              <a:noAutofit/>
            </a:bodyPr>
            <a:lstStyle/>
            <a:p>
              <a:pPr>
                <a:lnSpc>
                  <a:spcPct val="90000"/>
                </a:lnSpc>
              </a:pPr>
              <a:r>
                <a:rPr lang="en-US" sz="2400" b="0" strike="noStrike" spc="-1">
                  <a:solidFill>
                    <a:srgbClr val="FFFFFF"/>
                  </a:solidFill>
                  <a:latin typeface="Segoe UI"/>
                  <a:ea typeface="DejaVu Sans"/>
                </a:rPr>
                <a:t>Return Status: EFI_UNSUPPORTED</a:t>
              </a:r>
              <a:endParaRPr lang="en-US" sz="2400" b="0" strike="noStrike" spc="-1">
                <a:latin typeface="Arial"/>
              </a:endParaRPr>
            </a:p>
          </p:txBody>
        </p:sp>
        <p:sp>
          <p:nvSpPr>
            <p:cNvPr id="9" name="CustomShape 4">
              <a:extLst>
                <a:ext uri="{FF2B5EF4-FFF2-40B4-BE49-F238E27FC236}">
                  <a16:creationId xmlns:a16="http://schemas.microsoft.com/office/drawing/2014/main" id="{16C5A9F6-15F9-4FC0-9EE0-6331540964D1}"/>
                </a:ext>
              </a:extLst>
            </p:cNvPr>
            <p:cNvSpPr/>
            <p:nvPr/>
          </p:nvSpPr>
          <p:spPr>
            <a:xfrm>
              <a:off x="201600" y="3438000"/>
              <a:ext cx="8754480" cy="1084680"/>
            </a:xfrm>
            <a:prstGeom prst="rect">
              <a:avLst/>
            </a:prstGeom>
            <a:solidFill>
              <a:schemeClr val="lt1">
                <a:alpha val="90000"/>
                <a:hueOff val="0"/>
                <a:satOff val="0"/>
                <a:lumOff val="0"/>
                <a:alphaOff val="0"/>
              </a:schemeClr>
            </a:solidFill>
            <a:ln>
              <a:solidFill>
                <a:schemeClr val="accent5">
                  <a:hueOff val="4605938"/>
                  <a:satOff val="0"/>
                  <a:lumOff val="-2549"/>
                  <a:alphaOff val="0"/>
                </a:schemeClr>
              </a:solidFill>
              <a:round/>
            </a:ln>
          </p:spPr>
          <p:style>
            <a:lnRef idx="2">
              <a:scrgbClr r="0" g="0" b="0"/>
            </a:lnRef>
            <a:fillRef idx="0">
              <a:scrgbClr r="0" g="0" b="0"/>
            </a:fillRef>
            <a:effectRef idx="0">
              <a:scrgbClr r="0" g="0" b="0"/>
            </a:effectRef>
            <a:fontRef idx="minor"/>
          </p:style>
          <p:txBody>
            <a:bodyPr lIns="679680" tIns="624960" rIns="679680" bIns="142200">
              <a:noAutofit/>
            </a:bodyPr>
            <a:lstStyle/>
            <a:p>
              <a:pPr marL="228600" lvl="1" indent="-226440">
                <a:lnSpc>
                  <a:spcPct val="90000"/>
                </a:lnSpc>
                <a:buClr>
                  <a:srgbClr val="3F3F3F"/>
                </a:buClr>
                <a:buFont typeface="Symbol"/>
                <a:buChar char=""/>
              </a:pPr>
              <a:r>
                <a:rPr lang="en-US" sz="2000" b="0" strike="noStrike" spc="-1">
                  <a:solidFill>
                    <a:srgbClr val="3F3F3F"/>
                  </a:solidFill>
                  <a:latin typeface="Segoe UI"/>
                  <a:ea typeface="DejaVu Sans"/>
                </a:rPr>
                <a:t>Customized value will be passed</a:t>
              </a:r>
              <a:endParaRPr lang="en-US" sz="2000" b="0" strike="noStrike" spc="-1">
                <a:latin typeface="Arial"/>
              </a:endParaRPr>
            </a:p>
          </p:txBody>
        </p:sp>
        <p:sp>
          <p:nvSpPr>
            <p:cNvPr id="10" name="CustomShape 5">
              <a:extLst>
                <a:ext uri="{FF2B5EF4-FFF2-40B4-BE49-F238E27FC236}">
                  <a16:creationId xmlns:a16="http://schemas.microsoft.com/office/drawing/2014/main" id="{527F98E6-87D9-4A2C-87FD-1811FD484C7D}"/>
                </a:ext>
              </a:extLst>
            </p:cNvPr>
            <p:cNvSpPr/>
            <p:nvPr/>
          </p:nvSpPr>
          <p:spPr>
            <a:xfrm>
              <a:off x="639360" y="2995200"/>
              <a:ext cx="6127560" cy="883440"/>
            </a:xfrm>
            <a:prstGeom prst="roundRect">
              <a:avLst>
                <a:gd name="adj" fmla="val 16667"/>
              </a:avLst>
            </a:prstGeom>
            <a:solidFill>
              <a:schemeClr val="accent5">
                <a:hueOff val="4605938"/>
                <a:satOff val="0"/>
                <a:lumOff val="-2549"/>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275040" tIns="43200" rIns="231840" bIns="43200" anchor="ctr">
              <a:noAutofit/>
            </a:bodyPr>
            <a:lstStyle/>
            <a:p>
              <a:pPr>
                <a:lnSpc>
                  <a:spcPct val="90000"/>
                </a:lnSpc>
              </a:pPr>
              <a:r>
                <a:rPr lang="en-US" sz="2400" b="0" strike="noStrike" spc="-1">
                  <a:solidFill>
                    <a:srgbClr val="FFFFFF"/>
                  </a:solidFill>
                  <a:latin typeface="Segoe UI"/>
                  <a:ea typeface="DejaVu Sans"/>
                </a:rPr>
                <a:t>Return Status: EFI_MEDIA_CHANGED</a:t>
              </a:r>
              <a:endParaRPr lang="en-US" sz="2400" b="0" strike="noStrike" spc="-1">
                <a:latin typeface="Arial"/>
              </a:endParaRPr>
            </a:p>
          </p:txBody>
        </p:sp>
        <p:sp>
          <p:nvSpPr>
            <p:cNvPr id="11" name="CustomShape 6">
              <a:extLst>
                <a:ext uri="{FF2B5EF4-FFF2-40B4-BE49-F238E27FC236}">
                  <a16:creationId xmlns:a16="http://schemas.microsoft.com/office/drawing/2014/main" id="{5787575E-07AE-4A6A-A573-9E8C9949BC24}"/>
                </a:ext>
              </a:extLst>
            </p:cNvPr>
            <p:cNvSpPr/>
            <p:nvPr/>
          </p:nvSpPr>
          <p:spPr>
            <a:xfrm>
              <a:off x="201600" y="5129640"/>
              <a:ext cx="8754480" cy="1084680"/>
            </a:xfrm>
            <a:prstGeom prst="rect">
              <a:avLst/>
            </a:prstGeom>
            <a:solidFill>
              <a:schemeClr val="lt1">
                <a:alpha val="90000"/>
                <a:hueOff val="0"/>
                <a:satOff val="0"/>
                <a:lumOff val="0"/>
                <a:alphaOff val="0"/>
              </a:schemeClr>
            </a:solidFill>
            <a:ln>
              <a:solidFill>
                <a:schemeClr val="accent5">
                  <a:hueOff val="9211875"/>
                  <a:satOff val="0"/>
                  <a:lumOff val="-5098"/>
                  <a:alphaOff val="0"/>
                </a:schemeClr>
              </a:solidFill>
              <a:round/>
            </a:ln>
          </p:spPr>
          <p:style>
            <a:lnRef idx="2">
              <a:scrgbClr r="0" g="0" b="0"/>
            </a:lnRef>
            <a:fillRef idx="0">
              <a:scrgbClr r="0" g="0" b="0"/>
            </a:fillRef>
            <a:effectRef idx="0">
              <a:scrgbClr r="0" g="0" b="0"/>
            </a:effectRef>
            <a:fontRef idx="minor"/>
          </p:style>
          <p:txBody>
            <a:bodyPr lIns="679680" tIns="624960" rIns="679680" bIns="142200">
              <a:noAutofit/>
            </a:bodyPr>
            <a:lstStyle/>
            <a:p>
              <a:pPr marL="228600" lvl="1" indent="-226440">
                <a:lnSpc>
                  <a:spcPct val="90000"/>
                </a:lnSpc>
                <a:buClr>
                  <a:srgbClr val="3F3F3F"/>
                </a:buClr>
                <a:buFont typeface="Symbol"/>
                <a:buChar char=""/>
              </a:pPr>
              <a:r>
                <a:rPr lang="en-US" sz="2000" b="0" strike="noStrike" spc="-1">
                  <a:solidFill>
                    <a:srgbClr val="3F3F3F"/>
                  </a:solidFill>
                  <a:latin typeface="Segoe UI"/>
                  <a:ea typeface="DejaVu Sans"/>
                </a:rPr>
                <a:t>Replaces original programming code</a:t>
              </a:r>
              <a:endParaRPr lang="en-US" sz="2000" b="0" strike="noStrike" spc="-1">
                <a:latin typeface="Arial"/>
              </a:endParaRPr>
            </a:p>
          </p:txBody>
        </p:sp>
        <p:sp>
          <p:nvSpPr>
            <p:cNvPr id="12" name="CustomShape 7">
              <a:extLst>
                <a:ext uri="{FF2B5EF4-FFF2-40B4-BE49-F238E27FC236}">
                  <a16:creationId xmlns:a16="http://schemas.microsoft.com/office/drawing/2014/main" id="{C5F18F78-D10F-404D-8DEE-A3BA784545F0}"/>
                </a:ext>
              </a:extLst>
            </p:cNvPr>
            <p:cNvSpPr/>
            <p:nvPr/>
          </p:nvSpPr>
          <p:spPr>
            <a:xfrm>
              <a:off x="639360" y="4686840"/>
              <a:ext cx="6127560" cy="883440"/>
            </a:xfrm>
            <a:prstGeom prst="roundRect">
              <a:avLst>
                <a:gd name="adj" fmla="val 16667"/>
              </a:avLst>
            </a:prstGeom>
            <a:solidFill>
              <a:schemeClr val="accent5">
                <a:hueOff val="9211875"/>
                <a:satOff val="0"/>
                <a:lumOff val="-5098"/>
                <a:alphaOff val="0"/>
              </a:schemeClr>
            </a:solidFill>
            <a:ln>
              <a:solidFill>
                <a:schemeClr val="lt1">
                  <a:hueOff val="0"/>
                  <a:satOff val="0"/>
                  <a:lumOff val="0"/>
                  <a:alphaOff val="0"/>
                </a:schemeClr>
              </a:solidFill>
              <a:round/>
            </a:ln>
          </p:spPr>
          <p:style>
            <a:lnRef idx="2">
              <a:scrgbClr r="0" g="0" b="0"/>
            </a:lnRef>
            <a:fillRef idx="0">
              <a:scrgbClr r="0" g="0" b="0"/>
            </a:fillRef>
            <a:effectRef idx="0">
              <a:scrgbClr r="0" g="0" b="0"/>
            </a:effectRef>
            <a:fontRef idx="minor"/>
          </p:style>
          <p:txBody>
            <a:bodyPr lIns="275040" tIns="43200" rIns="231840" bIns="43200" anchor="ctr">
              <a:noAutofit/>
            </a:bodyPr>
            <a:lstStyle/>
            <a:p>
              <a:pPr>
                <a:lnSpc>
                  <a:spcPct val="90000"/>
                </a:lnSpc>
              </a:pPr>
              <a:r>
                <a:rPr lang="en-US" sz="2400" b="0" strike="noStrike" spc="-1">
                  <a:solidFill>
                    <a:srgbClr val="FFFFFF"/>
                  </a:solidFill>
                  <a:latin typeface="Segoe UI"/>
                  <a:ea typeface="DejaVu Sans"/>
                </a:rPr>
                <a:t>Return Status: EFI_SUCCESS</a:t>
              </a:r>
              <a:endParaRPr lang="en-US" sz="2400" b="0" strike="noStrike" spc="-1">
                <a:latin typeface="Arial"/>
              </a:endParaRPr>
            </a:p>
          </p:txBody>
        </p:sp>
      </p:grpSp>
    </p:spTree>
    <p:extLst>
      <p:ext uri="{BB962C8B-B14F-4D97-AF65-F5344CB8AC3E}">
        <p14:creationId xmlns:p14="http://schemas.microsoft.com/office/powerpoint/2010/main" val="1048913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How to Customize via OEM Services</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normAutofit/>
          </a:bodyPr>
          <a:lstStyle/>
          <a:p>
            <a:pPr marL="228600" indent="-226440">
              <a:lnSpc>
                <a:spcPct val="100000"/>
              </a:lnSpc>
              <a:buClr>
                <a:srgbClr val="3F3F3F"/>
              </a:buClr>
              <a:buFont typeface="Arial"/>
              <a:buChar char="•"/>
            </a:pPr>
            <a:r>
              <a:rPr lang="en-US" altLang="zh-TW" sz="2800" b="0" strike="noStrike" spc="-1" dirty="0">
                <a:solidFill>
                  <a:srgbClr val="3F3F3F"/>
                </a:solidFill>
                <a:ea typeface="DejaVu Sans"/>
              </a:rPr>
              <a:t>Check the “</a:t>
            </a:r>
            <a:r>
              <a:rPr lang="en-US" altLang="zh-TW" sz="2800" b="1" strike="noStrike" spc="-1" dirty="0">
                <a:solidFill>
                  <a:srgbClr val="3F3F3F"/>
                </a:solidFill>
                <a:ea typeface="DejaVu Sans"/>
              </a:rPr>
              <a:t>$(PROJECT_PKG)/Library</a:t>
            </a:r>
            <a:r>
              <a:rPr lang="en-US" altLang="zh-TW" sz="2800" b="0" strike="noStrike" spc="-1" dirty="0">
                <a:solidFill>
                  <a:srgbClr val="3F3F3F"/>
                </a:solidFill>
                <a:ea typeface="DejaVu Sans"/>
              </a:rPr>
              <a:t>” folder</a:t>
            </a:r>
            <a:endParaRPr lang="en-US" altLang="zh-TW" sz="2800" b="0" strike="noStrike" spc="-1" dirty="0"/>
          </a:p>
          <a:p>
            <a:pPr marL="228600" indent="-226440">
              <a:lnSpc>
                <a:spcPct val="100000"/>
              </a:lnSpc>
              <a:buClr>
                <a:srgbClr val="3F3F3F"/>
              </a:buClr>
              <a:buFont typeface="Arial"/>
              <a:buChar char="•"/>
            </a:pPr>
            <a:r>
              <a:rPr lang="en-US" altLang="zh-TW" sz="2800" b="0" strike="noStrike" spc="-1" dirty="0">
                <a:solidFill>
                  <a:srgbClr val="3F3F3F"/>
                </a:solidFill>
                <a:ea typeface="DejaVu Sans"/>
              </a:rPr>
              <a:t>If the OEM Service Lib folder hasn’t been used before, create it</a:t>
            </a:r>
            <a:endParaRPr lang="en-US" altLang="zh-TW" sz="2800" b="0" strike="noStrike" spc="-1" dirty="0"/>
          </a:p>
        </p:txBody>
      </p:sp>
      <p:grpSp>
        <p:nvGrpSpPr>
          <p:cNvPr id="10" name="群組 9">
            <a:extLst>
              <a:ext uri="{FF2B5EF4-FFF2-40B4-BE49-F238E27FC236}">
                <a16:creationId xmlns:a16="http://schemas.microsoft.com/office/drawing/2014/main" id="{282A6FB6-2C83-4296-ACD5-0F6C68F45CFC}"/>
              </a:ext>
            </a:extLst>
          </p:cNvPr>
          <p:cNvGrpSpPr/>
          <p:nvPr/>
        </p:nvGrpSpPr>
        <p:grpSpPr>
          <a:xfrm>
            <a:off x="2677355" y="2761507"/>
            <a:ext cx="1971675" cy="2629177"/>
            <a:chOff x="2274683" y="2778285"/>
            <a:chExt cx="1971675" cy="2629177"/>
          </a:xfrm>
        </p:grpSpPr>
        <p:pic>
          <p:nvPicPr>
            <p:cNvPr id="4" name="圖片 3">
              <a:extLst>
                <a:ext uri="{FF2B5EF4-FFF2-40B4-BE49-F238E27FC236}">
                  <a16:creationId xmlns:a16="http://schemas.microsoft.com/office/drawing/2014/main" id="{37CF1586-0A1F-4D16-B927-1136A7534473}"/>
                </a:ext>
              </a:extLst>
            </p:cNvPr>
            <p:cNvPicPr>
              <a:picLocks noChangeAspect="1"/>
            </p:cNvPicPr>
            <p:nvPr/>
          </p:nvPicPr>
          <p:blipFill>
            <a:blip r:embed="rId2"/>
            <a:stretch>
              <a:fillRect/>
            </a:stretch>
          </p:blipFill>
          <p:spPr>
            <a:xfrm>
              <a:off x="2274683" y="2778285"/>
              <a:ext cx="1971675" cy="1838325"/>
            </a:xfrm>
            <a:prstGeom prst="rect">
              <a:avLst/>
            </a:prstGeom>
          </p:spPr>
        </p:pic>
        <p:grpSp>
          <p:nvGrpSpPr>
            <p:cNvPr id="8" name="群組 7">
              <a:extLst>
                <a:ext uri="{FF2B5EF4-FFF2-40B4-BE49-F238E27FC236}">
                  <a16:creationId xmlns:a16="http://schemas.microsoft.com/office/drawing/2014/main" id="{B5B6B0C7-A80D-4B99-B538-9F3DB177E0E5}"/>
                </a:ext>
              </a:extLst>
            </p:cNvPr>
            <p:cNvGrpSpPr/>
            <p:nvPr/>
          </p:nvGrpSpPr>
          <p:grpSpPr>
            <a:xfrm>
              <a:off x="2291461" y="4698874"/>
              <a:ext cx="1876425" cy="708588"/>
              <a:chOff x="5157787" y="3290887"/>
              <a:chExt cx="1876425" cy="708588"/>
            </a:xfrm>
          </p:grpSpPr>
          <p:pic>
            <p:nvPicPr>
              <p:cNvPr id="5" name="圖片 4">
                <a:extLst>
                  <a:ext uri="{FF2B5EF4-FFF2-40B4-BE49-F238E27FC236}">
                    <a16:creationId xmlns:a16="http://schemas.microsoft.com/office/drawing/2014/main" id="{2869A9D5-5108-4FA6-B9FC-A4CD39081638}"/>
                  </a:ext>
                </a:extLst>
              </p:cNvPr>
              <p:cNvPicPr>
                <a:picLocks noChangeAspect="1"/>
              </p:cNvPicPr>
              <p:nvPr/>
            </p:nvPicPr>
            <p:blipFill>
              <a:blip r:embed="rId3"/>
              <a:stretch>
                <a:fillRect/>
              </a:stretch>
            </p:blipFill>
            <p:spPr>
              <a:xfrm>
                <a:off x="5157787" y="3290887"/>
                <a:ext cx="1876425" cy="276225"/>
              </a:xfrm>
              <a:prstGeom prst="rect">
                <a:avLst/>
              </a:prstGeom>
            </p:spPr>
          </p:pic>
          <p:pic>
            <p:nvPicPr>
              <p:cNvPr id="6" name="圖片 5">
                <a:extLst>
                  <a:ext uri="{FF2B5EF4-FFF2-40B4-BE49-F238E27FC236}">
                    <a16:creationId xmlns:a16="http://schemas.microsoft.com/office/drawing/2014/main" id="{D1618414-FDF7-4664-BDB9-0FC5F65C74F6}"/>
                  </a:ext>
                </a:extLst>
              </p:cNvPr>
              <p:cNvPicPr>
                <a:picLocks noChangeAspect="1"/>
              </p:cNvPicPr>
              <p:nvPr/>
            </p:nvPicPr>
            <p:blipFill>
              <a:blip r:embed="rId4"/>
              <a:stretch>
                <a:fillRect/>
              </a:stretch>
            </p:blipFill>
            <p:spPr>
              <a:xfrm>
                <a:off x="5242900" y="3547091"/>
                <a:ext cx="1514475" cy="238125"/>
              </a:xfrm>
              <a:prstGeom prst="rect">
                <a:avLst/>
              </a:prstGeom>
            </p:spPr>
          </p:pic>
          <p:pic>
            <p:nvPicPr>
              <p:cNvPr id="7" name="圖片 6">
                <a:extLst>
                  <a:ext uri="{FF2B5EF4-FFF2-40B4-BE49-F238E27FC236}">
                    <a16:creationId xmlns:a16="http://schemas.microsoft.com/office/drawing/2014/main" id="{5C6654C1-71A8-4D1F-BF5D-5A71886178EC}"/>
                  </a:ext>
                </a:extLst>
              </p:cNvPr>
              <p:cNvPicPr>
                <a:picLocks noChangeAspect="1"/>
              </p:cNvPicPr>
              <p:nvPr/>
            </p:nvPicPr>
            <p:blipFill>
              <a:blip r:embed="rId5"/>
              <a:stretch>
                <a:fillRect/>
              </a:stretch>
            </p:blipFill>
            <p:spPr>
              <a:xfrm>
                <a:off x="5491402" y="3704200"/>
                <a:ext cx="1533525" cy="295275"/>
              </a:xfrm>
              <a:prstGeom prst="rect">
                <a:avLst/>
              </a:prstGeom>
            </p:spPr>
          </p:pic>
        </p:grpSp>
      </p:grpSp>
      <p:pic>
        <p:nvPicPr>
          <p:cNvPr id="9" name="圖片 8">
            <a:extLst>
              <a:ext uri="{FF2B5EF4-FFF2-40B4-BE49-F238E27FC236}">
                <a16:creationId xmlns:a16="http://schemas.microsoft.com/office/drawing/2014/main" id="{37C41EE1-0DC4-46AE-89BC-DFDB2CCF122A}"/>
              </a:ext>
            </a:extLst>
          </p:cNvPr>
          <p:cNvPicPr>
            <a:picLocks noChangeAspect="1"/>
          </p:cNvPicPr>
          <p:nvPr/>
        </p:nvPicPr>
        <p:blipFill>
          <a:blip r:embed="rId6"/>
          <a:stretch>
            <a:fillRect/>
          </a:stretch>
        </p:blipFill>
        <p:spPr>
          <a:xfrm>
            <a:off x="6011825" y="2761507"/>
            <a:ext cx="2028825" cy="3209925"/>
          </a:xfrm>
          <a:prstGeom prst="rect">
            <a:avLst/>
          </a:prstGeom>
        </p:spPr>
      </p:pic>
      <p:sp>
        <p:nvSpPr>
          <p:cNvPr id="12" name="CustomShape 7">
            <a:extLst>
              <a:ext uri="{FF2B5EF4-FFF2-40B4-BE49-F238E27FC236}">
                <a16:creationId xmlns:a16="http://schemas.microsoft.com/office/drawing/2014/main" id="{25856965-EB44-4740-8697-0F4B91C97F16}"/>
              </a:ext>
            </a:extLst>
          </p:cNvPr>
          <p:cNvSpPr/>
          <p:nvPr/>
        </p:nvSpPr>
        <p:spPr>
          <a:xfrm>
            <a:off x="6011824" y="2753118"/>
            <a:ext cx="2028825" cy="208196"/>
          </a:xfrm>
          <a:prstGeom prst="rect">
            <a:avLst/>
          </a:prstGeom>
          <a:noFill/>
          <a:ln w="28440">
            <a:solidFill>
              <a:srgbClr val="FF0000"/>
            </a:solidFill>
            <a:round/>
          </a:ln>
        </p:spPr>
        <p:style>
          <a:lnRef idx="2">
            <a:schemeClr val="accent1">
              <a:shade val="50000"/>
            </a:schemeClr>
          </a:lnRef>
          <a:fillRef idx="1">
            <a:schemeClr val="accent1"/>
          </a:fillRef>
          <a:effectRef idx="0">
            <a:schemeClr val="accent1"/>
          </a:effectRef>
          <a:fontRef idx="minor"/>
        </p:style>
      </p:sp>
    </p:spTree>
    <p:extLst>
      <p:ext uri="{BB962C8B-B14F-4D97-AF65-F5344CB8AC3E}">
        <p14:creationId xmlns:p14="http://schemas.microsoft.com/office/powerpoint/2010/main" val="2309541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How to Customize via OEM Services</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normAutofit lnSpcReduction="10000"/>
          </a:bodyPr>
          <a:lstStyle/>
          <a:p>
            <a:pPr marL="228600" indent="-226440">
              <a:lnSpc>
                <a:spcPct val="100000"/>
              </a:lnSpc>
              <a:buClr>
                <a:srgbClr val="3F3F3F"/>
              </a:buClr>
              <a:buFont typeface="Arial"/>
              <a:buChar char="•"/>
            </a:pPr>
            <a:r>
              <a:rPr lang="en-US" altLang="zh-TW" sz="2800" b="0" strike="noStrike" spc="-1" dirty="0">
                <a:solidFill>
                  <a:srgbClr val="3F3F3F"/>
                </a:solidFill>
                <a:ea typeface="DejaVu Sans"/>
              </a:rPr>
              <a:t>Modify the </a:t>
            </a:r>
            <a:r>
              <a:rPr lang="en-US" altLang="zh-TW" sz="2800" b="0" strike="noStrike" spc="-1" dirty="0">
                <a:solidFill>
                  <a:srgbClr val="015A8C"/>
                </a:solidFill>
                <a:ea typeface="DejaVu Sans"/>
              </a:rPr>
              <a:t>Xxx</a:t>
            </a:r>
            <a:r>
              <a:rPr lang="en-US" altLang="zh-TW" sz="2800" b="0" strike="noStrike" spc="-1" dirty="0">
                <a:solidFill>
                  <a:srgbClr val="3F3F3F"/>
                </a:solidFill>
                <a:ea typeface="DejaVu Sans"/>
              </a:rPr>
              <a:t>OemSvc</a:t>
            </a:r>
            <a:r>
              <a:rPr lang="en-US" altLang="zh-TW" sz="2800" b="0" strike="noStrike" spc="-1" dirty="0">
                <a:solidFill>
                  <a:srgbClr val="FF0000"/>
                </a:solidFill>
                <a:ea typeface="DejaVu Sans"/>
              </a:rPr>
              <a:t>Yyy</a:t>
            </a:r>
            <a:r>
              <a:rPr lang="en-US" altLang="zh-TW" sz="2800" b="0" strike="noStrike" spc="-1" dirty="0">
                <a:solidFill>
                  <a:srgbClr val="3F3F3F"/>
                </a:solidFill>
                <a:ea typeface="DejaVu Sans"/>
              </a:rPr>
              <a:t>Lib.inf</a:t>
            </a:r>
            <a:endParaRPr lang="en-US" altLang="zh-TW" sz="2800" b="0" strike="noStrike" spc="-1" dirty="0"/>
          </a:p>
          <a:p>
            <a:pPr marL="685800" lvl="1" indent="-226440">
              <a:lnSpc>
                <a:spcPct val="100000"/>
              </a:lnSpc>
              <a:buClr>
                <a:srgbClr val="3F3F3F"/>
              </a:buClr>
              <a:buFont typeface="Arial"/>
              <a:buChar char="•"/>
            </a:pPr>
            <a:r>
              <a:rPr lang="en-US" altLang="zh-TW" sz="1800" b="0" strike="noStrike" spc="-1" dirty="0" err="1">
                <a:solidFill>
                  <a:srgbClr val="3F3F3F"/>
                </a:solidFill>
                <a:ea typeface="DejaVu Sans"/>
              </a:rPr>
              <a:t>Xxx</a:t>
            </a:r>
            <a:r>
              <a:rPr lang="en-US" altLang="zh-TW" sz="1800" b="0" strike="noStrike" spc="-1" dirty="0">
                <a:solidFill>
                  <a:srgbClr val="3F3F3F"/>
                </a:solidFill>
                <a:ea typeface="DejaVu Sans"/>
              </a:rPr>
              <a:t>: Base/Pei/</a:t>
            </a:r>
            <a:r>
              <a:rPr lang="en-US" altLang="zh-TW" sz="1800" b="0" strike="noStrike" spc="-1" dirty="0" err="1">
                <a:solidFill>
                  <a:srgbClr val="3F3F3F"/>
                </a:solidFill>
                <a:ea typeface="DejaVu Sans"/>
              </a:rPr>
              <a:t>Dxe</a:t>
            </a:r>
            <a:r>
              <a:rPr lang="en-US" altLang="zh-TW" sz="1800" b="0" strike="noStrike" spc="-1" dirty="0">
                <a:solidFill>
                  <a:srgbClr val="3F3F3F"/>
                </a:solidFill>
                <a:ea typeface="DejaVu Sans"/>
              </a:rPr>
              <a:t>/</a:t>
            </a:r>
            <a:r>
              <a:rPr lang="en-US" altLang="zh-TW" sz="1800" b="0" strike="noStrike" spc="-1" dirty="0" err="1">
                <a:solidFill>
                  <a:srgbClr val="3F3F3F"/>
                </a:solidFill>
                <a:ea typeface="DejaVu Sans"/>
              </a:rPr>
              <a:t>Smm</a:t>
            </a:r>
            <a:endParaRPr lang="en-US" altLang="zh-TW" sz="1800" b="0" strike="noStrike" spc="-1" dirty="0"/>
          </a:p>
          <a:p>
            <a:pPr marL="685800" lvl="1" indent="-226440">
              <a:lnSpc>
                <a:spcPct val="100000"/>
              </a:lnSpc>
              <a:buClr>
                <a:srgbClr val="3F3F3F"/>
              </a:buClr>
              <a:buFont typeface="Arial"/>
              <a:buChar char="•"/>
            </a:pPr>
            <a:r>
              <a:rPr lang="en-US" altLang="zh-TW" sz="1800" b="0" strike="noStrike" spc="-1" dirty="0" err="1">
                <a:solidFill>
                  <a:srgbClr val="3F3F3F"/>
                </a:solidFill>
                <a:ea typeface="DejaVu Sans"/>
              </a:rPr>
              <a:t>Yyy</a:t>
            </a:r>
            <a:r>
              <a:rPr lang="en-US" altLang="zh-TW" sz="1800" b="0" strike="noStrike" spc="-1" dirty="0">
                <a:solidFill>
                  <a:srgbClr val="3F3F3F"/>
                </a:solidFill>
                <a:ea typeface="DejaVu Sans"/>
              </a:rPr>
              <a:t>: Kernel/Chipset</a:t>
            </a:r>
            <a:endParaRPr lang="en-US" altLang="zh-TW" sz="1800" b="0" strike="noStrike" spc="-1" dirty="0"/>
          </a:p>
          <a:p>
            <a:pPr marL="685800" lvl="1" indent="-226440">
              <a:lnSpc>
                <a:spcPct val="100000"/>
              </a:lnSpc>
              <a:buClr>
                <a:srgbClr val="3F3F3F"/>
              </a:buClr>
              <a:buFont typeface="Arial"/>
              <a:buChar char="•"/>
            </a:pPr>
            <a:r>
              <a:rPr lang="en-US" altLang="zh-TW" sz="1800" b="0" strike="noStrike" spc="-1" dirty="0">
                <a:solidFill>
                  <a:srgbClr val="3F3F3F"/>
                </a:solidFill>
                <a:ea typeface="DejaVu Sans"/>
              </a:rPr>
              <a:t>If the folder has been created by the previous step, copy this file from original folder</a:t>
            </a:r>
            <a:endParaRPr lang="en-US" altLang="zh-TW" sz="1800" b="0" strike="noStrike" spc="-1" dirty="0"/>
          </a:p>
          <a:p>
            <a:pPr marL="228600" indent="-226440">
              <a:lnSpc>
                <a:spcPct val="100000"/>
              </a:lnSpc>
              <a:buClr>
                <a:srgbClr val="3F3F3F"/>
              </a:buClr>
              <a:buFont typeface="Arial"/>
              <a:buChar char="•"/>
            </a:pPr>
            <a:r>
              <a:rPr lang="en-US" altLang="zh-TW" sz="2800" b="0" strike="noStrike" spc="-1" dirty="0">
                <a:solidFill>
                  <a:srgbClr val="3F3F3F"/>
                </a:solidFill>
                <a:ea typeface="DejaVu Sans"/>
              </a:rPr>
              <a:t>Remove or mark out the interfaces you don’t use, just keep the interfaces you want to modify</a:t>
            </a:r>
            <a:endParaRPr lang="en-US" altLang="zh-TW" sz="2800" b="0" strike="noStrike" spc="-1" dirty="0"/>
          </a:p>
          <a:p>
            <a:pPr marL="0" indent="0">
              <a:lnSpc>
                <a:spcPct val="100000"/>
              </a:lnSpc>
              <a:buNone/>
            </a:pPr>
            <a:r>
              <a:rPr lang="en-US" altLang="zh-TW" sz="1600" b="1" strike="noStrike" spc="-1" dirty="0">
                <a:solidFill>
                  <a:srgbClr val="3F3F3F"/>
                </a:solidFill>
                <a:ea typeface="DejaVu Sans"/>
              </a:rPr>
              <a:t>[Sources]</a:t>
            </a:r>
            <a:endParaRPr lang="en-US" altLang="zh-TW" sz="1600" b="0" strike="noStrike" spc="-1" dirty="0"/>
          </a:p>
          <a:p>
            <a:pPr marL="0" indent="0">
              <a:lnSpc>
                <a:spcPct val="100000"/>
              </a:lnSpc>
              <a:buNone/>
            </a:pPr>
            <a:r>
              <a:rPr lang="en-US" altLang="zh-TW" sz="1600" b="1" strike="noStrike" spc="-1" dirty="0" err="1">
                <a:solidFill>
                  <a:srgbClr val="3F3F3F"/>
                </a:solidFill>
                <a:ea typeface="DejaVu Sans"/>
              </a:rPr>
              <a:t>OemSvcModifyGpioSettingTable.c</a:t>
            </a:r>
            <a:endParaRPr lang="en-US" altLang="zh-TW" sz="1600" b="0" strike="noStrike" spc="-1" dirty="0"/>
          </a:p>
          <a:p>
            <a:pPr marL="0" indent="0">
              <a:lnSpc>
                <a:spcPct val="100000"/>
              </a:lnSpc>
              <a:buNone/>
            </a:pPr>
            <a:r>
              <a:rPr lang="en-US" altLang="zh-TW" sz="1600" b="1" strike="noStrike" spc="-1" dirty="0" err="1">
                <a:solidFill>
                  <a:srgbClr val="3F3F3F"/>
                </a:solidFill>
                <a:ea typeface="DejaVu Sans"/>
              </a:rPr>
              <a:t>OemSvcUpdatePeiCpuPlatformPolicy.c</a:t>
            </a:r>
            <a:endParaRPr lang="en-US" altLang="zh-TW" sz="1600" b="0" strike="noStrike" spc="-1" dirty="0"/>
          </a:p>
          <a:p>
            <a:pPr marL="0" indent="0">
              <a:lnSpc>
                <a:spcPct val="100000"/>
              </a:lnSpc>
              <a:buNone/>
            </a:pP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[Sources]</a:t>
            </a:r>
            <a:endParaRPr lang="en-US" altLang="zh-TW" sz="1600" b="0" strike="noStrike" spc="-1" dirty="0"/>
          </a:p>
          <a:p>
            <a:pPr marL="0" indent="0">
              <a:lnSpc>
                <a:spcPct val="100000"/>
              </a:lnSpc>
              <a:buNone/>
            </a:pPr>
            <a:r>
              <a:rPr lang="en-US" altLang="zh-TW" sz="1600" b="1" strike="noStrike" spc="-1" dirty="0" err="1">
                <a:solidFill>
                  <a:srgbClr val="3F3F3F"/>
                </a:solidFill>
                <a:ea typeface="DejaVu Sans"/>
              </a:rPr>
              <a:t>OemSvcModifyGpioSettingTable.c</a:t>
            </a:r>
            <a:endParaRPr lang="en-US" altLang="zh-TW" sz="1600" b="0" strike="noStrike" spc="-1" dirty="0"/>
          </a:p>
          <a:p>
            <a:pPr marL="0" indent="0">
              <a:lnSpc>
                <a:spcPct val="100000"/>
              </a:lnSpc>
              <a:buNone/>
            </a:pPr>
            <a:r>
              <a:rPr lang="en-US" altLang="zh-TW" sz="1600" b="1" strike="noStrike" spc="-1" dirty="0">
                <a:solidFill>
                  <a:srgbClr val="FF0000"/>
                </a:solidFill>
                <a:ea typeface="DejaVu Sans"/>
              </a:rPr>
              <a:t>#</a:t>
            </a: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OemSvcUpdatePeiCpuPlatformPolicy.c</a:t>
            </a:r>
            <a:endParaRPr lang="en-US" altLang="zh-TW" sz="1600" b="0" strike="noStrike" spc="-1" dirty="0"/>
          </a:p>
        </p:txBody>
      </p:sp>
    </p:spTree>
    <p:extLst>
      <p:ext uri="{BB962C8B-B14F-4D97-AF65-F5344CB8AC3E}">
        <p14:creationId xmlns:p14="http://schemas.microsoft.com/office/powerpoint/2010/main" val="1297392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How to Customize via OEM Services</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normAutofit/>
          </a:bodyPr>
          <a:lstStyle/>
          <a:p>
            <a:pPr marL="228600" indent="-226440">
              <a:lnSpc>
                <a:spcPct val="100000"/>
              </a:lnSpc>
              <a:buClr>
                <a:srgbClr val="3F3F3F"/>
              </a:buClr>
              <a:buFont typeface="Arial"/>
              <a:buChar char="•"/>
            </a:pPr>
            <a:r>
              <a:rPr lang="en-US" altLang="zh-TW" sz="2800" b="0" strike="noStrike" spc="-1" dirty="0">
                <a:solidFill>
                  <a:srgbClr val="3F3F3F"/>
                </a:solidFill>
                <a:latin typeface="Segoe UI"/>
                <a:ea typeface="DejaVu Sans"/>
              </a:rPr>
              <a:t>Customize the interface based on your project, and provide the right return status (</a:t>
            </a:r>
            <a:r>
              <a:rPr lang="en-US" altLang="zh-TW" sz="2800" b="1" strike="noStrike" spc="-1" dirty="0">
                <a:solidFill>
                  <a:srgbClr val="3F3F3F"/>
                </a:solidFill>
                <a:latin typeface="Segoe UI"/>
                <a:ea typeface="DejaVu Sans"/>
              </a:rPr>
              <a:t>EFI_MEDIA_CHANGED </a:t>
            </a:r>
            <a:r>
              <a:rPr lang="en-US" altLang="zh-TW" sz="2800" b="0" strike="noStrike" spc="-1" dirty="0">
                <a:solidFill>
                  <a:srgbClr val="3F3F3F"/>
                </a:solidFill>
                <a:latin typeface="Segoe UI"/>
                <a:ea typeface="DejaVu Sans"/>
              </a:rPr>
              <a:t>or </a:t>
            </a:r>
            <a:r>
              <a:rPr lang="en-US" altLang="zh-TW" sz="2800" b="1" strike="noStrike" spc="-1" dirty="0">
                <a:solidFill>
                  <a:srgbClr val="3F3F3F"/>
                </a:solidFill>
                <a:latin typeface="Segoe UI"/>
                <a:ea typeface="DejaVu Sans"/>
              </a:rPr>
              <a:t>EFI_SUCCESS</a:t>
            </a:r>
            <a:r>
              <a:rPr lang="en-US" altLang="zh-TW" sz="2800" b="0" strike="noStrike" spc="-1" dirty="0">
                <a:solidFill>
                  <a:srgbClr val="3F3F3F"/>
                </a:solidFill>
                <a:latin typeface="Segoe UI"/>
                <a:ea typeface="DejaVu Sans"/>
              </a:rPr>
              <a:t> ?)</a:t>
            </a:r>
            <a:endParaRPr lang="en-US" altLang="zh-TW" sz="2800" b="0" strike="noStrike" spc="-1" dirty="0">
              <a:latin typeface="Arial"/>
            </a:endParaRPr>
          </a:p>
          <a:p>
            <a:pPr>
              <a:lnSpc>
                <a:spcPct val="100000"/>
              </a:lnSpc>
            </a:pPr>
            <a:endParaRPr lang="en-US" altLang="zh-TW" sz="2800" b="0" strike="noStrike" spc="-1" dirty="0">
              <a:latin typeface="Arial"/>
            </a:endParaRPr>
          </a:p>
          <a:p>
            <a:pPr marL="0" indent="0">
              <a:lnSpc>
                <a:spcPct val="100000"/>
              </a:lnSpc>
              <a:spcBef>
                <a:spcPts val="300"/>
              </a:spcBef>
              <a:buNone/>
            </a:pPr>
            <a:r>
              <a:rPr lang="en-US" altLang="zh-TW" sz="1600" b="1" strike="noStrike" spc="-1" dirty="0">
                <a:solidFill>
                  <a:srgbClr val="3F3F3F"/>
                </a:solidFill>
                <a:latin typeface="Segoe UI"/>
                <a:ea typeface="DejaVu Sans"/>
              </a:rPr>
              <a:t>EFI_STATUS</a:t>
            </a:r>
            <a:endParaRPr lang="en-US" altLang="zh-TW" sz="1600" b="0" strike="noStrike" spc="-1" dirty="0">
              <a:latin typeface="Arial"/>
            </a:endParaRPr>
          </a:p>
          <a:p>
            <a:pPr marL="0" indent="0">
              <a:lnSpc>
                <a:spcPct val="100000"/>
              </a:lnSpc>
              <a:spcBef>
                <a:spcPts val="300"/>
              </a:spcBef>
              <a:buNone/>
            </a:pPr>
            <a:r>
              <a:rPr lang="en-US" altLang="zh-TW" sz="1600" b="1" strike="noStrike" spc="-1" dirty="0" err="1">
                <a:solidFill>
                  <a:srgbClr val="3F3F3F"/>
                </a:solidFill>
                <a:latin typeface="Segoe UI"/>
                <a:ea typeface="DejaVu Sans"/>
              </a:rPr>
              <a:t>OemSvcModifyGpioSettingTable</a:t>
            </a:r>
            <a:r>
              <a:rPr lang="en-US" altLang="zh-TW" sz="1600" b="1" strike="noStrike" spc="-1" dirty="0">
                <a:solidFill>
                  <a:srgbClr val="3F3F3F"/>
                </a:solidFill>
                <a:latin typeface="Segoe UI"/>
                <a:ea typeface="DejaVu Sans"/>
              </a:rPr>
              <a:t> ( … )</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3F3F3F"/>
                </a:solidFill>
                <a:latin typeface="Segoe UI"/>
                <a:ea typeface="DejaVu Sans"/>
              </a:rPr>
              <a:t>{</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3F3F3F"/>
                </a:solidFill>
                <a:latin typeface="Segoe UI"/>
                <a:ea typeface="DejaVu Sans"/>
              </a:rPr>
              <a:t>  </a:t>
            </a:r>
            <a:r>
              <a:rPr lang="en-US" altLang="zh-TW" sz="1600" b="1" strike="noStrike" spc="-1" dirty="0">
                <a:solidFill>
                  <a:srgbClr val="FF0000"/>
                </a:solidFill>
                <a:latin typeface="Segoe UI"/>
                <a:ea typeface="DejaVu Sans"/>
              </a:rPr>
              <a:t>/*++</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FF0000"/>
                </a:solidFill>
                <a:latin typeface="Segoe UI"/>
                <a:ea typeface="DejaVu Sans"/>
              </a:rPr>
              <a:t>    </a:t>
            </a:r>
            <a:r>
              <a:rPr lang="en-US" altLang="zh-TW" sz="1600" b="1" strike="noStrike" spc="-1" dirty="0" err="1">
                <a:solidFill>
                  <a:srgbClr val="FF0000"/>
                </a:solidFill>
                <a:latin typeface="Segoe UI"/>
                <a:ea typeface="DejaVu Sans"/>
              </a:rPr>
              <a:t>Todo</a:t>
            </a:r>
            <a:r>
              <a:rPr lang="en-US" altLang="zh-TW" sz="1600" b="1" strike="noStrike" spc="-1" dirty="0">
                <a:solidFill>
                  <a:srgbClr val="FF0000"/>
                </a:solidFill>
                <a:latin typeface="Segoe UI"/>
                <a:ea typeface="DejaVu Sans"/>
              </a:rPr>
              <a:t>:</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FF0000"/>
                </a:solidFill>
                <a:latin typeface="Segoe UI"/>
                <a:ea typeface="DejaVu Sans"/>
              </a:rPr>
              <a:t>      Add project specific code in here.</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FF0000"/>
                </a:solidFill>
                <a:latin typeface="Segoe UI"/>
                <a:ea typeface="DejaVu Sans"/>
              </a:rPr>
              <a:t>  --*/</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3F3F3F"/>
                </a:solidFill>
                <a:latin typeface="Segoe UI"/>
                <a:ea typeface="DejaVu Sans"/>
              </a:rPr>
              <a:t>  return </a:t>
            </a:r>
            <a:r>
              <a:rPr lang="en-US" altLang="zh-TW" sz="1600" b="1" strike="noStrike" spc="-1" dirty="0">
                <a:solidFill>
                  <a:srgbClr val="FF0000"/>
                </a:solidFill>
                <a:latin typeface="Segoe UI"/>
                <a:ea typeface="DejaVu Sans"/>
              </a:rPr>
              <a:t>EFI_UNSUPPORTED</a:t>
            </a:r>
            <a:r>
              <a:rPr lang="en-US" altLang="zh-TW" sz="1600" b="1" strike="noStrike" spc="-1" dirty="0">
                <a:solidFill>
                  <a:srgbClr val="3F3F3F"/>
                </a:solidFill>
                <a:latin typeface="Segoe UI"/>
                <a:ea typeface="DejaVu Sans"/>
              </a:rPr>
              <a:t>;</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3F3F3F"/>
                </a:solidFill>
                <a:latin typeface="Segoe UI"/>
                <a:ea typeface="DejaVu Sans"/>
              </a:rPr>
              <a:t>  return </a:t>
            </a:r>
            <a:r>
              <a:rPr lang="en-US" altLang="zh-TW" sz="1600" b="1" strike="noStrike" spc="-1" dirty="0">
                <a:solidFill>
                  <a:srgbClr val="FF0000"/>
                </a:solidFill>
                <a:latin typeface="Segoe UI"/>
                <a:ea typeface="DejaVu Sans"/>
              </a:rPr>
              <a:t>EFI_MEDIA_CHANGED</a:t>
            </a:r>
            <a:r>
              <a:rPr lang="en-US" altLang="zh-TW" sz="1600" b="1" strike="noStrike" spc="-1" dirty="0">
                <a:solidFill>
                  <a:srgbClr val="3F3F3F"/>
                </a:solidFill>
                <a:latin typeface="Segoe UI"/>
                <a:ea typeface="DejaVu Sans"/>
              </a:rPr>
              <a:t>;</a:t>
            </a:r>
            <a:endParaRPr lang="en-US" altLang="zh-TW" sz="1600" b="0" strike="noStrike" spc="-1" dirty="0">
              <a:latin typeface="Arial"/>
            </a:endParaRPr>
          </a:p>
          <a:p>
            <a:pPr marL="0" indent="0">
              <a:lnSpc>
                <a:spcPct val="100000"/>
              </a:lnSpc>
              <a:spcBef>
                <a:spcPts val="300"/>
              </a:spcBef>
              <a:buNone/>
            </a:pPr>
            <a:r>
              <a:rPr lang="en-US" altLang="zh-TW" sz="1600" b="1" strike="noStrike" spc="-1" dirty="0">
                <a:solidFill>
                  <a:srgbClr val="3F3F3F"/>
                </a:solidFill>
                <a:latin typeface="Segoe UI"/>
                <a:ea typeface="DejaVu Sans"/>
              </a:rPr>
              <a:t>}</a:t>
            </a:r>
            <a:endParaRPr lang="en-US" altLang="zh-TW" sz="1600" b="0" strike="noStrike" spc="-1" dirty="0">
              <a:latin typeface="Arial"/>
            </a:endParaRPr>
          </a:p>
        </p:txBody>
      </p:sp>
      <p:sp>
        <p:nvSpPr>
          <p:cNvPr id="5" name="Line 3">
            <a:extLst>
              <a:ext uri="{FF2B5EF4-FFF2-40B4-BE49-F238E27FC236}">
                <a16:creationId xmlns:a16="http://schemas.microsoft.com/office/drawing/2014/main" id="{383CA0D1-F706-455A-9C12-C1D6C6E77CD7}"/>
              </a:ext>
            </a:extLst>
          </p:cNvPr>
          <p:cNvSpPr/>
          <p:nvPr/>
        </p:nvSpPr>
        <p:spPr>
          <a:xfrm flipV="1">
            <a:off x="968251" y="4983348"/>
            <a:ext cx="2963880" cy="15840"/>
          </a:xfrm>
          <a:prstGeom prst="line">
            <a:avLst/>
          </a:prstGeom>
          <a:ln w="38160">
            <a:solidFill>
              <a:schemeClr val="tx1"/>
            </a:solidFill>
            <a:round/>
          </a:ln>
        </p:spPr>
        <p:style>
          <a:lnRef idx="1">
            <a:schemeClr val="accent1"/>
          </a:lnRef>
          <a:fillRef idx="0">
            <a:schemeClr val="accent1"/>
          </a:fillRef>
          <a:effectRef idx="0">
            <a:schemeClr val="accent1"/>
          </a:effectRef>
          <a:fontRef idx="minor"/>
        </p:style>
      </p:sp>
    </p:spTree>
    <p:extLst>
      <p:ext uri="{BB962C8B-B14F-4D97-AF65-F5344CB8AC3E}">
        <p14:creationId xmlns:p14="http://schemas.microsoft.com/office/powerpoint/2010/main" val="3172389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8123D5-458D-4781-88BE-3653FCA00307}"/>
              </a:ext>
            </a:extLst>
          </p:cNvPr>
          <p:cNvSpPr>
            <a:spLocks noGrp="1"/>
          </p:cNvSpPr>
          <p:nvPr>
            <p:ph type="title"/>
          </p:nvPr>
        </p:nvSpPr>
        <p:spPr/>
        <p:txBody>
          <a:bodyPr>
            <a:normAutofit/>
          </a:bodyPr>
          <a:lstStyle/>
          <a:p>
            <a:r>
              <a:rPr lang="en-US" altLang="zh-TW" dirty="0"/>
              <a:t>How to Customize via OEM Services</a:t>
            </a:r>
            <a:br>
              <a:rPr lang="en-US" altLang="zh-TW" dirty="0"/>
            </a:br>
            <a:r>
              <a:rPr lang="en-US" altLang="zh-TW" sz="2000" b="1" strike="noStrike" spc="-1" dirty="0">
                <a:solidFill>
                  <a:srgbClr val="3F3F3F"/>
                </a:solidFill>
                <a:ea typeface="DejaVu Sans"/>
              </a:rPr>
              <a:t>Be Careful When Using EFI_SUCCESS</a:t>
            </a:r>
            <a:endParaRPr lang="zh-TW" altLang="en-US" sz="2000" dirty="0"/>
          </a:p>
        </p:txBody>
      </p:sp>
      <p:sp>
        <p:nvSpPr>
          <p:cNvPr id="3" name="內容版面配置區 2">
            <a:extLst>
              <a:ext uri="{FF2B5EF4-FFF2-40B4-BE49-F238E27FC236}">
                <a16:creationId xmlns:a16="http://schemas.microsoft.com/office/drawing/2014/main" id="{A2893EAC-00B1-4BF2-B892-D0754B7F2312}"/>
              </a:ext>
            </a:extLst>
          </p:cNvPr>
          <p:cNvSpPr>
            <a:spLocks noGrp="1"/>
          </p:cNvSpPr>
          <p:nvPr>
            <p:ph idx="1"/>
          </p:nvPr>
        </p:nvSpPr>
        <p:spPr/>
        <p:txBody>
          <a:bodyPr>
            <a:normAutofit/>
          </a:bodyPr>
          <a:lstStyle/>
          <a:p>
            <a:pPr marL="228600" indent="-226440">
              <a:lnSpc>
                <a:spcPct val="100000"/>
              </a:lnSpc>
              <a:buClr>
                <a:srgbClr val="3F3F3F"/>
              </a:buClr>
              <a:buFont typeface="Arial"/>
              <a:buChar char="•"/>
            </a:pPr>
            <a:r>
              <a:rPr lang="en-US" altLang="zh-TW" sz="2400" b="0" strike="noStrike" spc="-1" dirty="0">
                <a:solidFill>
                  <a:srgbClr val="3F3F3F"/>
                </a:solidFill>
                <a:ea typeface="DejaVu Sans"/>
              </a:rPr>
              <a:t>Unimplemented function will return </a:t>
            </a:r>
            <a:r>
              <a:rPr lang="en-US" altLang="zh-TW" sz="2400" b="1" strike="noStrike" spc="-1" dirty="0">
                <a:solidFill>
                  <a:srgbClr val="3F3F3F"/>
                </a:solidFill>
                <a:ea typeface="DejaVu Sans"/>
              </a:rPr>
              <a:t>EFI_UNSUPPORTED</a:t>
            </a:r>
            <a:r>
              <a:rPr lang="en-US" altLang="zh-TW" sz="2400" b="0" strike="noStrike" spc="-1" dirty="0">
                <a:solidFill>
                  <a:srgbClr val="3F3F3F"/>
                </a:solidFill>
                <a:ea typeface="DejaVu Sans"/>
              </a:rPr>
              <a:t>.</a:t>
            </a:r>
            <a:endParaRPr lang="en-US" altLang="zh-TW" sz="2400" b="0" strike="noStrike" spc="-1" dirty="0"/>
          </a:p>
          <a:p>
            <a:pPr marL="685800" lvl="1" indent="-226440">
              <a:lnSpc>
                <a:spcPct val="100000"/>
              </a:lnSpc>
              <a:buClr>
                <a:srgbClr val="3F3F3F"/>
              </a:buClr>
              <a:buFont typeface="Arial"/>
              <a:buChar char="•"/>
            </a:pPr>
            <a:r>
              <a:rPr lang="en-US" altLang="zh-TW" sz="1600" b="0" strike="noStrike" spc="-1" dirty="0">
                <a:solidFill>
                  <a:srgbClr val="3F3F3F"/>
                </a:solidFill>
                <a:ea typeface="DejaVu Sans"/>
              </a:rPr>
              <a:t>Supplied by Default version of the library.</a:t>
            </a:r>
            <a:endParaRPr lang="en-US" altLang="zh-TW" sz="1600" b="0" strike="noStrike" spc="-1" dirty="0"/>
          </a:p>
          <a:p>
            <a:pPr marL="228600" indent="-226440">
              <a:lnSpc>
                <a:spcPct val="100000"/>
              </a:lnSpc>
              <a:buClr>
                <a:srgbClr val="3F3F3F"/>
              </a:buClr>
              <a:buFont typeface="Arial"/>
              <a:buChar char="•"/>
            </a:pPr>
            <a:r>
              <a:rPr lang="en-US" altLang="zh-TW" sz="2400" b="0" strike="noStrike" spc="-1" dirty="0">
                <a:solidFill>
                  <a:srgbClr val="3F3F3F"/>
                </a:solidFill>
                <a:ea typeface="DejaVu Sans"/>
              </a:rPr>
              <a:t>Task replacement function will return </a:t>
            </a:r>
            <a:r>
              <a:rPr lang="en-US" altLang="zh-TW" sz="2400" b="1" strike="noStrike" spc="-1" dirty="0">
                <a:solidFill>
                  <a:srgbClr val="3F3F3F"/>
                </a:solidFill>
                <a:ea typeface="DejaVu Sans"/>
              </a:rPr>
              <a:t>EFI_SUCCESS</a:t>
            </a:r>
            <a:r>
              <a:rPr lang="en-US" altLang="zh-TW" sz="2400" b="0" strike="noStrike" spc="-1" dirty="0">
                <a:solidFill>
                  <a:srgbClr val="3F3F3F"/>
                </a:solidFill>
                <a:ea typeface="DejaVu Sans"/>
              </a:rPr>
              <a:t>.</a:t>
            </a:r>
            <a:endParaRPr lang="en-US" altLang="zh-TW" sz="2400" b="0" strike="noStrike" spc="-1" dirty="0"/>
          </a:p>
          <a:p>
            <a:pPr marL="685800" lvl="1" indent="-226440">
              <a:lnSpc>
                <a:spcPct val="100000"/>
              </a:lnSpc>
              <a:buClr>
                <a:srgbClr val="3F3F3F"/>
              </a:buClr>
              <a:buFont typeface="Arial"/>
              <a:buChar char="•"/>
            </a:pPr>
            <a:r>
              <a:rPr lang="en-US" altLang="zh-TW" sz="1600" b="1" u="sng" strike="noStrike" spc="-1" dirty="0">
                <a:solidFill>
                  <a:srgbClr val="3F3F3F"/>
                </a:solidFill>
                <a:uFill>
                  <a:solidFill>
                    <a:srgbClr val="FFFFFF"/>
                  </a:solidFill>
                </a:uFill>
                <a:ea typeface="DejaVu Sans"/>
              </a:rPr>
              <a:t>Replaces</a:t>
            </a:r>
            <a:r>
              <a:rPr lang="en-US" altLang="zh-TW" sz="1600" b="0" strike="noStrike" spc="-1" dirty="0">
                <a:solidFill>
                  <a:srgbClr val="3F3F3F"/>
                </a:solidFill>
                <a:ea typeface="DejaVu Sans"/>
              </a:rPr>
              <a:t> entire Kernel/Chipset implementation of task.</a:t>
            </a:r>
            <a:endParaRPr lang="en-US" altLang="zh-TW" sz="1600" b="0" strike="noStrike" spc="-1" dirty="0"/>
          </a:p>
          <a:p>
            <a:pPr marL="228600" indent="-226440">
              <a:lnSpc>
                <a:spcPct val="100000"/>
              </a:lnSpc>
              <a:buClr>
                <a:srgbClr val="3F3F3F"/>
              </a:buClr>
              <a:buFont typeface="Arial"/>
              <a:buChar char="•"/>
            </a:pPr>
            <a:r>
              <a:rPr lang="en-US" altLang="zh-TW" sz="2400" b="0" strike="noStrike" spc="-1" dirty="0">
                <a:solidFill>
                  <a:srgbClr val="3F3F3F"/>
                </a:solidFill>
                <a:ea typeface="DejaVu Sans"/>
              </a:rPr>
              <a:t>Parameter modification function will return </a:t>
            </a:r>
            <a:r>
              <a:rPr lang="en-US" altLang="zh-TW" sz="2400" b="1" strike="noStrike" spc="-1" dirty="0">
                <a:solidFill>
                  <a:srgbClr val="3F3F3F"/>
                </a:solidFill>
                <a:ea typeface="DejaVu Sans"/>
              </a:rPr>
              <a:t>EFI_MEDIA_CHANGED</a:t>
            </a:r>
            <a:r>
              <a:rPr lang="en-US" altLang="zh-TW" sz="2400" b="0" strike="noStrike" spc="-1" dirty="0">
                <a:solidFill>
                  <a:srgbClr val="3F3F3F"/>
                </a:solidFill>
                <a:ea typeface="DejaVu Sans"/>
              </a:rPr>
              <a:t>.</a:t>
            </a:r>
            <a:endParaRPr lang="en-US" altLang="zh-TW" sz="2400" b="0" strike="noStrike" spc="-1" dirty="0"/>
          </a:p>
          <a:p>
            <a:pPr marL="685800" lvl="1" indent="-226440">
              <a:lnSpc>
                <a:spcPct val="100000"/>
              </a:lnSpc>
              <a:buClr>
                <a:srgbClr val="3F3F3F"/>
              </a:buClr>
              <a:buFont typeface="Arial"/>
              <a:buChar char="•"/>
            </a:pPr>
            <a:r>
              <a:rPr lang="en-US" altLang="zh-TW" sz="1600" b="0" strike="noStrike" spc="-1" dirty="0">
                <a:solidFill>
                  <a:srgbClr val="3F3F3F"/>
                </a:solidFill>
                <a:ea typeface="DejaVu Sans"/>
              </a:rPr>
              <a:t>Just changes contents of configuration parameters.</a:t>
            </a:r>
            <a:endParaRPr lang="en-US" altLang="zh-TW" sz="1600" b="0" strike="noStrike" spc="-1" dirty="0"/>
          </a:p>
          <a:p>
            <a:pPr marL="228600" indent="-226440">
              <a:lnSpc>
                <a:spcPct val="100000"/>
              </a:lnSpc>
              <a:buClr>
                <a:srgbClr val="FF0000"/>
              </a:buClr>
              <a:buFont typeface="Arial"/>
              <a:buChar char="•"/>
            </a:pPr>
            <a:r>
              <a:rPr lang="en-US" altLang="zh-TW" sz="2400" b="1" strike="noStrike" spc="-1" dirty="0">
                <a:solidFill>
                  <a:srgbClr val="FF0000"/>
                </a:solidFill>
                <a:ea typeface="DejaVu Sans"/>
              </a:rPr>
              <a:t>In the OEM Service Library be very careful about the “Return Value”.</a:t>
            </a:r>
            <a:r>
              <a:rPr lang="en-US" altLang="zh-TW" sz="2400" b="0" strike="noStrike" spc="-1" dirty="0">
                <a:solidFill>
                  <a:srgbClr val="FF0000"/>
                </a:solidFill>
                <a:ea typeface="DejaVu Sans"/>
              </a:rPr>
              <a:t> If you don’t really understand the Caller’s action, don’t return</a:t>
            </a:r>
            <a:r>
              <a:rPr lang="en-US" altLang="zh-TW" sz="2400" b="1" strike="noStrike" spc="-1" dirty="0">
                <a:solidFill>
                  <a:srgbClr val="FF0000"/>
                </a:solidFill>
                <a:ea typeface="DejaVu Sans"/>
              </a:rPr>
              <a:t> </a:t>
            </a:r>
            <a:r>
              <a:rPr lang="en-US" altLang="zh-TW" sz="2400" b="0" strike="noStrike" spc="-1" dirty="0">
                <a:solidFill>
                  <a:srgbClr val="FF0000"/>
                </a:solidFill>
                <a:ea typeface="DejaVu Sans"/>
              </a:rPr>
              <a:t>EFI_SUCCESS</a:t>
            </a:r>
            <a:r>
              <a:rPr lang="en-US" altLang="zh-TW" sz="2400" b="0" strike="noStrike" spc="-1" dirty="0">
                <a:solidFill>
                  <a:srgbClr val="3F3F3F"/>
                </a:solidFill>
                <a:ea typeface="DejaVu Sans"/>
              </a:rPr>
              <a:t>. The caller may skip a later step and presume this </a:t>
            </a:r>
            <a:r>
              <a:rPr lang="en-US" altLang="zh-TW" sz="2400" b="0" strike="noStrike" spc="-1" dirty="0" err="1">
                <a:solidFill>
                  <a:srgbClr val="3F3F3F"/>
                </a:solidFill>
                <a:ea typeface="DejaVu Sans"/>
              </a:rPr>
              <a:t>XXX</a:t>
            </a:r>
            <a:r>
              <a:rPr lang="en-US" altLang="zh-TW" sz="2400" b="1" strike="noStrike" spc="-1" dirty="0" err="1">
                <a:solidFill>
                  <a:srgbClr val="3F3F3F"/>
                </a:solidFill>
                <a:ea typeface="DejaVu Sans"/>
              </a:rPr>
              <a:t>OemSvc</a:t>
            </a:r>
            <a:r>
              <a:rPr lang="en-US" altLang="zh-TW" sz="2400" b="0" strike="noStrike" spc="-1" dirty="0" err="1">
                <a:solidFill>
                  <a:srgbClr val="3F3F3F"/>
                </a:solidFill>
                <a:ea typeface="DejaVu Sans"/>
              </a:rPr>
              <a:t>YYY</a:t>
            </a:r>
            <a:r>
              <a:rPr lang="en-US" altLang="zh-TW" sz="2400" b="1" strike="noStrike" spc="-1" dirty="0" err="1">
                <a:solidFill>
                  <a:srgbClr val="3F3F3F"/>
                </a:solidFill>
                <a:ea typeface="DejaVu Sans"/>
              </a:rPr>
              <a:t>Lib</a:t>
            </a:r>
            <a:r>
              <a:rPr lang="en-US" altLang="zh-TW" sz="2400" b="1" strike="noStrike" spc="-1" dirty="0">
                <a:solidFill>
                  <a:srgbClr val="3F3F3F"/>
                </a:solidFill>
                <a:ea typeface="DejaVu Sans"/>
              </a:rPr>
              <a:t> </a:t>
            </a:r>
            <a:r>
              <a:rPr lang="en-US" altLang="zh-TW" sz="2400" b="0" strike="noStrike" spc="-1" dirty="0">
                <a:solidFill>
                  <a:srgbClr val="3F3F3F"/>
                </a:solidFill>
                <a:ea typeface="DejaVu Sans"/>
              </a:rPr>
              <a:t>function has taken care of it, even if this function doesn’t correctly control it . </a:t>
            </a:r>
            <a:r>
              <a:rPr lang="en-US" altLang="zh-TW" sz="2400" b="1" strike="noStrike" spc="-1" dirty="0">
                <a:solidFill>
                  <a:srgbClr val="3F3F3F"/>
                </a:solidFill>
                <a:ea typeface="DejaVu Sans"/>
              </a:rPr>
              <a:t>The caller may not function or the system may hang up</a:t>
            </a:r>
            <a:r>
              <a:rPr lang="en-US" altLang="zh-TW" sz="2400" b="0" strike="noStrike" spc="-1" dirty="0">
                <a:solidFill>
                  <a:srgbClr val="3F3F3F"/>
                </a:solidFill>
                <a:ea typeface="DejaVu Sans"/>
              </a:rPr>
              <a:t>!!!</a:t>
            </a:r>
            <a:endParaRPr lang="en-US" altLang="zh-TW" sz="2400" b="0" strike="noStrike" spc="-1" dirty="0"/>
          </a:p>
        </p:txBody>
      </p:sp>
    </p:spTree>
    <p:extLst>
      <p:ext uri="{BB962C8B-B14F-4D97-AF65-F5344CB8AC3E}">
        <p14:creationId xmlns:p14="http://schemas.microsoft.com/office/powerpoint/2010/main" val="3329674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16</a:t>
            </a:fld>
            <a:endParaRPr lang="en-US" dirty="0"/>
          </a:p>
        </p:txBody>
      </p:sp>
      <p:sp>
        <p:nvSpPr>
          <p:cNvPr id="2" name="Title 1"/>
          <p:cNvSpPr>
            <a:spLocks noGrp="1"/>
          </p:cNvSpPr>
          <p:nvPr>
            <p:ph type="title"/>
          </p:nvPr>
        </p:nvSpPr>
        <p:spPr/>
        <p:txBody>
          <a:bodyPr/>
          <a:lstStyle/>
          <a:p>
            <a:r>
              <a:rPr lang="en-US" dirty="0"/>
              <a:t>How to Change PCDs at Build Time</a:t>
            </a:r>
          </a:p>
        </p:txBody>
      </p:sp>
    </p:spTree>
    <p:extLst>
      <p:ext uri="{BB962C8B-B14F-4D97-AF65-F5344CB8AC3E}">
        <p14:creationId xmlns:p14="http://schemas.microsoft.com/office/powerpoint/2010/main" val="4267046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Change PCD at Build Time</a:t>
            </a:r>
            <a:endParaRPr lang="en-US" sz="2000" dirty="0"/>
          </a:p>
        </p:txBody>
      </p:sp>
      <p:sp>
        <p:nvSpPr>
          <p:cNvPr id="3" name="Content Placeholder 2"/>
          <p:cNvSpPr>
            <a:spLocks noGrp="1"/>
          </p:cNvSpPr>
          <p:nvPr>
            <p:ph idx="1"/>
          </p:nvPr>
        </p:nvSpPr>
        <p:spPr/>
        <p:txBody>
          <a:bodyPr>
            <a:normAutofit fontScale="70000" lnSpcReduction="20000"/>
          </a:bodyPr>
          <a:lstStyle/>
          <a:p>
            <a:pPr marL="228600" indent="-226440">
              <a:lnSpc>
                <a:spcPct val="100000"/>
              </a:lnSpc>
              <a:buClr>
                <a:srgbClr val="3F3F3F"/>
              </a:buClr>
              <a:buFont typeface="Arial"/>
              <a:buChar char="•"/>
            </a:pPr>
            <a:r>
              <a:rPr lang="en-US" altLang="zh-TW" sz="4400" b="0" strike="noStrike" spc="-1" dirty="0">
                <a:solidFill>
                  <a:srgbClr val="3F3F3F"/>
                </a:solidFill>
                <a:ea typeface="DejaVu Sans"/>
              </a:rPr>
              <a:t>$(PROJECT_PKG)/</a:t>
            </a:r>
            <a:r>
              <a:rPr lang="en-US" altLang="zh-TW" sz="4400" b="0" strike="noStrike" spc="-1" dirty="0" err="1">
                <a:solidFill>
                  <a:srgbClr val="3F3F3F"/>
                </a:solidFill>
                <a:ea typeface="DejaVu Sans"/>
              </a:rPr>
              <a:t>Project.dsc</a:t>
            </a:r>
            <a:endParaRPr lang="en-US" altLang="zh-TW" sz="44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PcdsFeatureFlag</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err="1">
                <a:solidFill>
                  <a:srgbClr val="FF0000"/>
                </a:solidFill>
                <a:ea typeface="DejaVu Sans"/>
              </a:rPr>
              <a:t>gEfiSamplePkgTokenSpaceGuid.PcdFlag</a:t>
            </a:r>
            <a:r>
              <a:rPr lang="en-US" altLang="zh-TW" sz="2800" b="1" strike="noStrike" spc="-1" dirty="0" err="1">
                <a:solidFill>
                  <a:srgbClr val="3F3F3F"/>
                </a:solidFill>
                <a:ea typeface="DejaVu Sans"/>
              </a:rPr>
              <a:t>|FALSE</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PcdsFixedAtBuild</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a:solidFill>
                  <a:srgbClr val="FF0000"/>
                </a:solidFill>
                <a:ea typeface="DejaVu Sans"/>
              </a:rPr>
              <a:t>gEfiSamplePkgTokenSpaceGuid.PcdFixed</a:t>
            </a:r>
            <a:r>
              <a:rPr lang="en-US" altLang="zh-TW" sz="2800" b="1" strike="noStrike" spc="-1" dirty="0">
                <a:solidFill>
                  <a:srgbClr val="3F3F3F"/>
                </a:solidFill>
                <a:ea typeface="DejaVu Sans"/>
              </a:rPr>
              <a:t>|0x21</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PcdsPatchableInModule</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a:solidFill>
                  <a:srgbClr val="FF0000"/>
                </a:solidFill>
                <a:ea typeface="DejaVu Sans"/>
              </a:rPr>
              <a:t>gEfiSamplePkgTokenSpaceGuid.PcdPatch</a:t>
            </a:r>
            <a:r>
              <a:rPr lang="en-US" altLang="zh-TW" sz="2800" b="1" strike="noStrike" spc="-1" dirty="0">
                <a:solidFill>
                  <a:srgbClr val="3F3F3F"/>
                </a:solidFill>
                <a:ea typeface="DejaVu Sans"/>
              </a:rPr>
              <a:t>|0x4321</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a:t>
            </a:r>
            <a:r>
              <a:rPr lang="en-US" altLang="zh-TW" sz="2800" b="1" strike="noStrike" spc="-1" dirty="0" err="1">
                <a:solidFill>
                  <a:srgbClr val="3F3F3F"/>
                </a:solidFill>
                <a:ea typeface="DejaVu Sans"/>
              </a:rPr>
              <a:t>PcdsDynamicExDefault</a:t>
            </a:r>
            <a:r>
              <a:rPr lang="en-US" altLang="zh-TW" sz="2800" b="1" strike="noStrike" spc="-1" dirty="0">
                <a:solidFill>
                  <a:srgbClr val="3F3F3F"/>
                </a:solidFill>
                <a:ea typeface="DejaVu Sans"/>
              </a:rPr>
              <a:t>]</a:t>
            </a:r>
            <a:endParaRPr lang="en-US" altLang="zh-TW" sz="2800" b="0" strike="noStrike" spc="-1" dirty="0"/>
          </a:p>
          <a:p>
            <a:pPr marL="0" indent="0">
              <a:lnSpc>
                <a:spcPct val="100000"/>
              </a:lnSpc>
              <a:buNone/>
            </a:pPr>
            <a:r>
              <a:rPr lang="en-US" altLang="zh-TW" sz="2800" b="1" strike="noStrike" spc="-1" dirty="0" err="1">
                <a:solidFill>
                  <a:srgbClr val="FF0000"/>
                </a:solidFill>
                <a:ea typeface="DejaVu Sans"/>
              </a:rPr>
              <a:t>gEfiSamplePkgTokenSpaceGuid.PcdSampleDynEx</a:t>
            </a:r>
            <a:r>
              <a:rPr lang="en-US" altLang="zh-TW" sz="2800" b="1" strike="noStrike" spc="-1" dirty="0" err="1">
                <a:solidFill>
                  <a:srgbClr val="3F3F3F"/>
                </a:solidFill>
                <a:ea typeface="DejaVu Sans"/>
              </a:rPr>
              <a:t>|L”Hi</a:t>
            </a:r>
            <a:r>
              <a:rPr lang="en-US" altLang="zh-TW" sz="2800" b="1" strike="noStrike" spc="-1" dirty="0">
                <a:solidFill>
                  <a:srgbClr val="3F3F3F"/>
                </a:solidFill>
                <a:ea typeface="DejaVu Sans"/>
              </a:rPr>
              <a:t>”</a:t>
            </a:r>
            <a:endParaRPr lang="en-US" altLang="zh-TW" sz="2800" b="0" strike="noStrike" spc="-1" dirty="0"/>
          </a:p>
        </p:txBody>
      </p:sp>
    </p:spTree>
    <p:extLst>
      <p:ext uri="{BB962C8B-B14F-4D97-AF65-F5344CB8AC3E}">
        <p14:creationId xmlns:p14="http://schemas.microsoft.com/office/powerpoint/2010/main" val="10448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18</a:t>
            </a:fld>
            <a:endParaRPr lang="en-US" dirty="0"/>
          </a:p>
        </p:txBody>
      </p:sp>
      <p:sp>
        <p:nvSpPr>
          <p:cNvPr id="2" name="Title 1"/>
          <p:cNvSpPr>
            <a:spLocks noGrp="1"/>
          </p:cNvSpPr>
          <p:nvPr>
            <p:ph type="title"/>
          </p:nvPr>
        </p:nvSpPr>
        <p:spPr/>
        <p:txBody>
          <a:bodyPr/>
          <a:lstStyle/>
          <a:p>
            <a:r>
              <a:rPr lang="en-US" altLang="zh-TW" dirty="0"/>
              <a:t>How to Use Override</a:t>
            </a:r>
            <a:endParaRPr lang="en-US" dirty="0"/>
          </a:p>
        </p:txBody>
      </p:sp>
    </p:spTree>
    <p:extLst>
      <p:ext uri="{BB962C8B-B14F-4D97-AF65-F5344CB8AC3E}">
        <p14:creationId xmlns:p14="http://schemas.microsoft.com/office/powerpoint/2010/main" val="2114555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endParaRPr lang="en-US" sz="2000" dirty="0"/>
          </a:p>
        </p:txBody>
      </p:sp>
      <p:sp>
        <p:nvSpPr>
          <p:cNvPr id="3" name="Content Placeholder 2"/>
          <p:cNvSpPr>
            <a:spLocks noGrp="1"/>
          </p:cNvSpPr>
          <p:nvPr>
            <p:ph idx="1"/>
          </p:nvPr>
        </p:nvSpPr>
        <p:spPr/>
        <p:txBody>
          <a:bodyPr/>
          <a:lstStyle/>
          <a:p>
            <a:pPr marL="228600" indent="-227160">
              <a:lnSpc>
                <a:spcPct val="100000"/>
              </a:lnSpc>
              <a:buClr>
                <a:srgbClr val="3F3F3F"/>
              </a:buClr>
              <a:buFont typeface="Arial"/>
              <a:buChar char="•"/>
            </a:pPr>
            <a:r>
              <a:rPr lang="en-US" altLang="zh-TW" sz="2800" b="0" strike="noStrike" spc="-1" dirty="0">
                <a:solidFill>
                  <a:srgbClr val="3F3F3F"/>
                </a:solidFill>
                <a:ea typeface="DejaVu Sans"/>
              </a:rPr>
              <a:t>Where:</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err="1">
                <a:solidFill>
                  <a:srgbClr val="3F3F3F"/>
                </a:solidFill>
                <a:ea typeface="DejaVu Sans"/>
              </a:rPr>
              <a:t>Project.dsc</a:t>
            </a:r>
            <a:endParaRPr lang="en-US" altLang="zh-TW" sz="2000" spc="-1" dirty="0">
              <a:solidFill>
                <a:srgbClr val="3F3F3F"/>
              </a:solidFill>
              <a:ea typeface="DejaVu Sans"/>
            </a:endParaRPr>
          </a:p>
          <a:p>
            <a:pPr marL="685800" lvl="1" indent="-227160">
              <a:lnSpc>
                <a:spcPct val="100000"/>
              </a:lnSpc>
              <a:buClr>
                <a:srgbClr val="3F3F3F"/>
              </a:buClr>
              <a:buFont typeface="Arial"/>
              <a:buChar char="•"/>
            </a:pPr>
            <a:endParaRPr lang="en-US" altLang="zh-TW" sz="1600" b="0" strike="noStrike" spc="-1" dirty="0"/>
          </a:p>
          <a:p>
            <a:pPr marL="228600" indent="-227160">
              <a:lnSpc>
                <a:spcPct val="100000"/>
              </a:lnSpc>
              <a:buClr>
                <a:srgbClr val="3F3F3F"/>
              </a:buClr>
              <a:buFont typeface="Arial"/>
              <a:buChar char="•"/>
            </a:pPr>
            <a:r>
              <a:rPr lang="en-US" altLang="zh-TW" sz="2800" b="0" strike="noStrike" spc="-1" dirty="0">
                <a:solidFill>
                  <a:srgbClr val="3F3F3F"/>
                </a:solidFill>
                <a:ea typeface="DejaVu Sans"/>
              </a:rPr>
              <a:t>How:</a:t>
            </a:r>
            <a:endParaRPr lang="en-US" altLang="zh-TW" sz="28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!disable</a:t>
            </a:r>
            <a:endParaRPr lang="en-US" altLang="zh-TW" sz="2000" b="0" strike="noStrike" spc="-1" dirty="0"/>
          </a:p>
          <a:p>
            <a:pPr marL="685800" lvl="1" indent="-227160">
              <a:lnSpc>
                <a:spcPct val="100000"/>
              </a:lnSpc>
              <a:buClr>
                <a:srgbClr val="3F3F3F"/>
              </a:buClr>
              <a:buFont typeface="Arial"/>
              <a:buChar char="•"/>
            </a:pPr>
            <a:r>
              <a:rPr lang="en-US" altLang="zh-TW" sz="2000" b="0" strike="noStrike" spc="-1" dirty="0">
                <a:solidFill>
                  <a:srgbClr val="3F3F3F"/>
                </a:solidFill>
                <a:ea typeface="DejaVu Sans"/>
              </a:rPr>
              <a:t>&lt;SOURCE_OVERRIDE_PATH&gt;</a:t>
            </a:r>
            <a:endParaRPr lang="en-US" altLang="zh-TW" sz="2000" b="0" strike="noStrike" spc="-1" dirty="0"/>
          </a:p>
          <a:p>
            <a:pPr marL="0" indent="0">
              <a:lnSpc>
                <a:spcPct val="100000"/>
              </a:lnSpc>
              <a:spcBef>
                <a:spcPts val="600"/>
              </a:spcBef>
              <a:buNone/>
            </a:pPr>
            <a:r>
              <a:rPr lang="en-US" altLang="zh-TW" sz="1600" b="1" strike="noStrike" spc="-1" dirty="0">
                <a:solidFill>
                  <a:srgbClr val="FF0000"/>
                </a:solidFill>
                <a:ea typeface="DejaVu Sans"/>
              </a:rPr>
              <a:t>!disable</a:t>
            </a: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InsydeModulePkg</a:t>
            </a:r>
            <a:r>
              <a:rPr lang="en-US" altLang="zh-TW" sz="1600" b="1" strike="noStrike" spc="-1" dirty="0">
                <a:solidFill>
                  <a:srgbClr val="3F3F3F"/>
                </a:solidFill>
                <a:ea typeface="DejaVu Sans"/>
              </a:rPr>
              <a:t>/Bus/Isa/Ps2KeyboardDxe/Ps2keyboardDxe.inf </a:t>
            </a:r>
            <a:endParaRPr lang="en-US" altLang="zh-TW" sz="1600" b="0" strike="noStrike" spc="-1" dirty="0"/>
          </a:p>
          <a:p>
            <a:pPr marL="0" indent="0">
              <a:lnSpc>
                <a:spcPct val="100000"/>
              </a:lnSpc>
              <a:spcBef>
                <a:spcPts val="600"/>
              </a:spcBef>
              <a:buNone/>
            </a:pPr>
            <a:r>
              <a:rPr lang="en-US" altLang="zh-TW" sz="1600" b="1" strike="noStrike" spc="-1" dirty="0" err="1">
                <a:solidFill>
                  <a:srgbClr val="3F3F3F"/>
                </a:solidFill>
                <a:ea typeface="DejaVu Sans"/>
              </a:rPr>
              <a:t>InsydeModulePkg</a:t>
            </a:r>
            <a:r>
              <a:rPr lang="en-US" altLang="zh-TW" sz="1600" b="1" strike="noStrike" spc="-1" dirty="0">
                <a:solidFill>
                  <a:srgbClr val="3F3F3F"/>
                </a:solidFill>
                <a:ea typeface="DejaVu Sans"/>
              </a:rPr>
              <a:t>/Bus/Isa/Ps2KeyboardDxe/Ps2keyboardDxe.inf {</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a:t>
            </a:r>
            <a:r>
              <a:rPr lang="en-US" altLang="zh-TW" sz="1600" b="1" strike="noStrike" spc="-1" dirty="0">
                <a:solidFill>
                  <a:srgbClr val="FF0000"/>
                </a:solidFill>
                <a:ea typeface="DejaVu Sans"/>
              </a:rPr>
              <a:t>&lt;SOURCE_OVERRIDE_PATH&gt;</a:t>
            </a:r>
            <a:r>
              <a:rPr lang="en-US" altLang="zh-TW" sz="1600" b="1" strike="noStrike" spc="-1" dirty="0">
                <a:solidFill>
                  <a:srgbClr val="3F3F3F"/>
                </a:solidFill>
                <a:ea typeface="DejaVu Sans"/>
              </a:rPr>
              <a:t>        </a:t>
            </a:r>
          </a:p>
          <a:p>
            <a:pPr marL="0" indent="0">
              <a:lnSpc>
                <a:spcPct val="100000"/>
              </a:lnSpc>
              <a:spcBef>
                <a:spcPts val="600"/>
              </a:spcBef>
              <a:buNone/>
            </a:pPr>
            <a:r>
              <a:rPr lang="en-US" altLang="zh-TW" sz="1600" b="1" strike="noStrike" spc="-1" dirty="0">
                <a:solidFill>
                  <a:srgbClr val="3F3F3F"/>
                </a:solidFill>
                <a:ea typeface="DejaVu Sans"/>
              </a:rPr>
              <a:t>            $(PROJECT_PKG)/Override/</a:t>
            </a:r>
            <a:r>
              <a:rPr lang="en-US" altLang="zh-TW" sz="1600" b="1" strike="noStrike" spc="-1" dirty="0" err="1">
                <a:solidFill>
                  <a:srgbClr val="3F3F3F"/>
                </a:solidFill>
                <a:ea typeface="DejaVu Sans"/>
              </a:rPr>
              <a:t>Insyde</a:t>
            </a: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InsydeModulePkg</a:t>
            </a:r>
            <a:r>
              <a:rPr lang="en-US" altLang="zh-TW" sz="1600" b="1" strike="noStrike" spc="-1" dirty="0">
                <a:solidFill>
                  <a:srgbClr val="3F3F3F"/>
                </a:solidFill>
                <a:ea typeface="DejaVu Sans"/>
              </a:rPr>
              <a:t>/Bus/Isa/Ps2KeyboardDxe</a:t>
            </a:r>
            <a:endParaRPr lang="en-US" altLang="zh-TW" sz="1600" b="0" strike="noStrike" spc="-1" dirty="0"/>
          </a:p>
          <a:p>
            <a:pPr marL="0" indent="0">
              <a:lnSpc>
                <a:spcPct val="100000"/>
              </a:lnSpc>
              <a:spcBef>
                <a:spcPts val="600"/>
              </a:spcBef>
              <a:buNone/>
            </a:pPr>
            <a:r>
              <a:rPr lang="en-US" altLang="zh-TW" sz="1600" b="1" strike="noStrike" spc="-1" dirty="0">
                <a:solidFill>
                  <a:srgbClr val="3F3F3F"/>
                </a:solidFill>
                <a:ea typeface="DejaVu Sans"/>
              </a:rPr>
              <a:t>} </a:t>
            </a:r>
            <a:endParaRPr lang="en-US" altLang="zh-TW" sz="1600" b="0" strike="noStrike" spc="-1" dirty="0"/>
          </a:p>
        </p:txBody>
      </p:sp>
      <p:sp>
        <p:nvSpPr>
          <p:cNvPr id="5" name="CustomShape 3">
            <a:extLst>
              <a:ext uri="{FF2B5EF4-FFF2-40B4-BE49-F238E27FC236}">
                <a16:creationId xmlns:a16="http://schemas.microsoft.com/office/drawing/2014/main" id="{6EC5A68C-C0E1-416E-84A3-95CA294FDFF2}"/>
              </a:ext>
            </a:extLst>
          </p:cNvPr>
          <p:cNvSpPr/>
          <p:nvPr/>
        </p:nvSpPr>
        <p:spPr>
          <a:xfrm>
            <a:off x="1004193" y="5662569"/>
            <a:ext cx="8304480" cy="514394"/>
          </a:xfrm>
          <a:prstGeom prst="rect">
            <a:avLst/>
          </a:prstGeom>
          <a:solidFill>
            <a:srgbClr val="FFBE3B"/>
          </a:solidFill>
          <a:ln w="9360">
            <a:solidFill>
              <a:srgbClr val="FF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400" b="0" strike="noStrike" spc="-1" dirty="0">
                <a:solidFill>
                  <a:srgbClr val="FF0000"/>
                </a:solidFill>
                <a:latin typeface="Segoe UI"/>
                <a:ea typeface="DejaVu Sans"/>
              </a:rPr>
              <a:t>Use of SOURCE_OVERRIDE_PATH is not recommended !!</a:t>
            </a:r>
            <a:endParaRPr lang="en-US" sz="2400" b="0" strike="noStrike" spc="-1" dirty="0">
              <a:latin typeface="Arial"/>
            </a:endParaRPr>
          </a:p>
        </p:txBody>
      </p:sp>
    </p:spTree>
    <p:extLst>
      <p:ext uri="{BB962C8B-B14F-4D97-AF65-F5344CB8AC3E}">
        <p14:creationId xmlns:p14="http://schemas.microsoft.com/office/powerpoint/2010/main" val="1529963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endParaRPr lang="en-US" sz="2000" dirty="0"/>
          </a:p>
        </p:txBody>
      </p:sp>
      <p:sp>
        <p:nvSpPr>
          <p:cNvPr id="3" name="Content Placeholder 2"/>
          <p:cNvSpPr>
            <a:spLocks noGrp="1"/>
          </p:cNvSpPr>
          <p:nvPr>
            <p:ph idx="1"/>
          </p:nvPr>
        </p:nvSpPr>
        <p:spPr/>
        <p:txBody>
          <a:bodyPr>
            <a:normAutofit/>
          </a:bodyPr>
          <a:lstStyle/>
          <a:p>
            <a:pPr marL="228600" indent="-226440">
              <a:lnSpc>
                <a:spcPct val="100000"/>
              </a:lnSpc>
              <a:buClr>
                <a:srgbClr val="3F3F3F"/>
              </a:buClr>
              <a:buFont typeface="Arial"/>
              <a:buChar char="•"/>
            </a:pPr>
            <a:r>
              <a:rPr lang="en-US" altLang="zh-TW" sz="3200" b="1" strike="noStrike" spc="-1" dirty="0">
                <a:solidFill>
                  <a:srgbClr val="3F3F3F"/>
                </a:solidFill>
                <a:latin typeface="Segoe UI"/>
                <a:ea typeface="DejaVu Sans"/>
              </a:rPr>
              <a:t>Support more than one override path:</a:t>
            </a:r>
            <a:endParaRPr lang="en-US" altLang="zh-TW" sz="32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a:t>
            </a:r>
            <a:r>
              <a:rPr lang="en-US" altLang="zh-TW" sz="1400" b="1" strike="noStrike" spc="-1" dirty="0" err="1">
                <a:solidFill>
                  <a:srgbClr val="3F3F3F"/>
                </a:solidFill>
                <a:latin typeface="Segoe UI"/>
                <a:ea typeface="DejaVu Sans"/>
              </a:rPr>
              <a:t>MdeModulePkg</a:t>
            </a:r>
            <a:r>
              <a:rPr lang="en-US" altLang="zh-TW" sz="1400" b="1" strike="noStrike" spc="-1" dirty="0">
                <a:solidFill>
                  <a:srgbClr val="3F3F3F"/>
                </a:solidFill>
                <a:latin typeface="Segoe UI"/>
                <a:ea typeface="DejaVu Sans"/>
              </a:rPr>
              <a:t>/Core/Pei/PeiMain.inf {</a:t>
            </a: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a:t>
            </a:r>
            <a:r>
              <a:rPr lang="en-US" altLang="zh-TW" sz="1400" b="1" strike="noStrike" spc="-1" dirty="0">
                <a:solidFill>
                  <a:srgbClr val="CE181E"/>
                </a:solidFill>
                <a:latin typeface="Segoe UI"/>
                <a:ea typeface="DejaVu Sans"/>
              </a:rPr>
              <a:t>&lt;</a:t>
            </a:r>
            <a:r>
              <a:rPr lang="en-US" altLang="zh-TW" sz="1400" b="1" strike="noStrike" spc="-1" dirty="0" err="1">
                <a:solidFill>
                  <a:srgbClr val="CE181E"/>
                </a:solidFill>
                <a:latin typeface="Segoe UI"/>
                <a:ea typeface="DejaVu Sans"/>
              </a:rPr>
              <a:t>LibraryClasses</a:t>
            </a:r>
            <a:r>
              <a:rPr lang="en-US" altLang="zh-TW" sz="1400" b="1" strike="noStrike" spc="-1" dirty="0">
                <a:solidFill>
                  <a:srgbClr val="CE181E"/>
                </a:solidFill>
                <a:latin typeface="Segoe UI"/>
                <a:ea typeface="DejaVu Sans"/>
              </a:rPr>
              <a:t>&gt;</a:t>
            </a: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a:t>
            </a:r>
            <a:r>
              <a:rPr lang="en-US" altLang="zh-TW" sz="1400" b="1" strike="noStrike" spc="-1" dirty="0" err="1">
                <a:solidFill>
                  <a:srgbClr val="3F3F3F"/>
                </a:solidFill>
                <a:latin typeface="Segoe UI"/>
                <a:ea typeface="DejaVu Sans"/>
              </a:rPr>
              <a:t>DebugLib|InsydeModulePkg</a:t>
            </a:r>
            <a:r>
              <a:rPr lang="en-US" altLang="zh-TW" sz="1400" b="1" strike="noStrike" spc="-1" dirty="0">
                <a:solidFill>
                  <a:srgbClr val="3F3F3F"/>
                </a:solidFill>
                <a:latin typeface="Segoe UI"/>
                <a:ea typeface="DejaVu Sans"/>
              </a:rPr>
              <a:t>/Library/</a:t>
            </a:r>
            <a:r>
              <a:rPr lang="en-US" altLang="zh-TW" sz="1400" b="1" strike="noStrike" spc="-1" dirty="0" err="1">
                <a:solidFill>
                  <a:srgbClr val="3F3F3F"/>
                </a:solidFill>
                <a:latin typeface="Segoe UI"/>
                <a:ea typeface="DejaVu Sans"/>
              </a:rPr>
              <a:t>PeiDxeDebugLibReportStatusCode</a:t>
            </a:r>
            <a:r>
              <a:rPr lang="en-US" altLang="zh-TW" sz="1400" b="1" strike="noStrike" spc="-1" dirty="0">
                <a:solidFill>
                  <a:srgbClr val="3F3F3F"/>
                </a:solidFill>
                <a:latin typeface="Segoe UI"/>
                <a:ea typeface="DejaVu Sans"/>
              </a:rPr>
              <a:t>/PeiDxeDebugLibReportStatusCode.inf</a:t>
            </a: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a:t>
            </a:r>
            <a:r>
              <a:rPr lang="en-US" altLang="zh-TW" sz="1400" b="1" strike="noStrike" spc="-1" dirty="0">
                <a:solidFill>
                  <a:srgbClr val="CE181E"/>
                </a:solidFill>
                <a:latin typeface="Segoe UI"/>
                <a:ea typeface="DejaVu Sans"/>
              </a:rPr>
              <a:t>&lt;SOURCE_OVERRIDE_PATH&gt;</a:t>
            </a: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a:t>
            </a:r>
            <a:r>
              <a:rPr lang="en-US" altLang="zh-TW" sz="1400" b="1" strike="noStrike" spc="-1" dirty="0" err="1">
                <a:solidFill>
                  <a:srgbClr val="3F3F3F"/>
                </a:solidFill>
                <a:latin typeface="Segoe UI"/>
                <a:ea typeface="DejaVu Sans"/>
              </a:rPr>
              <a:t>MdeModulePkg</a:t>
            </a:r>
            <a:r>
              <a:rPr lang="en-US" altLang="zh-TW" sz="1400" b="1" strike="noStrike" spc="-1" dirty="0">
                <a:solidFill>
                  <a:srgbClr val="3F3F3F"/>
                </a:solidFill>
                <a:latin typeface="Segoe UI"/>
                <a:ea typeface="DejaVu Sans"/>
              </a:rPr>
              <a:t>/Override/Core/Pei</a:t>
            </a: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$(RP_PKG)/Override/EDK2/</a:t>
            </a:r>
            <a:r>
              <a:rPr lang="en-US" altLang="zh-TW" sz="1400" b="1" strike="noStrike" spc="-1" dirty="0" err="1">
                <a:solidFill>
                  <a:srgbClr val="3F3F3F"/>
                </a:solidFill>
                <a:latin typeface="Segoe UI"/>
                <a:ea typeface="DejaVu Sans"/>
              </a:rPr>
              <a:t>MdeModulePkg</a:t>
            </a:r>
            <a:r>
              <a:rPr lang="en-US" altLang="zh-TW" sz="1400" b="1" strike="noStrike" spc="-1" dirty="0">
                <a:solidFill>
                  <a:srgbClr val="3F3F3F"/>
                </a:solidFill>
                <a:latin typeface="Segoe UI"/>
                <a:ea typeface="DejaVu Sans"/>
              </a:rPr>
              <a:t>/Core/Pei</a:t>
            </a: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a:t>
            </a:r>
            <a:endParaRPr lang="en-US" altLang="zh-TW" sz="1400" b="0" strike="noStrike" spc="-1" dirty="0">
              <a:latin typeface="Arial"/>
            </a:endParaRPr>
          </a:p>
          <a:p>
            <a:pPr marL="2160" indent="0">
              <a:lnSpc>
                <a:spcPct val="100000"/>
              </a:lnSpc>
              <a:spcBef>
                <a:spcPts val="300"/>
              </a:spcBef>
              <a:buNone/>
            </a:pPr>
            <a:endParaRPr lang="en-US" altLang="zh-TW" sz="1400" b="0" strike="noStrike" spc="-1" dirty="0">
              <a:latin typeface="Arial"/>
            </a:endParaRPr>
          </a:p>
          <a:p>
            <a:pPr marL="2160" indent="0">
              <a:lnSpc>
                <a:spcPct val="100000"/>
              </a:lnSpc>
              <a:spcBef>
                <a:spcPts val="300"/>
              </a:spcBef>
              <a:buClr>
                <a:srgbClr val="3F3F3F"/>
              </a:buClr>
              <a:buNone/>
            </a:pPr>
            <a:r>
              <a:rPr lang="en-US" altLang="zh-TW" sz="1400" b="1" strike="noStrike" spc="-1" dirty="0">
                <a:solidFill>
                  <a:srgbClr val="3F3F3F"/>
                </a:solidFill>
                <a:latin typeface="Segoe UI"/>
                <a:ea typeface="DejaVu Sans"/>
              </a:rPr>
              <a:t>  &lt;SOURCE_OVERRIDE_PATH&gt;</a:t>
            </a:r>
            <a:endParaRPr lang="en-US" altLang="zh-TW" sz="1400" b="0" strike="noStrike" spc="-1" dirty="0">
              <a:latin typeface="Arial"/>
            </a:endParaRPr>
          </a:p>
          <a:p>
            <a:pPr marL="2160" indent="0">
              <a:lnSpc>
                <a:spcPct val="100000"/>
              </a:lnSpc>
              <a:spcBef>
                <a:spcPts val="300"/>
              </a:spcBef>
              <a:buNone/>
            </a:pPr>
            <a:r>
              <a:rPr lang="en-US" altLang="zh-TW" sz="1400" b="1" strike="noStrike" spc="-1" dirty="0">
                <a:solidFill>
                  <a:srgbClr val="3F3F3F"/>
                </a:solidFill>
                <a:latin typeface="Segoe UI"/>
                <a:ea typeface="DejaVu Sans"/>
              </a:rPr>
              <a:t>          Path1  (Low Priority)</a:t>
            </a:r>
            <a:endParaRPr lang="en-US" altLang="zh-TW" sz="1400" b="0" strike="noStrike" spc="-1" dirty="0">
              <a:latin typeface="Arial"/>
            </a:endParaRPr>
          </a:p>
          <a:p>
            <a:pPr marL="2160" indent="0">
              <a:lnSpc>
                <a:spcPct val="100000"/>
              </a:lnSpc>
              <a:spcBef>
                <a:spcPts val="300"/>
              </a:spcBef>
              <a:buNone/>
            </a:pPr>
            <a:r>
              <a:rPr lang="en-US" altLang="zh-TW" sz="1400" b="1" strike="noStrike" spc="-1" dirty="0">
                <a:solidFill>
                  <a:srgbClr val="3F3F3F"/>
                </a:solidFill>
                <a:latin typeface="Segoe UI"/>
                <a:ea typeface="DejaVu Sans"/>
              </a:rPr>
              <a:t>          Path2</a:t>
            </a:r>
            <a:endParaRPr lang="en-US" altLang="zh-TW" sz="1400" b="0" strike="noStrike" spc="-1" dirty="0">
              <a:latin typeface="Arial"/>
            </a:endParaRPr>
          </a:p>
          <a:p>
            <a:pPr marL="2160" indent="0">
              <a:lnSpc>
                <a:spcPct val="100000"/>
              </a:lnSpc>
              <a:spcBef>
                <a:spcPts val="300"/>
              </a:spcBef>
              <a:buNone/>
            </a:pPr>
            <a:r>
              <a:rPr lang="en-US" altLang="zh-TW" sz="1400" b="1" strike="noStrike" spc="-1" dirty="0">
                <a:solidFill>
                  <a:srgbClr val="3F3F3F"/>
                </a:solidFill>
                <a:latin typeface="Segoe UI"/>
                <a:ea typeface="DejaVu Sans"/>
              </a:rPr>
              <a:t>          Path3  (High priority)</a:t>
            </a:r>
            <a:endParaRPr lang="en-US" altLang="zh-TW" sz="1400" b="0" strike="noStrike" spc="-1" dirty="0">
              <a:latin typeface="Arial"/>
            </a:endParaRPr>
          </a:p>
          <a:p>
            <a:pPr marL="228600" indent="-226440">
              <a:lnSpc>
                <a:spcPct val="100000"/>
              </a:lnSpc>
            </a:pPr>
            <a:endParaRPr lang="en-US" altLang="zh-TW" sz="1600" b="0" strike="noStrike" spc="-1" dirty="0">
              <a:latin typeface="Arial"/>
            </a:endParaRPr>
          </a:p>
        </p:txBody>
      </p:sp>
    </p:spTree>
    <p:extLst>
      <p:ext uri="{BB962C8B-B14F-4D97-AF65-F5344CB8AC3E}">
        <p14:creationId xmlns:p14="http://schemas.microsoft.com/office/powerpoint/2010/main" val="1542697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Use Override</a:t>
            </a:r>
            <a:br>
              <a:rPr lang="en-US" dirty="0"/>
            </a:br>
            <a:r>
              <a:rPr lang="en-US" sz="2200" dirty="0" err="1"/>
              <a:t>Override</a:t>
            </a:r>
            <a:r>
              <a:rPr lang="en-US" sz="2200" dirty="0"/>
              <a:t> in </a:t>
            </a:r>
            <a:r>
              <a:rPr lang="en-US" sz="2200" dirty="0" err="1"/>
              <a:t>Project.dsc</a:t>
            </a:r>
            <a:endParaRPr lang="en-US" sz="2200" dirty="0"/>
          </a:p>
        </p:txBody>
      </p:sp>
      <p:grpSp>
        <p:nvGrpSpPr>
          <p:cNvPr id="25" name="群組 24">
            <a:extLst>
              <a:ext uri="{FF2B5EF4-FFF2-40B4-BE49-F238E27FC236}">
                <a16:creationId xmlns:a16="http://schemas.microsoft.com/office/drawing/2014/main" id="{6438FB66-2666-440C-B732-4F1980675EA1}"/>
              </a:ext>
            </a:extLst>
          </p:cNvPr>
          <p:cNvGrpSpPr/>
          <p:nvPr/>
        </p:nvGrpSpPr>
        <p:grpSpPr>
          <a:xfrm>
            <a:off x="1723800" y="1424160"/>
            <a:ext cx="8550260" cy="4669920"/>
            <a:chOff x="207000" y="1424160"/>
            <a:chExt cx="8550260" cy="4669920"/>
          </a:xfrm>
        </p:grpSpPr>
        <p:sp>
          <p:nvSpPr>
            <p:cNvPr id="26" name="CustomShape 2">
              <a:extLst>
                <a:ext uri="{FF2B5EF4-FFF2-40B4-BE49-F238E27FC236}">
                  <a16:creationId xmlns:a16="http://schemas.microsoft.com/office/drawing/2014/main" id="{87F7B913-5317-434F-A3D2-23F4CA712D1F}"/>
                </a:ext>
              </a:extLst>
            </p:cNvPr>
            <p:cNvSpPr/>
            <p:nvPr/>
          </p:nvSpPr>
          <p:spPr>
            <a:xfrm>
              <a:off x="207000" y="1424160"/>
              <a:ext cx="3139920" cy="783720"/>
            </a:xfrm>
            <a:prstGeom prst="roundRect">
              <a:avLst>
                <a:gd name="adj" fmla="val 10000"/>
              </a:avLst>
            </a:prstGeom>
            <a:solidFill>
              <a:schemeClr val="accent1">
                <a:hueOff val="0"/>
                <a:satOff val="0"/>
                <a:lumOff val="0"/>
                <a:alphaOff val="0"/>
              </a:schemeClr>
            </a:solidFill>
            <a:ln>
              <a:noFill/>
            </a:ln>
            <a:effectLst>
              <a:outerShdw blurRad="40000" dist="2304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2">
              <a:scrgbClr r="0" g="0" b="0"/>
            </a:effectRef>
            <a:fontRef idx="minor"/>
          </p:style>
          <p:txBody>
            <a:bodyPr lIns="48600" tIns="48600" rIns="25560" bIns="48600" anchor="ctr">
              <a:noAutofit/>
            </a:bodyPr>
            <a:lstStyle/>
            <a:p>
              <a:pPr algn="ctr">
                <a:lnSpc>
                  <a:spcPct val="90000"/>
                </a:lnSpc>
              </a:pPr>
              <a:r>
                <a:rPr lang="en-US" sz="2000" b="1" strike="noStrike" spc="-1">
                  <a:solidFill>
                    <a:srgbClr val="FFFFFF"/>
                  </a:solidFill>
                  <a:latin typeface="Segoe UI"/>
                  <a:ea typeface="DejaVu Sans"/>
                </a:rPr>
                <a:t>Syntax</a:t>
              </a:r>
              <a:endParaRPr lang="en-US" sz="2000" b="0" strike="noStrike" spc="-1">
                <a:latin typeface="Arial"/>
              </a:endParaRPr>
            </a:p>
          </p:txBody>
        </p:sp>
        <p:sp>
          <p:nvSpPr>
            <p:cNvPr id="27" name="CustomShape 3">
              <a:extLst>
                <a:ext uri="{FF2B5EF4-FFF2-40B4-BE49-F238E27FC236}">
                  <a16:creationId xmlns:a16="http://schemas.microsoft.com/office/drawing/2014/main" id="{4ADFE3C4-A89E-480E-B3F2-DCBF24172F22}"/>
                </a:ext>
              </a:extLst>
            </p:cNvPr>
            <p:cNvSpPr/>
            <p:nvPr/>
          </p:nvSpPr>
          <p:spPr>
            <a:xfrm rot="5400000">
              <a:off x="1710360" y="22780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28" name="CustomShape 4">
              <a:extLst>
                <a:ext uri="{FF2B5EF4-FFF2-40B4-BE49-F238E27FC236}">
                  <a16:creationId xmlns:a16="http://schemas.microsoft.com/office/drawing/2014/main" id="{B53C42AF-68A7-438A-A460-387A93B56271}"/>
                </a:ext>
              </a:extLst>
            </p:cNvPr>
            <p:cNvSpPr/>
            <p:nvPr/>
          </p:nvSpPr>
          <p:spPr>
            <a:xfrm>
              <a:off x="207000" y="24843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FF0000"/>
                  </a:solidFill>
                  <a:latin typeface="Segoe UI"/>
                  <a:ea typeface="DejaVu Sans"/>
                </a:rPr>
                <a:t>!disable</a:t>
              </a:r>
              <a:r>
                <a:rPr lang="en-US" sz="1600" b="1" strike="noStrike" spc="-1">
                  <a:solidFill>
                    <a:srgbClr val="3F3F3F"/>
                  </a:solidFill>
                  <a:latin typeface="Segoe UI"/>
                  <a:ea typeface="DejaVu Sans"/>
                </a:rPr>
                <a:t> </a:t>
              </a:r>
              <a:r>
                <a:rPr lang="en-US" sz="1600" b="1" strike="noStrike" spc="-1">
                  <a:solidFill>
                    <a:srgbClr val="004D2B"/>
                  </a:solidFill>
                  <a:latin typeface="Segoe UI"/>
                  <a:ea typeface="DejaVu Sans"/>
                </a:rPr>
                <a:t>Original_Path</a:t>
              </a:r>
              <a:r>
                <a:rPr lang="en-US" sz="1600" b="0" strike="noStrike" spc="-1">
                  <a:solidFill>
                    <a:srgbClr val="3F3F3F"/>
                  </a:solidFill>
                  <a:latin typeface="Segoe UI"/>
                  <a:ea typeface="DejaVu Sans"/>
                </a:rPr>
                <a:t>/</a:t>
              </a:r>
              <a:r>
                <a:rPr lang="en-US" sz="1600" b="0" strike="noStrike" spc="-1">
                  <a:solidFill>
                    <a:srgbClr val="0070C0"/>
                  </a:solidFill>
                  <a:latin typeface="Segoe UI"/>
                  <a:ea typeface="DejaVu Sans"/>
                </a:rPr>
                <a:t>Module.inf</a:t>
              </a:r>
              <a:endParaRPr lang="en-US" sz="1600" b="0" strike="noStrike" spc="-1">
                <a:latin typeface="Arial"/>
              </a:endParaRPr>
            </a:p>
          </p:txBody>
        </p:sp>
        <p:sp>
          <p:nvSpPr>
            <p:cNvPr id="29" name="CustomShape 5">
              <a:extLst>
                <a:ext uri="{FF2B5EF4-FFF2-40B4-BE49-F238E27FC236}">
                  <a16:creationId xmlns:a16="http://schemas.microsoft.com/office/drawing/2014/main" id="{A018D6E1-C05E-4C4D-8231-2D7167D6949B}"/>
                </a:ext>
              </a:extLst>
            </p:cNvPr>
            <p:cNvSpPr/>
            <p:nvPr/>
          </p:nvSpPr>
          <p:spPr>
            <a:xfrm rot="5400000">
              <a:off x="1710360" y="33382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0" name="CustomShape 6">
              <a:extLst>
                <a:ext uri="{FF2B5EF4-FFF2-40B4-BE49-F238E27FC236}">
                  <a16:creationId xmlns:a16="http://schemas.microsoft.com/office/drawing/2014/main" id="{299EE7BF-6971-457F-A36F-F2F63D198ABD}"/>
                </a:ext>
              </a:extLst>
            </p:cNvPr>
            <p:cNvSpPr/>
            <p:nvPr/>
          </p:nvSpPr>
          <p:spPr>
            <a:xfrm>
              <a:off x="207000" y="35445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004D2B"/>
                  </a:solidFill>
                  <a:latin typeface="Segoe UI"/>
                  <a:ea typeface="DejaVu Sans"/>
                </a:rPr>
                <a:t>Original_Path</a:t>
              </a:r>
              <a:r>
                <a:rPr lang="en-US" sz="1600" b="0" strike="noStrike" spc="-1">
                  <a:solidFill>
                    <a:srgbClr val="3F3F3F"/>
                  </a:solidFill>
                  <a:latin typeface="Segoe UI"/>
                  <a:ea typeface="DejaVu Sans"/>
                </a:rPr>
                <a:t>/</a:t>
              </a:r>
              <a:r>
                <a:rPr lang="en-US" sz="1600" b="0" strike="noStrike" spc="-1">
                  <a:solidFill>
                    <a:srgbClr val="0070C0"/>
                  </a:solidFill>
                  <a:latin typeface="Segoe UI"/>
                  <a:ea typeface="DejaVu Sans"/>
                </a:rPr>
                <a:t>Module.inf </a:t>
              </a:r>
              <a:r>
                <a:rPr lang="en-US" sz="1600" b="0" strike="noStrike" spc="-1">
                  <a:solidFill>
                    <a:srgbClr val="3F3F3F"/>
                  </a:solidFill>
                  <a:latin typeface="Segoe UI"/>
                  <a:ea typeface="DejaVu Sans"/>
                </a:rPr>
                <a:t> {</a:t>
              </a:r>
              <a:endParaRPr lang="en-US" sz="1600" b="0" strike="noStrike" spc="-1">
                <a:latin typeface="Arial"/>
              </a:endParaRPr>
            </a:p>
          </p:txBody>
        </p:sp>
        <p:sp>
          <p:nvSpPr>
            <p:cNvPr id="31" name="CustomShape 7">
              <a:extLst>
                <a:ext uri="{FF2B5EF4-FFF2-40B4-BE49-F238E27FC236}">
                  <a16:creationId xmlns:a16="http://schemas.microsoft.com/office/drawing/2014/main" id="{E8F3C8CB-0900-4875-87EB-52A5F50AD893}"/>
                </a:ext>
              </a:extLst>
            </p:cNvPr>
            <p:cNvSpPr/>
            <p:nvPr/>
          </p:nvSpPr>
          <p:spPr>
            <a:xfrm rot="5400000">
              <a:off x="1710360" y="43984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2" name="CustomShape 8">
              <a:extLst>
                <a:ext uri="{FF2B5EF4-FFF2-40B4-BE49-F238E27FC236}">
                  <a16:creationId xmlns:a16="http://schemas.microsoft.com/office/drawing/2014/main" id="{0AA157C3-83CD-4E62-A369-5ECBEA8C985D}"/>
                </a:ext>
              </a:extLst>
            </p:cNvPr>
            <p:cNvSpPr/>
            <p:nvPr/>
          </p:nvSpPr>
          <p:spPr>
            <a:xfrm>
              <a:off x="207000" y="4604760"/>
              <a:ext cx="3139920" cy="42948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32760" tIns="32760" rIns="20160" bIns="32760" anchor="ctr">
              <a:noAutofit/>
            </a:bodyPr>
            <a:lstStyle/>
            <a:p>
              <a:pPr algn="ctr">
                <a:lnSpc>
                  <a:spcPct val="90000"/>
                </a:lnSpc>
              </a:pPr>
              <a:r>
                <a:rPr lang="en-US" sz="1600" b="0" strike="noStrike" spc="-1">
                  <a:solidFill>
                    <a:srgbClr val="FF0000"/>
                  </a:solidFill>
                  <a:latin typeface="Segoe UI"/>
                  <a:ea typeface="DejaVu Sans"/>
                </a:rPr>
                <a:t>&lt;</a:t>
              </a:r>
              <a:r>
                <a:rPr lang="en-US" sz="1600" b="1" strike="noStrike" spc="-1">
                  <a:solidFill>
                    <a:srgbClr val="FF0000"/>
                  </a:solidFill>
                  <a:latin typeface="Segoe UI"/>
                  <a:ea typeface="DejaVu Sans"/>
                </a:rPr>
                <a:t>SOURCE_OVERRIDE_PATH</a:t>
              </a:r>
              <a:r>
                <a:rPr lang="en-US" sz="1600" b="0" strike="noStrike" spc="-1">
                  <a:solidFill>
                    <a:srgbClr val="FF0000"/>
                  </a:solidFill>
                  <a:latin typeface="Segoe UI"/>
                  <a:ea typeface="DejaVu Sans"/>
                </a:rPr>
                <a:t>&gt;</a:t>
              </a:r>
              <a:endParaRPr lang="en-US" sz="1600" b="0" strike="noStrike" spc="-1">
                <a:latin typeface="Arial"/>
              </a:endParaRPr>
            </a:p>
          </p:txBody>
        </p:sp>
        <p:sp>
          <p:nvSpPr>
            <p:cNvPr id="33" name="CustomShape 9">
              <a:extLst>
                <a:ext uri="{FF2B5EF4-FFF2-40B4-BE49-F238E27FC236}">
                  <a16:creationId xmlns:a16="http://schemas.microsoft.com/office/drawing/2014/main" id="{8B8B549D-3547-41BA-AE53-CF8DC6B0D486}"/>
                </a:ext>
              </a:extLst>
            </p:cNvPr>
            <p:cNvSpPr/>
            <p:nvPr/>
          </p:nvSpPr>
          <p:spPr>
            <a:xfrm rot="5400000">
              <a:off x="1710360" y="510444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4" name="CustomShape 10">
              <a:extLst>
                <a:ext uri="{FF2B5EF4-FFF2-40B4-BE49-F238E27FC236}">
                  <a16:creationId xmlns:a16="http://schemas.microsoft.com/office/drawing/2014/main" id="{947274A7-5034-49A9-9200-715489AEDCA7}"/>
                </a:ext>
              </a:extLst>
            </p:cNvPr>
            <p:cNvSpPr/>
            <p:nvPr/>
          </p:nvSpPr>
          <p:spPr>
            <a:xfrm>
              <a:off x="207000" y="5310360"/>
              <a:ext cx="31399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gn="ctr">
                <a:lnSpc>
                  <a:spcPct val="90000"/>
                </a:lnSpc>
              </a:pPr>
              <a:r>
                <a:rPr lang="en-US" sz="1600" b="1" strike="noStrike" spc="-1">
                  <a:solidFill>
                    <a:srgbClr val="C00000"/>
                  </a:solidFill>
                  <a:latin typeface="Segoe UI"/>
                  <a:ea typeface="DejaVu Sans"/>
                </a:rPr>
                <a:t>Override_Path</a:t>
              </a:r>
              <a:r>
                <a:rPr lang="en-US" sz="1600" b="0" strike="noStrike" spc="-1">
                  <a:solidFill>
                    <a:srgbClr val="3F3F3F"/>
                  </a:solidFill>
                  <a:latin typeface="Segoe UI"/>
                  <a:ea typeface="DejaVu Sans"/>
                </a:rPr>
                <a:t>}</a:t>
              </a:r>
              <a:endParaRPr lang="en-US" sz="1600" b="0" strike="noStrike" spc="-1">
                <a:latin typeface="Arial"/>
              </a:endParaRPr>
            </a:p>
          </p:txBody>
        </p:sp>
        <p:sp>
          <p:nvSpPr>
            <p:cNvPr id="35" name="CustomShape 11">
              <a:extLst>
                <a:ext uri="{FF2B5EF4-FFF2-40B4-BE49-F238E27FC236}">
                  <a16:creationId xmlns:a16="http://schemas.microsoft.com/office/drawing/2014/main" id="{A69E8250-7688-4DF4-B0CE-ED961CD310C8}"/>
                </a:ext>
              </a:extLst>
            </p:cNvPr>
            <p:cNvSpPr/>
            <p:nvPr/>
          </p:nvSpPr>
          <p:spPr>
            <a:xfrm>
              <a:off x="3812040" y="1424160"/>
              <a:ext cx="4945220" cy="783720"/>
            </a:xfrm>
            <a:prstGeom prst="roundRect">
              <a:avLst>
                <a:gd name="adj" fmla="val 10000"/>
              </a:avLst>
            </a:prstGeom>
            <a:solidFill>
              <a:schemeClr val="accent1">
                <a:hueOff val="0"/>
                <a:satOff val="0"/>
                <a:lumOff val="0"/>
                <a:alphaOff val="0"/>
              </a:schemeClr>
            </a:solidFill>
            <a:ln>
              <a:noFill/>
            </a:ln>
            <a:effectLst>
              <a:outerShdw blurRad="40000" dist="2304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2">
              <a:scrgbClr r="0" g="0" b="0"/>
            </a:effectRef>
            <a:fontRef idx="minor"/>
          </p:style>
          <p:txBody>
            <a:bodyPr lIns="48600" tIns="48600" rIns="25560" bIns="48600" anchor="ctr">
              <a:noAutofit/>
            </a:bodyPr>
            <a:lstStyle/>
            <a:p>
              <a:pPr algn="ctr">
                <a:lnSpc>
                  <a:spcPct val="90000"/>
                </a:lnSpc>
              </a:pPr>
              <a:r>
                <a:rPr lang="en-US" sz="2000" b="1" strike="noStrike" spc="-1">
                  <a:solidFill>
                    <a:srgbClr val="FFFFFF"/>
                  </a:solidFill>
                  <a:latin typeface="Segoe UI"/>
                  <a:ea typeface="DejaVu Sans"/>
                </a:rPr>
                <a:t>Example</a:t>
              </a:r>
              <a:endParaRPr lang="en-US" sz="2000" b="0" strike="noStrike" spc="-1">
                <a:latin typeface="Arial"/>
              </a:endParaRPr>
            </a:p>
          </p:txBody>
        </p:sp>
        <p:sp>
          <p:nvSpPr>
            <p:cNvPr id="36" name="CustomShape 12">
              <a:extLst>
                <a:ext uri="{FF2B5EF4-FFF2-40B4-BE49-F238E27FC236}">
                  <a16:creationId xmlns:a16="http://schemas.microsoft.com/office/drawing/2014/main" id="{BAB8BA43-2678-4507-8B59-AEC7CB6EC668}"/>
                </a:ext>
              </a:extLst>
            </p:cNvPr>
            <p:cNvSpPr/>
            <p:nvPr/>
          </p:nvSpPr>
          <p:spPr>
            <a:xfrm rot="5400000">
              <a:off x="6216610" y="2294315"/>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7" name="CustomShape 13">
              <a:extLst>
                <a:ext uri="{FF2B5EF4-FFF2-40B4-BE49-F238E27FC236}">
                  <a16:creationId xmlns:a16="http://schemas.microsoft.com/office/drawing/2014/main" id="{21D28E48-CA55-4876-857D-476CECFEB8C4}"/>
                </a:ext>
              </a:extLst>
            </p:cNvPr>
            <p:cNvSpPr/>
            <p:nvPr/>
          </p:nvSpPr>
          <p:spPr>
            <a:xfrm>
              <a:off x="3812040" y="2484360"/>
              <a:ext cx="49452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1" strike="noStrike" spc="-1" dirty="0">
                  <a:solidFill>
                    <a:srgbClr val="FF0000"/>
                  </a:solidFill>
                  <a:latin typeface="Segoe UI"/>
                  <a:ea typeface="DejaVu Sans"/>
                </a:rPr>
                <a:t>!disable </a:t>
              </a:r>
              <a:r>
                <a:rPr lang="en-US" sz="1600" b="0" strike="noStrike" spc="-1" dirty="0" err="1">
                  <a:solidFill>
                    <a:srgbClr val="004D2B"/>
                  </a:solidFill>
                  <a:latin typeface="Segoe UI"/>
                  <a:ea typeface="DejaVu Sans"/>
                </a:rPr>
                <a:t>MdeModulePkg</a:t>
              </a:r>
              <a:r>
                <a:rPr lang="en-US" sz="1600" b="0" strike="noStrike" spc="-1" dirty="0">
                  <a:solidFill>
                    <a:srgbClr val="004D2B"/>
                  </a:solidFill>
                  <a:latin typeface="Segoe UI"/>
                  <a:ea typeface="DejaVu Sans"/>
                </a:rPr>
                <a:t>/Universal/</a:t>
              </a:r>
              <a:r>
                <a:rPr lang="en-US" sz="1600" b="0" strike="noStrike" spc="-1" dirty="0" err="1">
                  <a:solidFill>
                    <a:srgbClr val="004D2B"/>
                  </a:solidFill>
                  <a:latin typeface="Segoe UI"/>
                  <a:ea typeface="DejaVu Sans"/>
                </a:rPr>
                <a:t>StatusCodeHandler</a:t>
              </a:r>
              <a:r>
                <a:rPr lang="en-US" sz="1600" b="0" strike="noStrike" spc="-1" dirty="0">
                  <a:solidFill>
                    <a:srgbClr val="004D2B"/>
                  </a:solidFill>
                  <a:latin typeface="Segoe UI"/>
                  <a:ea typeface="DejaVu Sans"/>
                </a:rPr>
                <a:t>/</a:t>
              </a:r>
              <a:r>
                <a:rPr lang="en-US" sz="1600" b="0" strike="noStrike" spc="-1" dirty="0" err="1">
                  <a:solidFill>
                    <a:srgbClr val="004D2B"/>
                  </a:solidFill>
                  <a:latin typeface="Segoe UI"/>
                  <a:ea typeface="DejaVu Sans"/>
                </a:rPr>
                <a:t>Smm</a:t>
              </a:r>
              <a:r>
                <a:rPr lang="en-US" sz="1600" b="0" strike="noStrike" spc="-1" dirty="0">
                  <a:solidFill>
                    <a:srgbClr val="004D2B"/>
                  </a:solidFill>
                  <a:latin typeface="Segoe UI"/>
                  <a:ea typeface="DejaVu Sans"/>
                </a:rPr>
                <a:t>/</a:t>
              </a:r>
              <a:r>
                <a:rPr lang="en-US" sz="1600" spc="-1" dirty="0">
                  <a:solidFill>
                    <a:srgbClr val="0070C0"/>
                  </a:solidFill>
                  <a:latin typeface="Segoe UI"/>
                </a:rPr>
                <a:t>StatusCodeHandlerSmm.inf</a:t>
              </a:r>
            </a:p>
          </p:txBody>
        </p:sp>
        <p:sp>
          <p:nvSpPr>
            <p:cNvPr id="38" name="CustomShape 14">
              <a:extLst>
                <a:ext uri="{FF2B5EF4-FFF2-40B4-BE49-F238E27FC236}">
                  <a16:creationId xmlns:a16="http://schemas.microsoft.com/office/drawing/2014/main" id="{800B7D25-47F9-479B-8758-E4EDB11AB95D}"/>
                </a:ext>
              </a:extLst>
            </p:cNvPr>
            <p:cNvSpPr/>
            <p:nvPr/>
          </p:nvSpPr>
          <p:spPr>
            <a:xfrm rot="5400000">
              <a:off x="6216610" y="3321479"/>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39" name="CustomShape 15">
              <a:extLst>
                <a:ext uri="{FF2B5EF4-FFF2-40B4-BE49-F238E27FC236}">
                  <a16:creationId xmlns:a16="http://schemas.microsoft.com/office/drawing/2014/main" id="{70965F00-D0B1-49DB-8D39-711466F3ACA6}"/>
                </a:ext>
              </a:extLst>
            </p:cNvPr>
            <p:cNvSpPr/>
            <p:nvPr/>
          </p:nvSpPr>
          <p:spPr>
            <a:xfrm>
              <a:off x="3812040" y="3544560"/>
              <a:ext cx="494522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0" strike="noStrike" spc="-1" dirty="0" err="1">
                  <a:solidFill>
                    <a:srgbClr val="004D2B"/>
                  </a:solidFill>
                  <a:latin typeface="Segoe UI"/>
                  <a:ea typeface="DejaVu Sans"/>
                </a:rPr>
                <a:t>MdeModulePkg</a:t>
              </a:r>
              <a:r>
                <a:rPr lang="en-US" sz="1600" b="0" strike="noStrike" spc="-1" dirty="0">
                  <a:solidFill>
                    <a:srgbClr val="004D2B"/>
                  </a:solidFill>
                  <a:latin typeface="Segoe UI"/>
                  <a:ea typeface="DejaVu Sans"/>
                </a:rPr>
                <a:t>/Universal/</a:t>
              </a:r>
              <a:r>
                <a:rPr lang="en-US" sz="1600" b="0" strike="noStrike" spc="-1" dirty="0" err="1">
                  <a:solidFill>
                    <a:srgbClr val="004D2B"/>
                  </a:solidFill>
                  <a:latin typeface="Segoe UI"/>
                  <a:ea typeface="DejaVu Sans"/>
                </a:rPr>
                <a:t>StatusCodeHandler</a:t>
              </a:r>
              <a:r>
                <a:rPr lang="en-US" sz="1600" b="0" strike="noStrike" spc="-1" dirty="0">
                  <a:solidFill>
                    <a:srgbClr val="004D2B"/>
                  </a:solidFill>
                  <a:latin typeface="Segoe UI"/>
                  <a:ea typeface="DejaVu Sans"/>
                </a:rPr>
                <a:t>/</a:t>
              </a:r>
              <a:r>
                <a:rPr lang="en-US" sz="1600" b="0" strike="noStrike" spc="-1" dirty="0" err="1">
                  <a:solidFill>
                    <a:srgbClr val="004D2B"/>
                  </a:solidFill>
                  <a:latin typeface="Segoe UI"/>
                  <a:ea typeface="DejaVu Sans"/>
                </a:rPr>
                <a:t>Smm</a:t>
              </a:r>
              <a:r>
                <a:rPr lang="en-US" sz="1600" b="0" strike="noStrike" spc="-1" dirty="0">
                  <a:solidFill>
                    <a:srgbClr val="004D2B"/>
                  </a:solidFill>
                  <a:latin typeface="Segoe UI"/>
                  <a:ea typeface="DejaVu Sans"/>
                </a:rPr>
                <a:t>/</a:t>
              </a:r>
              <a:r>
                <a:rPr lang="en-US" sz="1600" spc="-1" dirty="0">
                  <a:solidFill>
                    <a:srgbClr val="0070C0"/>
                  </a:solidFill>
                  <a:latin typeface="Segoe UI"/>
                </a:rPr>
                <a:t>StatusCodeHandlerSmm.inf </a:t>
              </a:r>
              <a:r>
                <a:rPr lang="en-US" sz="1600" b="1" spc="-1" dirty="0">
                  <a:solidFill>
                    <a:srgbClr val="C00000"/>
                  </a:solidFill>
                  <a:latin typeface="Segoe UI"/>
                </a:rPr>
                <a:t>{</a:t>
              </a:r>
            </a:p>
          </p:txBody>
        </p:sp>
        <p:sp>
          <p:nvSpPr>
            <p:cNvPr id="40" name="CustomShape 16">
              <a:extLst>
                <a:ext uri="{FF2B5EF4-FFF2-40B4-BE49-F238E27FC236}">
                  <a16:creationId xmlns:a16="http://schemas.microsoft.com/office/drawing/2014/main" id="{024C96FB-1B26-4A22-A9F4-CB26E84892E8}"/>
                </a:ext>
              </a:extLst>
            </p:cNvPr>
            <p:cNvSpPr/>
            <p:nvPr/>
          </p:nvSpPr>
          <p:spPr>
            <a:xfrm rot="5400000">
              <a:off x="6216610" y="439848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41" name="CustomShape 17">
              <a:extLst>
                <a:ext uri="{FF2B5EF4-FFF2-40B4-BE49-F238E27FC236}">
                  <a16:creationId xmlns:a16="http://schemas.microsoft.com/office/drawing/2014/main" id="{B5EAAA6C-068D-4667-A455-356F40E64575}"/>
                </a:ext>
              </a:extLst>
            </p:cNvPr>
            <p:cNvSpPr/>
            <p:nvPr/>
          </p:nvSpPr>
          <p:spPr>
            <a:xfrm>
              <a:off x="3812040" y="4604760"/>
              <a:ext cx="4945220" cy="42948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32760" tIns="32760" rIns="20160" bIns="32760" anchor="ctr">
              <a:noAutofit/>
            </a:bodyPr>
            <a:lstStyle/>
            <a:p>
              <a:pPr algn="ctr">
                <a:lnSpc>
                  <a:spcPct val="90000"/>
                </a:lnSpc>
              </a:pPr>
              <a:r>
                <a:rPr lang="en-US" sz="1600" b="1" strike="noStrike" spc="-1">
                  <a:solidFill>
                    <a:srgbClr val="FF0000"/>
                  </a:solidFill>
                  <a:latin typeface="Segoe UI"/>
                  <a:ea typeface="DejaVu Sans"/>
                </a:rPr>
                <a:t>&lt;SOURCE_OVERRIDE_PATH&gt;</a:t>
              </a:r>
              <a:endParaRPr lang="en-US" sz="1600" b="0" strike="noStrike" spc="-1">
                <a:latin typeface="Arial"/>
              </a:endParaRPr>
            </a:p>
          </p:txBody>
        </p:sp>
        <p:sp>
          <p:nvSpPr>
            <p:cNvPr id="42" name="CustomShape 18">
              <a:extLst>
                <a:ext uri="{FF2B5EF4-FFF2-40B4-BE49-F238E27FC236}">
                  <a16:creationId xmlns:a16="http://schemas.microsoft.com/office/drawing/2014/main" id="{31F51B9B-1777-4A0C-98A7-12767C25FA1F}"/>
                </a:ext>
              </a:extLst>
            </p:cNvPr>
            <p:cNvSpPr/>
            <p:nvPr/>
          </p:nvSpPr>
          <p:spPr>
            <a:xfrm rot="5400000">
              <a:off x="6216610" y="5104440"/>
              <a:ext cx="136080" cy="136080"/>
            </a:xfrm>
            <a:prstGeom prst="rightArrow">
              <a:avLst>
                <a:gd name="adj1" fmla="val 66700"/>
                <a:gd name="adj2" fmla="val 50000"/>
              </a:avLst>
            </a:prstGeom>
            <a:solidFill>
              <a:schemeClr val="accent1">
                <a:tint val="60000"/>
                <a:hueOff val="0"/>
                <a:satOff val="0"/>
                <a:lumOff val="0"/>
                <a:alphaOff val="0"/>
              </a:schemeClr>
            </a:solidFill>
            <a:ln>
              <a:noFill/>
            </a:ln>
            <a:scene3d>
              <a:camera prst="orthographicFront">
                <a:rot lat="0" lon="0" rev="0"/>
              </a:camera>
              <a:lightRig rig="contrasting" dir="t">
                <a:rot lat="0" lon="0" rev="1200000"/>
              </a:lightRig>
            </a:scene3d>
            <a:sp3d z="-182000" contourW="19050" prstMaterial="metal">
              <a:bevelT w="88900" h="203200"/>
              <a:bevelB w="165100" h="254000"/>
            </a:sp3d>
          </p:spPr>
          <p:style>
            <a:lnRef idx="0">
              <a:scrgbClr r="0" g="0" b="0"/>
            </a:lnRef>
            <a:fillRef idx="0">
              <a:scrgbClr r="0" g="0" b="0"/>
            </a:fillRef>
            <a:effectRef idx="0">
              <a:scrgbClr r="0" g="0" b="0"/>
            </a:effectRef>
            <a:fontRef idx="minor"/>
          </p:style>
        </p:sp>
        <p:sp>
          <p:nvSpPr>
            <p:cNvPr id="43" name="CustomShape 19">
              <a:extLst>
                <a:ext uri="{FF2B5EF4-FFF2-40B4-BE49-F238E27FC236}">
                  <a16:creationId xmlns:a16="http://schemas.microsoft.com/office/drawing/2014/main" id="{8BA9664E-0BA5-4B0C-8937-3E92F35A1A05}"/>
                </a:ext>
              </a:extLst>
            </p:cNvPr>
            <p:cNvSpPr/>
            <p:nvPr/>
          </p:nvSpPr>
          <p:spPr>
            <a:xfrm>
              <a:off x="3788280" y="5310360"/>
              <a:ext cx="4968980" cy="783720"/>
            </a:xfrm>
            <a:prstGeom prst="roundRect">
              <a:avLst>
                <a:gd name="adj" fmla="val 10000"/>
              </a:avLst>
            </a:prstGeom>
            <a:solidFill>
              <a:schemeClr val="accent1">
                <a:alpha val="90000"/>
                <a:tint val="40000"/>
                <a:hueOff val="0"/>
                <a:satOff val="0"/>
                <a:lumOff val="0"/>
                <a:alphaOff val="0"/>
              </a:schemeClr>
            </a:solidFill>
            <a:ln>
              <a:noFill/>
            </a:ln>
            <a:scene3d>
              <a:camera prst="orthographicFront">
                <a:rot lat="0" lon="0" rev="0"/>
              </a:camera>
              <a:lightRig rig="contrasting" dir="t">
                <a:rot lat="0" lon="0" rev="1200000"/>
              </a:lightRig>
            </a:scene3d>
            <a:sp3d contourW="19050" prstMaterial="metal">
              <a:bevelT w="88900" h="203200"/>
              <a:bevelB w="165100" h="254000"/>
            </a:sp3d>
          </p:spPr>
          <p:style>
            <a:lnRef idx="0">
              <a:scrgbClr r="0" g="0" b="0"/>
            </a:lnRef>
            <a:fillRef idx="0">
              <a:scrgbClr r="0" g="0" b="0"/>
            </a:fillRef>
            <a:effectRef idx="0">
              <a:scrgbClr r="0" g="0" b="0"/>
            </a:effectRef>
            <a:fontRef idx="minor"/>
          </p:style>
          <p:txBody>
            <a:bodyPr lIns="43200" tIns="43200" rIns="20160" bIns="43200" anchor="ctr">
              <a:noAutofit/>
            </a:bodyPr>
            <a:lstStyle/>
            <a:p>
              <a:pPr>
                <a:lnSpc>
                  <a:spcPct val="100000"/>
                </a:lnSpc>
              </a:pPr>
              <a:r>
                <a:rPr lang="en-US" sz="1600" b="0" strike="noStrike" spc="-1" dirty="0">
                  <a:solidFill>
                    <a:srgbClr val="C00000"/>
                  </a:solidFill>
                  <a:latin typeface="Segoe UI"/>
                  <a:ea typeface="DejaVu Sans"/>
                </a:rPr>
                <a:t>$(PROJECT_PKG)/Override/EDK2/</a:t>
              </a:r>
              <a:r>
                <a:rPr lang="en-US" sz="1600" b="0" strike="noStrike" spc="-1" dirty="0" err="1">
                  <a:solidFill>
                    <a:srgbClr val="C00000"/>
                  </a:solidFill>
                  <a:latin typeface="Segoe UI"/>
                  <a:ea typeface="DejaVu Sans"/>
                </a:rPr>
                <a:t>MdeModulePkg</a:t>
              </a:r>
              <a:r>
                <a:rPr lang="en-US" sz="1600" b="0" strike="noStrike" spc="-1" dirty="0">
                  <a:solidFill>
                    <a:srgbClr val="C00000"/>
                  </a:solidFill>
                  <a:latin typeface="Segoe UI"/>
                  <a:ea typeface="DejaVu Sans"/>
                </a:rPr>
                <a:t>/Universal/</a:t>
              </a:r>
              <a:r>
                <a:rPr lang="en-US" sz="1600" b="0" strike="noStrike" spc="-1" dirty="0" err="1">
                  <a:solidFill>
                    <a:srgbClr val="C00000"/>
                  </a:solidFill>
                  <a:latin typeface="Segoe UI"/>
                  <a:ea typeface="DejaVu Sans"/>
                </a:rPr>
                <a:t>StatusCodeHandler</a:t>
              </a:r>
              <a:r>
                <a:rPr lang="en-US" sz="1600" b="0" strike="noStrike" spc="-1" dirty="0">
                  <a:solidFill>
                    <a:srgbClr val="C00000"/>
                  </a:solidFill>
                  <a:latin typeface="Segoe UI"/>
                  <a:ea typeface="DejaVu Sans"/>
                </a:rPr>
                <a:t>/</a:t>
              </a:r>
              <a:r>
                <a:rPr lang="en-US" sz="1600" b="0" strike="noStrike" spc="-1" dirty="0" err="1">
                  <a:solidFill>
                    <a:srgbClr val="C00000"/>
                  </a:solidFill>
                  <a:latin typeface="Segoe UI"/>
                  <a:ea typeface="DejaVu Sans"/>
                </a:rPr>
                <a:t>Smm</a:t>
              </a:r>
              <a:r>
                <a:rPr lang="en-US" sz="1600" b="0" strike="noStrike" spc="-1" dirty="0">
                  <a:solidFill>
                    <a:srgbClr val="C00000"/>
                  </a:solidFill>
                  <a:latin typeface="Segoe UI"/>
                  <a:ea typeface="DejaVu Sans"/>
                </a:rPr>
                <a:t> </a:t>
              </a:r>
            </a:p>
            <a:p>
              <a:pPr>
                <a:lnSpc>
                  <a:spcPct val="100000"/>
                </a:lnSpc>
              </a:pPr>
              <a:r>
                <a:rPr lang="en-US" sz="1600" b="1" spc="-1" dirty="0">
                  <a:solidFill>
                    <a:srgbClr val="C00000"/>
                  </a:solidFill>
                  <a:latin typeface="Segoe UI"/>
                </a:rPr>
                <a:t>}</a:t>
              </a:r>
            </a:p>
          </p:txBody>
        </p:sp>
      </p:grpSp>
    </p:spTree>
    <p:extLst>
      <p:ext uri="{BB962C8B-B14F-4D97-AF65-F5344CB8AC3E}">
        <p14:creationId xmlns:p14="http://schemas.microsoft.com/office/powerpoint/2010/main" val="1086467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sp>
        <p:nvSpPr>
          <p:cNvPr id="3" name="內容版面配置區 2">
            <a:extLst>
              <a:ext uri="{FF2B5EF4-FFF2-40B4-BE49-F238E27FC236}">
                <a16:creationId xmlns:a16="http://schemas.microsoft.com/office/drawing/2014/main" id="{CD930E4E-51FC-46C4-BAA0-B597DF86A218}"/>
              </a:ext>
            </a:extLst>
          </p:cNvPr>
          <p:cNvSpPr>
            <a:spLocks noGrp="1"/>
          </p:cNvSpPr>
          <p:nvPr>
            <p:ph idx="1"/>
          </p:nvPr>
        </p:nvSpPr>
        <p:spPr/>
        <p:txBody>
          <a:bodyPr>
            <a:normAutofit fontScale="62500" lnSpcReduction="20000"/>
          </a:bodyPr>
          <a:lstStyle/>
          <a:p>
            <a:pPr marL="228600" indent="-227160">
              <a:lnSpc>
                <a:spcPct val="100000"/>
              </a:lnSpc>
              <a:buClr>
                <a:srgbClr val="3F3F3F"/>
              </a:buClr>
              <a:buFont typeface="Arial"/>
              <a:buChar char="•"/>
            </a:pPr>
            <a:r>
              <a:rPr lang="en-US" altLang="zh-TW" sz="2800" b="0" strike="noStrike" spc="-1" dirty="0">
                <a:solidFill>
                  <a:srgbClr val="3F3F3F"/>
                </a:solidFill>
                <a:latin typeface="Segoe UI"/>
                <a:ea typeface="新細明體"/>
              </a:rPr>
              <a:t>Duplicate directory structure</a:t>
            </a:r>
            <a:endParaRPr lang="en-US" altLang="zh-TW" sz="2800" b="0" strike="noStrike" spc="-1" dirty="0">
              <a:latin typeface="Arial"/>
            </a:endParaRPr>
          </a:p>
          <a:p>
            <a:pPr marL="685800" lvl="1" indent="-227160">
              <a:lnSpc>
                <a:spcPct val="100000"/>
              </a:lnSpc>
              <a:buClr>
                <a:srgbClr val="3F3F3F"/>
              </a:buClr>
              <a:buFont typeface="Arial"/>
              <a:buChar char="•"/>
            </a:pPr>
            <a:r>
              <a:rPr lang="en-US" altLang="zh-TW" sz="2000" b="0" strike="noStrike" spc="-1" dirty="0">
                <a:solidFill>
                  <a:srgbClr val="3F3F3F"/>
                </a:solidFill>
                <a:latin typeface="Segoe UI"/>
                <a:ea typeface="新細明體"/>
              </a:rPr>
              <a:t>Ex: Core/</a:t>
            </a:r>
            <a:r>
              <a:rPr lang="en-US" altLang="zh-TW" sz="2000" b="0" strike="noStrike" spc="-1" dirty="0" err="1">
                <a:solidFill>
                  <a:srgbClr val="3F3F3F"/>
                </a:solidFill>
                <a:latin typeface="Segoe UI"/>
                <a:ea typeface="新細明體"/>
              </a:rPr>
              <a:t>Dxe</a:t>
            </a:r>
            <a:r>
              <a:rPr lang="en-US" altLang="zh-TW" sz="2000" b="0" strike="noStrike" spc="-1" dirty="0">
                <a:solidFill>
                  <a:srgbClr val="3F3F3F"/>
                </a:solidFill>
                <a:latin typeface="Segoe UI"/>
                <a:ea typeface="新細明體"/>
              </a:rPr>
              <a:t>/Event</a:t>
            </a:r>
            <a:endParaRPr lang="en-US" altLang="zh-TW" sz="2000" b="0" strike="noStrike" spc="-1" dirty="0">
              <a:latin typeface="Arial"/>
            </a:endParaRPr>
          </a:p>
          <a:p>
            <a:endParaRPr lang="en-US" altLang="zh-TW" dirty="0"/>
          </a:p>
          <a:p>
            <a:endParaRPr lang="en-US" altLang="zh-TW" dirty="0"/>
          </a:p>
          <a:p>
            <a:endParaRPr lang="en-US" altLang="zh-TW" dirty="0"/>
          </a:p>
          <a:p>
            <a:endParaRPr lang="en-US" altLang="zh-TW" dirty="0"/>
          </a:p>
          <a:p>
            <a:endParaRPr lang="en-US" altLang="zh-TW" dirty="0"/>
          </a:p>
          <a:p>
            <a:pPr marL="1440" indent="0">
              <a:lnSpc>
                <a:spcPct val="100000"/>
              </a:lnSpc>
              <a:buNone/>
            </a:pPr>
            <a:r>
              <a:rPr lang="en-US" altLang="zh-TW" sz="1700" b="1" strike="noStrike" spc="-1" dirty="0">
                <a:solidFill>
                  <a:srgbClr val="5C5C5C"/>
                </a:solidFill>
                <a:latin typeface="Segoe UI"/>
                <a:ea typeface="DejaVu Sans"/>
              </a:rPr>
              <a:t> </a:t>
            </a:r>
          </a:p>
          <a:p>
            <a:pPr marL="1440" indent="0">
              <a:lnSpc>
                <a:spcPct val="100000"/>
              </a:lnSpc>
              <a:buNone/>
            </a:pPr>
            <a:endParaRPr lang="en-US" altLang="zh-TW" sz="1700" b="1" strike="noStrike" spc="-1" dirty="0">
              <a:solidFill>
                <a:srgbClr val="5C5C5C"/>
              </a:solidFill>
              <a:latin typeface="Segoe UI"/>
              <a:ea typeface="DejaVu Sans"/>
            </a:endParaRPr>
          </a:p>
          <a:p>
            <a:pPr marL="1440" indent="0">
              <a:lnSpc>
                <a:spcPct val="100000"/>
              </a:lnSpc>
              <a:buNone/>
            </a:pPr>
            <a:endParaRPr lang="en-US" altLang="zh-TW" sz="1700" b="1" strike="noStrike" spc="-1" dirty="0">
              <a:solidFill>
                <a:srgbClr val="5C5C5C"/>
              </a:solidFill>
              <a:latin typeface="Segoe UI"/>
              <a:ea typeface="DejaVu Sans"/>
            </a:endParaRPr>
          </a:p>
          <a:p>
            <a:pPr marL="1440" indent="0">
              <a:lnSpc>
                <a:spcPct val="100000"/>
              </a:lnSpc>
              <a:buNone/>
            </a:pPr>
            <a:endParaRPr lang="en-US" altLang="zh-TW" sz="1700" b="1" strike="noStrike" spc="-1" dirty="0">
              <a:solidFill>
                <a:srgbClr val="5C5C5C"/>
              </a:solidFill>
              <a:latin typeface="Segoe UI"/>
              <a:ea typeface="DejaVu Sans"/>
            </a:endParaRPr>
          </a:p>
          <a:p>
            <a:pPr marL="1440" indent="0">
              <a:lnSpc>
                <a:spcPct val="100000"/>
              </a:lnSpc>
              <a:buNone/>
            </a:pPr>
            <a:endParaRPr lang="en-US" altLang="zh-TW" sz="1700" b="1" strike="noStrike" spc="-1" dirty="0">
              <a:solidFill>
                <a:srgbClr val="5C5C5C"/>
              </a:solidFill>
              <a:latin typeface="Segoe UI"/>
              <a:ea typeface="DejaVu Sans"/>
            </a:endParaRPr>
          </a:p>
          <a:p>
            <a:pPr marL="458640" lvl="1" indent="0">
              <a:lnSpc>
                <a:spcPct val="100000"/>
              </a:lnSpc>
              <a:buNone/>
            </a:pPr>
            <a:endParaRPr lang="en-US" altLang="zh-TW" sz="1800" b="1" strike="noStrike" spc="-1" dirty="0">
              <a:solidFill>
                <a:srgbClr val="5C5C5C"/>
              </a:solidFill>
              <a:latin typeface="Segoe UI"/>
              <a:ea typeface="DejaVu Sans"/>
            </a:endParaRPr>
          </a:p>
          <a:p>
            <a:pPr marL="458640" lvl="1" indent="0">
              <a:lnSpc>
                <a:spcPct val="100000"/>
              </a:lnSpc>
              <a:buNone/>
            </a:pPr>
            <a:endParaRPr lang="en-US" altLang="zh-TW" sz="1800" b="1" strike="noStrike" spc="-1" dirty="0">
              <a:solidFill>
                <a:srgbClr val="5C5C5C"/>
              </a:solidFill>
              <a:latin typeface="Segoe UI"/>
              <a:ea typeface="DejaVu Sans"/>
            </a:endParaRPr>
          </a:p>
          <a:p>
            <a:pPr marL="458640" lvl="1" indent="0">
              <a:lnSpc>
                <a:spcPct val="100000"/>
              </a:lnSpc>
              <a:buNone/>
            </a:pPr>
            <a:r>
              <a:rPr lang="en-US" altLang="zh-TW" sz="2200" b="1" strike="noStrike" spc="-1" dirty="0" err="1">
                <a:solidFill>
                  <a:srgbClr val="5C5C5C"/>
                </a:solidFill>
                <a:latin typeface="Segoe UI"/>
                <a:ea typeface="DejaVu Sans"/>
              </a:rPr>
              <a:t>MdeModulePkg</a:t>
            </a:r>
            <a:r>
              <a:rPr lang="en-US" altLang="zh-TW" sz="2200" b="1" strike="noStrike" spc="-1" dirty="0">
                <a:solidFill>
                  <a:srgbClr val="5C5C5C"/>
                </a:solidFill>
                <a:latin typeface="Segoe UI"/>
                <a:ea typeface="DejaVu Sans"/>
              </a:rPr>
              <a:t>/Core/</a:t>
            </a:r>
            <a:r>
              <a:rPr lang="en-US" altLang="zh-TW" sz="2200" b="1" strike="noStrike" spc="-1" dirty="0" err="1">
                <a:solidFill>
                  <a:srgbClr val="5C5C5C"/>
                </a:solidFill>
                <a:latin typeface="Segoe UI"/>
                <a:ea typeface="DejaVu Sans"/>
              </a:rPr>
              <a:t>Dxe</a:t>
            </a:r>
            <a:r>
              <a:rPr lang="en-US" altLang="zh-TW" sz="2200" b="1" strike="noStrike" spc="-1" dirty="0">
                <a:solidFill>
                  <a:srgbClr val="5C5C5C"/>
                </a:solidFill>
                <a:latin typeface="Segoe UI"/>
                <a:ea typeface="DejaVu Sans"/>
              </a:rPr>
              <a:t>/DxeMain.inf {</a:t>
            </a:r>
            <a:endParaRPr lang="en-US" altLang="zh-TW" sz="2200" b="0" strike="noStrike" spc="-1" dirty="0">
              <a:latin typeface="Arial"/>
            </a:endParaRPr>
          </a:p>
          <a:p>
            <a:pPr marL="458640" lvl="1" indent="0">
              <a:lnSpc>
                <a:spcPct val="100000"/>
              </a:lnSpc>
              <a:buNone/>
            </a:pPr>
            <a:r>
              <a:rPr lang="en-US" altLang="zh-TW" sz="2200" b="1" strike="noStrike" spc="-1" dirty="0">
                <a:solidFill>
                  <a:srgbClr val="5C5C5C"/>
                </a:solidFill>
                <a:latin typeface="Segoe UI"/>
                <a:ea typeface="DejaVu Sans"/>
              </a:rPr>
              <a:t>    </a:t>
            </a:r>
            <a:r>
              <a:rPr lang="en-US" altLang="zh-TW" sz="2200" b="1" strike="noStrike" spc="-1" dirty="0">
                <a:solidFill>
                  <a:srgbClr val="FF0000"/>
                </a:solidFill>
                <a:latin typeface="Segoe UI"/>
                <a:ea typeface="DejaVu Sans"/>
              </a:rPr>
              <a:t>&lt;SOURCE_OVERRIDE_PATH&gt;</a:t>
            </a:r>
            <a:endParaRPr lang="en-US" altLang="zh-TW" sz="2200" b="0" strike="noStrike" spc="-1" dirty="0">
              <a:latin typeface="Arial"/>
            </a:endParaRPr>
          </a:p>
          <a:p>
            <a:pPr marL="458640" lvl="1" indent="0">
              <a:lnSpc>
                <a:spcPct val="100000"/>
              </a:lnSpc>
              <a:buNone/>
            </a:pPr>
            <a:r>
              <a:rPr lang="en-US" altLang="zh-TW" sz="2200" b="1" strike="noStrike" spc="-1" dirty="0">
                <a:solidFill>
                  <a:srgbClr val="5C5C5C"/>
                </a:solidFill>
                <a:latin typeface="Segoe UI"/>
                <a:ea typeface="DejaVu Sans"/>
              </a:rPr>
              <a:t>      </a:t>
            </a:r>
            <a:r>
              <a:rPr lang="zh-TW" altLang="en-US" sz="2200" b="1" strike="noStrike" spc="-1" dirty="0">
                <a:solidFill>
                  <a:srgbClr val="5C5C5C"/>
                </a:solidFill>
                <a:latin typeface="Segoe UI"/>
                <a:ea typeface="DejaVu Sans"/>
              </a:rPr>
              <a:t>  </a:t>
            </a:r>
            <a:r>
              <a:rPr lang="en-US" altLang="zh-TW" sz="2200" b="1" strike="noStrike" spc="-1" dirty="0">
                <a:solidFill>
                  <a:srgbClr val="5C5C5C"/>
                </a:solidFill>
                <a:latin typeface="Segoe UI"/>
                <a:ea typeface="DejaVu Sans"/>
              </a:rPr>
              <a:t> </a:t>
            </a:r>
            <a:r>
              <a:rPr lang="en-US" altLang="zh-TW" sz="2200" b="1" strike="noStrike" spc="-1" dirty="0" err="1">
                <a:solidFill>
                  <a:srgbClr val="5C5C5C"/>
                </a:solidFill>
                <a:latin typeface="Segoe UI"/>
                <a:ea typeface="DejaVu Sans"/>
              </a:rPr>
              <a:t>MdeModulePkg</a:t>
            </a:r>
            <a:r>
              <a:rPr lang="en-US" altLang="zh-TW" sz="2200" b="1" strike="noStrike" spc="-1" dirty="0">
                <a:solidFill>
                  <a:srgbClr val="5C5C5C"/>
                </a:solidFill>
                <a:latin typeface="Segoe UI"/>
                <a:ea typeface="DejaVu Sans"/>
              </a:rPr>
              <a:t>/Override/Core/</a:t>
            </a:r>
            <a:r>
              <a:rPr lang="en-US" altLang="zh-TW" sz="2200" b="1" strike="noStrike" spc="-1" dirty="0" err="1">
                <a:solidFill>
                  <a:srgbClr val="5C5C5C"/>
                </a:solidFill>
                <a:latin typeface="Segoe UI"/>
                <a:ea typeface="DejaVu Sans"/>
              </a:rPr>
              <a:t>Dxe</a:t>
            </a:r>
            <a:endParaRPr lang="en-US" altLang="zh-TW" sz="2200" b="0" strike="noStrike" spc="-1" dirty="0">
              <a:latin typeface="Arial"/>
            </a:endParaRPr>
          </a:p>
          <a:p>
            <a:pPr marL="458640" lvl="1" indent="0">
              <a:lnSpc>
                <a:spcPct val="100000"/>
              </a:lnSpc>
              <a:buNone/>
            </a:pPr>
            <a:r>
              <a:rPr lang="en-US" altLang="zh-TW" sz="2200" b="1" strike="noStrike" spc="-1" dirty="0">
                <a:solidFill>
                  <a:srgbClr val="5C5C5C"/>
                </a:solidFill>
                <a:latin typeface="Segoe UI"/>
                <a:ea typeface="DejaVu Sans"/>
              </a:rPr>
              <a:t>}</a:t>
            </a:r>
            <a:endParaRPr lang="en-US" altLang="zh-TW" sz="2200" b="0" strike="noStrike" spc="-1" dirty="0">
              <a:latin typeface="Arial"/>
            </a:endParaRPr>
          </a:p>
          <a:p>
            <a:endParaRPr lang="zh-TW" altLang="en-US" dirty="0"/>
          </a:p>
        </p:txBody>
      </p:sp>
      <p:pic>
        <p:nvPicPr>
          <p:cNvPr id="9" name="圖片 6">
            <a:extLst>
              <a:ext uri="{FF2B5EF4-FFF2-40B4-BE49-F238E27FC236}">
                <a16:creationId xmlns:a16="http://schemas.microsoft.com/office/drawing/2014/main" id="{3E167851-48AC-42F5-AEAF-446C43C836FE}"/>
              </a:ext>
            </a:extLst>
          </p:cNvPr>
          <p:cNvPicPr/>
          <p:nvPr/>
        </p:nvPicPr>
        <p:blipFill>
          <a:blip r:embed="rId2"/>
          <a:stretch/>
        </p:blipFill>
        <p:spPr>
          <a:xfrm>
            <a:off x="1236481" y="1998165"/>
            <a:ext cx="8313840" cy="3056040"/>
          </a:xfrm>
          <a:prstGeom prst="rect">
            <a:avLst/>
          </a:prstGeom>
          <a:ln>
            <a:noFill/>
          </a:ln>
        </p:spPr>
      </p:pic>
    </p:spTree>
    <p:extLst>
      <p:ext uri="{BB962C8B-B14F-4D97-AF65-F5344CB8AC3E}">
        <p14:creationId xmlns:p14="http://schemas.microsoft.com/office/powerpoint/2010/main" val="2314373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E996D14-5CAD-4EA4-AF2C-5B6E7E62D9E1}"/>
              </a:ext>
            </a:extLst>
          </p:cNvPr>
          <p:cNvSpPr>
            <a:spLocks noGrp="1"/>
          </p:cNvSpPr>
          <p:nvPr>
            <p:ph type="title"/>
          </p:nvPr>
        </p:nvSpPr>
        <p:spPr/>
        <p:txBody>
          <a:bodyPr>
            <a:normAutofit/>
          </a:bodyPr>
          <a:lstStyle/>
          <a:p>
            <a:r>
              <a:rPr lang="en-US" altLang="zh-TW" dirty="0"/>
              <a:t>How to Use Override</a:t>
            </a:r>
            <a:br>
              <a:rPr lang="en-US" altLang="zh-TW" dirty="0"/>
            </a:br>
            <a:r>
              <a:rPr lang="en-US" altLang="zh-TW" sz="2000" dirty="0"/>
              <a:t>Example</a:t>
            </a:r>
            <a:endParaRPr lang="zh-TW" altLang="en-US" sz="2000" dirty="0"/>
          </a:p>
        </p:txBody>
      </p:sp>
      <p:sp>
        <p:nvSpPr>
          <p:cNvPr id="3" name="內容版面配置區 2">
            <a:extLst>
              <a:ext uri="{FF2B5EF4-FFF2-40B4-BE49-F238E27FC236}">
                <a16:creationId xmlns:a16="http://schemas.microsoft.com/office/drawing/2014/main" id="{CD930E4E-51FC-46C4-BAA0-B597DF86A218}"/>
              </a:ext>
            </a:extLst>
          </p:cNvPr>
          <p:cNvSpPr>
            <a:spLocks noGrp="1"/>
          </p:cNvSpPr>
          <p:nvPr>
            <p:ph idx="1"/>
          </p:nvPr>
        </p:nvSpPr>
        <p:spPr/>
        <p:txBody>
          <a:bodyPr>
            <a:normAutofit fontScale="25000" lnSpcReduction="20000"/>
          </a:bodyPr>
          <a:lstStyle/>
          <a:p>
            <a:pPr marL="228600" indent="-227160">
              <a:lnSpc>
                <a:spcPct val="100000"/>
              </a:lnSpc>
              <a:buClr>
                <a:srgbClr val="3F3F3F"/>
              </a:buClr>
              <a:buFont typeface="Arial"/>
              <a:buChar char="•"/>
            </a:pPr>
            <a:r>
              <a:rPr lang="en-US" altLang="zh-TW" sz="11200" b="0" strike="noStrike" spc="-1" dirty="0">
                <a:solidFill>
                  <a:srgbClr val="3F3F3F"/>
                </a:solidFill>
                <a:ea typeface="新細明體"/>
              </a:rPr>
              <a:t>Override the INF file only when it needs to change</a:t>
            </a:r>
            <a:endParaRPr lang="en-US" altLang="zh-TW" sz="11200" b="0" strike="noStrike" spc="-1" dirty="0"/>
          </a:p>
          <a:p>
            <a:pPr marL="685800" lvl="1" indent="-227160">
              <a:lnSpc>
                <a:spcPct val="100000"/>
              </a:lnSpc>
              <a:buClr>
                <a:srgbClr val="3F3F3F"/>
              </a:buClr>
              <a:buFont typeface="Arial"/>
              <a:buChar char="•"/>
            </a:pPr>
            <a:r>
              <a:rPr lang="en-US" altLang="zh-TW" sz="7200" b="0" strike="noStrike" spc="-1" dirty="0">
                <a:solidFill>
                  <a:srgbClr val="3F3F3F"/>
                </a:solidFill>
                <a:ea typeface="新細明體"/>
              </a:rPr>
              <a:t>Ex: Add GUID/Library Class/PPI/Protocol/PCD/Package/</a:t>
            </a:r>
            <a:r>
              <a:rPr lang="en-US" altLang="zh-TW" sz="7200" b="0" strike="noStrike" spc="-1" dirty="0" err="1">
                <a:solidFill>
                  <a:srgbClr val="3F3F3F"/>
                </a:solidFill>
                <a:ea typeface="新細明體"/>
              </a:rPr>
              <a:t>Depex</a:t>
            </a:r>
            <a:r>
              <a:rPr lang="en-US" altLang="zh-TW" sz="7200" b="0" strike="noStrike" spc="-1" dirty="0">
                <a:solidFill>
                  <a:srgbClr val="3F3F3F"/>
                </a:solidFill>
                <a:ea typeface="新細明體"/>
              </a:rPr>
              <a:t>/…</a:t>
            </a:r>
            <a:endParaRPr lang="en-US" altLang="zh-TW" sz="7200" b="0" strike="noStrike" spc="-1" dirty="0"/>
          </a:p>
          <a:p>
            <a:endParaRPr lang="en-US" altLang="zh-TW" dirty="0"/>
          </a:p>
          <a:p>
            <a:endParaRPr lang="en-US" altLang="zh-TW" dirty="0"/>
          </a:p>
          <a:p>
            <a:endParaRPr lang="en-US" altLang="zh-TW" dirty="0"/>
          </a:p>
          <a:p>
            <a:endParaRPr lang="en-US" altLang="zh-TW" dirty="0"/>
          </a:p>
          <a:p>
            <a:endParaRPr lang="en-US" altLang="zh-TW" dirty="0"/>
          </a:p>
          <a:p>
            <a:pPr marL="1440" indent="0">
              <a:lnSpc>
                <a:spcPct val="100000"/>
              </a:lnSpc>
              <a:buNone/>
            </a:pPr>
            <a:r>
              <a:rPr lang="en-US" altLang="zh-TW" sz="1700" b="1" strike="noStrike" spc="-1" dirty="0">
                <a:solidFill>
                  <a:srgbClr val="5C5C5C"/>
                </a:solidFill>
                <a:latin typeface="Segoe UI"/>
                <a:ea typeface="DejaVu Sans"/>
              </a:rPr>
              <a:t> </a:t>
            </a:r>
          </a:p>
          <a:p>
            <a:pPr marL="1440" indent="0">
              <a:lnSpc>
                <a:spcPct val="100000"/>
              </a:lnSpc>
              <a:buNone/>
            </a:pPr>
            <a:endParaRPr lang="en-US" altLang="zh-TW" sz="1700" b="1" strike="noStrike" spc="-1" dirty="0">
              <a:solidFill>
                <a:srgbClr val="5C5C5C"/>
              </a:solidFill>
              <a:latin typeface="Segoe UI"/>
              <a:ea typeface="DejaVu Sans"/>
            </a:endParaRPr>
          </a:p>
          <a:p>
            <a:pPr marL="1440" indent="0">
              <a:lnSpc>
                <a:spcPct val="100000"/>
              </a:lnSpc>
              <a:buNone/>
            </a:pPr>
            <a:endParaRPr lang="en-US" altLang="zh-TW" sz="1700" b="1" strike="noStrike" spc="-1" dirty="0">
              <a:solidFill>
                <a:srgbClr val="5C5C5C"/>
              </a:solidFill>
              <a:latin typeface="Segoe UI"/>
              <a:ea typeface="DejaVu Sans"/>
            </a:endParaRPr>
          </a:p>
          <a:p>
            <a:pPr marL="1440" indent="0">
              <a:lnSpc>
                <a:spcPct val="100000"/>
              </a:lnSpc>
              <a:buNone/>
            </a:pPr>
            <a:endParaRPr lang="en-US" altLang="zh-TW" sz="1700" b="1" strike="noStrike" spc="-1" dirty="0">
              <a:solidFill>
                <a:srgbClr val="5C5C5C"/>
              </a:solidFill>
              <a:latin typeface="Segoe UI"/>
              <a:ea typeface="DejaVu Sans"/>
            </a:endParaRPr>
          </a:p>
          <a:p>
            <a:pPr marL="1440" indent="0">
              <a:lnSpc>
                <a:spcPct val="100000"/>
              </a:lnSpc>
              <a:buNone/>
            </a:pPr>
            <a:endParaRPr lang="en-US" altLang="zh-TW" sz="1700" b="1" strike="noStrike" spc="-1" dirty="0">
              <a:solidFill>
                <a:srgbClr val="5C5C5C"/>
              </a:solidFill>
              <a:latin typeface="Segoe UI"/>
              <a:ea typeface="DejaVu Sans"/>
            </a:endParaRPr>
          </a:p>
          <a:p>
            <a:pPr marL="458640" lvl="1" indent="0">
              <a:lnSpc>
                <a:spcPct val="100000"/>
              </a:lnSpc>
              <a:buNone/>
            </a:pPr>
            <a:endParaRPr lang="en-US" altLang="zh-TW" sz="1800" b="1" strike="noStrike" spc="-1" dirty="0">
              <a:solidFill>
                <a:srgbClr val="5C5C5C"/>
              </a:solidFill>
              <a:latin typeface="Segoe UI"/>
              <a:ea typeface="DejaVu Sans"/>
            </a:endParaRPr>
          </a:p>
          <a:p>
            <a:pPr marL="458640" lvl="1" indent="0">
              <a:lnSpc>
                <a:spcPct val="100000"/>
              </a:lnSpc>
              <a:buNone/>
            </a:pPr>
            <a:endParaRPr lang="en-US" altLang="zh-TW" sz="1800" b="1" strike="noStrike" spc="-1" dirty="0">
              <a:solidFill>
                <a:srgbClr val="5C5C5C"/>
              </a:solidFill>
              <a:latin typeface="Segoe UI"/>
              <a:ea typeface="DejaVu Sans"/>
            </a:endParaRPr>
          </a:p>
          <a:p>
            <a:pPr marL="1440" indent="0">
              <a:lnSpc>
                <a:spcPct val="100000"/>
              </a:lnSpc>
              <a:spcBef>
                <a:spcPts val="600"/>
              </a:spcBef>
              <a:buNone/>
            </a:pPr>
            <a:endParaRPr lang="en-US" altLang="zh-TW" sz="6400" b="1" strike="noStrike" spc="-1" dirty="0">
              <a:solidFill>
                <a:srgbClr val="FF0000"/>
              </a:solidFill>
              <a:ea typeface="DejaVu Sans"/>
            </a:endParaRPr>
          </a:p>
          <a:p>
            <a:pPr marL="1440" indent="0">
              <a:lnSpc>
                <a:spcPct val="100000"/>
              </a:lnSpc>
              <a:spcBef>
                <a:spcPts val="300"/>
              </a:spcBef>
              <a:buNone/>
            </a:pPr>
            <a:r>
              <a:rPr lang="en-US" altLang="zh-TW" sz="6400" b="1" strike="noStrike" spc="-1" dirty="0">
                <a:solidFill>
                  <a:srgbClr val="FF0000"/>
                </a:solidFill>
                <a:ea typeface="DejaVu Sans"/>
              </a:rPr>
              <a:t>!disable </a:t>
            </a:r>
            <a:r>
              <a:rPr lang="en-US" altLang="zh-TW" sz="6400" b="1" strike="noStrike" spc="-1" dirty="0" err="1">
                <a:solidFill>
                  <a:srgbClr val="5C5C5C"/>
                </a:solidFill>
                <a:ea typeface="DejaVu Sans"/>
              </a:rPr>
              <a:t>InsydeModulePkg</a:t>
            </a:r>
            <a:r>
              <a:rPr lang="en-US" altLang="zh-TW" sz="6400" b="1" strike="noStrike" spc="-1" dirty="0">
                <a:solidFill>
                  <a:srgbClr val="5C5C5C"/>
                </a:solidFill>
                <a:ea typeface="DejaVu Sans"/>
              </a:rPr>
              <a:t>/Universal/</a:t>
            </a:r>
            <a:r>
              <a:rPr lang="en-US" altLang="zh-TW" sz="6400" b="1" strike="noStrike" spc="-1" dirty="0" err="1">
                <a:solidFill>
                  <a:srgbClr val="5C5C5C"/>
                </a:solidFill>
                <a:ea typeface="DejaVu Sans"/>
              </a:rPr>
              <a:t>FirmwareVolume</a:t>
            </a:r>
            <a:r>
              <a:rPr lang="en-US" altLang="zh-TW" sz="6400" b="1" strike="noStrike" spc="-1" dirty="0">
                <a:solidFill>
                  <a:srgbClr val="5C5C5C"/>
                </a:solidFill>
                <a:ea typeface="DejaVu Sans"/>
              </a:rPr>
              <a:t>/</a:t>
            </a:r>
            <a:r>
              <a:rPr lang="en-US" altLang="zh-TW" sz="6400" b="1" strike="noStrike" spc="-1" dirty="0" err="1">
                <a:solidFill>
                  <a:srgbClr val="5C5C5C"/>
                </a:solidFill>
                <a:ea typeface="DejaVu Sans"/>
              </a:rPr>
              <a:t>FwBlockServiceSmm</a:t>
            </a:r>
            <a:r>
              <a:rPr lang="en-US" altLang="zh-TW" sz="6400" b="1" strike="noStrike" spc="-1" dirty="0">
                <a:solidFill>
                  <a:srgbClr val="5C5C5C"/>
                </a:solidFill>
                <a:ea typeface="DejaVu Sans"/>
              </a:rPr>
              <a:t>/FwBlockServiceSmm.inf</a:t>
            </a:r>
            <a:endParaRPr lang="en-US" altLang="zh-TW" sz="6400" b="0" strike="noStrike" spc="-1" dirty="0"/>
          </a:p>
          <a:p>
            <a:pPr marL="1440" indent="0">
              <a:lnSpc>
                <a:spcPct val="100000"/>
              </a:lnSpc>
              <a:spcBef>
                <a:spcPts val="300"/>
              </a:spcBef>
              <a:buNone/>
            </a:pPr>
            <a:r>
              <a:rPr lang="en-US" altLang="zh-TW" sz="6400" b="1" strike="noStrike" spc="-1" dirty="0" err="1">
                <a:solidFill>
                  <a:srgbClr val="5C5C5C"/>
                </a:solidFill>
                <a:ea typeface="DejaVu Sans"/>
              </a:rPr>
              <a:t>InsydeModulePkg</a:t>
            </a:r>
            <a:r>
              <a:rPr lang="en-US" altLang="zh-TW" sz="6400" b="1" strike="noStrike" spc="-1" dirty="0">
                <a:solidFill>
                  <a:srgbClr val="5C5C5C"/>
                </a:solidFill>
                <a:ea typeface="DejaVu Sans"/>
              </a:rPr>
              <a:t>/Universal/</a:t>
            </a:r>
            <a:r>
              <a:rPr lang="en-US" altLang="zh-TW" sz="6400" b="1" strike="noStrike" spc="-1" dirty="0" err="1">
                <a:solidFill>
                  <a:srgbClr val="5C5C5C"/>
                </a:solidFill>
                <a:ea typeface="DejaVu Sans"/>
              </a:rPr>
              <a:t>FirmwareVolume</a:t>
            </a:r>
            <a:r>
              <a:rPr lang="en-US" altLang="zh-TW" sz="6400" b="1" strike="noStrike" spc="-1" dirty="0">
                <a:solidFill>
                  <a:srgbClr val="5C5C5C"/>
                </a:solidFill>
                <a:ea typeface="DejaVu Sans"/>
              </a:rPr>
              <a:t>/</a:t>
            </a:r>
            <a:r>
              <a:rPr lang="en-US" altLang="zh-TW" sz="6400" b="1" strike="noStrike" spc="-1" dirty="0" err="1">
                <a:solidFill>
                  <a:srgbClr val="5C5C5C"/>
                </a:solidFill>
                <a:ea typeface="DejaVu Sans"/>
              </a:rPr>
              <a:t>FwBlockServiceSmm</a:t>
            </a:r>
            <a:r>
              <a:rPr lang="en-US" altLang="zh-TW" sz="6400" b="1" strike="noStrike" spc="-1" dirty="0">
                <a:solidFill>
                  <a:srgbClr val="5C5C5C"/>
                </a:solidFill>
                <a:ea typeface="DejaVu Sans"/>
              </a:rPr>
              <a:t>/FwBlockServiceSmm.inf {</a:t>
            </a:r>
            <a:endParaRPr lang="en-US" altLang="zh-TW" sz="6400" b="0" strike="noStrike" spc="-1" dirty="0"/>
          </a:p>
          <a:p>
            <a:pPr marL="1440" indent="0">
              <a:lnSpc>
                <a:spcPct val="100000"/>
              </a:lnSpc>
              <a:spcBef>
                <a:spcPts val="300"/>
              </a:spcBef>
              <a:buNone/>
            </a:pPr>
            <a:r>
              <a:rPr lang="en-US" altLang="zh-TW" sz="6400" b="1" strike="noStrike" spc="-1" dirty="0">
                <a:solidFill>
                  <a:srgbClr val="5C5C5C"/>
                </a:solidFill>
                <a:ea typeface="DejaVu Sans"/>
              </a:rPr>
              <a:t>    </a:t>
            </a:r>
            <a:r>
              <a:rPr lang="en-US" altLang="zh-TW" sz="6400" b="1" strike="noStrike" spc="-1" dirty="0">
                <a:solidFill>
                  <a:srgbClr val="FF0000"/>
                </a:solidFill>
                <a:ea typeface="DejaVu Sans"/>
              </a:rPr>
              <a:t>&lt;SOURCE_OVERRIDE_PATH&gt;</a:t>
            </a:r>
            <a:endParaRPr lang="en-US" altLang="zh-TW" sz="6400" b="0" strike="noStrike" spc="-1" dirty="0"/>
          </a:p>
          <a:p>
            <a:pPr marL="1440" indent="0">
              <a:lnSpc>
                <a:spcPct val="100000"/>
              </a:lnSpc>
              <a:spcBef>
                <a:spcPts val="300"/>
              </a:spcBef>
              <a:buNone/>
            </a:pPr>
            <a:r>
              <a:rPr lang="en-US" altLang="zh-TW" sz="6400" b="1" spc="-1" dirty="0">
                <a:solidFill>
                  <a:srgbClr val="5C5C5C"/>
                </a:solidFill>
                <a:ea typeface="DejaVu Sans"/>
              </a:rPr>
              <a:t> </a:t>
            </a:r>
            <a:r>
              <a:rPr lang="zh-TW" altLang="en-US" sz="6400" b="1" spc="-1" dirty="0">
                <a:solidFill>
                  <a:srgbClr val="5C5C5C"/>
                </a:solidFill>
                <a:ea typeface="DejaVu Sans"/>
              </a:rPr>
              <a:t>        </a:t>
            </a:r>
            <a:r>
              <a:rPr lang="en-US" altLang="zh-TW" sz="6400" b="1" spc="-1" dirty="0">
                <a:solidFill>
                  <a:srgbClr val="5C5C5C"/>
                </a:solidFill>
                <a:ea typeface="DejaVu Sans"/>
              </a:rPr>
              <a:t>$(PROJECT_PKG)/Override/</a:t>
            </a:r>
            <a:r>
              <a:rPr lang="en-US" altLang="zh-TW" sz="6400" b="1" spc="-1" dirty="0" err="1">
                <a:solidFill>
                  <a:srgbClr val="5C5C5C"/>
                </a:solidFill>
                <a:ea typeface="DejaVu Sans"/>
              </a:rPr>
              <a:t>Insyde</a:t>
            </a:r>
            <a:r>
              <a:rPr lang="en-US" altLang="zh-TW" sz="6400" b="1" spc="-1" dirty="0">
                <a:solidFill>
                  <a:srgbClr val="5C5C5C"/>
                </a:solidFill>
                <a:ea typeface="DejaVu Sans"/>
              </a:rPr>
              <a:t>/</a:t>
            </a:r>
            <a:r>
              <a:rPr lang="en-US" altLang="zh-TW" sz="6400" b="1" spc="-1" dirty="0" err="1">
                <a:solidFill>
                  <a:srgbClr val="5C5C5C"/>
                </a:solidFill>
                <a:ea typeface="DejaVu Sans"/>
              </a:rPr>
              <a:t>InsydeModulePkg</a:t>
            </a:r>
            <a:r>
              <a:rPr lang="en-US" altLang="zh-TW" sz="6400" b="1" spc="-1" dirty="0">
                <a:solidFill>
                  <a:srgbClr val="5C5C5C"/>
                </a:solidFill>
                <a:ea typeface="DejaVu Sans"/>
              </a:rPr>
              <a:t>/Universal/</a:t>
            </a:r>
            <a:r>
              <a:rPr lang="en-US" altLang="zh-TW" sz="6400" b="1" spc="-1" dirty="0" err="1">
                <a:solidFill>
                  <a:srgbClr val="5C5C5C"/>
                </a:solidFill>
                <a:ea typeface="DejaVu Sans"/>
              </a:rPr>
              <a:t>FirmwareVolume</a:t>
            </a:r>
            <a:r>
              <a:rPr lang="en-US" altLang="zh-TW" sz="6400" b="1" spc="-1" dirty="0">
                <a:solidFill>
                  <a:srgbClr val="5C5C5C"/>
                </a:solidFill>
                <a:ea typeface="DejaVu Sans"/>
              </a:rPr>
              <a:t>/</a:t>
            </a:r>
            <a:r>
              <a:rPr lang="en-US" altLang="zh-TW" sz="6400" b="1" spc="-1" dirty="0" err="1">
                <a:solidFill>
                  <a:srgbClr val="5C5C5C"/>
                </a:solidFill>
                <a:ea typeface="DejaVu Sans"/>
              </a:rPr>
              <a:t>FwBlockServiceSmm</a:t>
            </a:r>
            <a:endParaRPr lang="en-US" altLang="zh-TW" sz="6400" b="0" strike="noStrike" spc="-1" dirty="0"/>
          </a:p>
          <a:p>
            <a:pPr marL="1440" indent="0">
              <a:lnSpc>
                <a:spcPct val="100000"/>
              </a:lnSpc>
              <a:spcBef>
                <a:spcPts val="300"/>
              </a:spcBef>
              <a:buNone/>
            </a:pPr>
            <a:r>
              <a:rPr lang="en-US" altLang="zh-TW" sz="6400" b="1" strike="noStrike" spc="-1" dirty="0">
                <a:solidFill>
                  <a:srgbClr val="5C5C5C"/>
                </a:solidFill>
                <a:ea typeface="DejaVu Sans"/>
              </a:rPr>
              <a:t>}</a:t>
            </a:r>
            <a:endParaRPr lang="zh-TW" altLang="en-US" dirty="0"/>
          </a:p>
        </p:txBody>
      </p:sp>
      <p:pic>
        <p:nvPicPr>
          <p:cNvPr id="6" name="圖片 5">
            <a:extLst>
              <a:ext uri="{FF2B5EF4-FFF2-40B4-BE49-F238E27FC236}">
                <a16:creationId xmlns:a16="http://schemas.microsoft.com/office/drawing/2014/main" id="{0CB7A93F-98C1-4827-80D5-518207410785}"/>
              </a:ext>
            </a:extLst>
          </p:cNvPr>
          <p:cNvPicPr>
            <a:picLocks noChangeAspect="1"/>
          </p:cNvPicPr>
          <p:nvPr/>
        </p:nvPicPr>
        <p:blipFill>
          <a:blip r:embed="rId2"/>
          <a:stretch>
            <a:fillRect/>
          </a:stretch>
        </p:blipFill>
        <p:spPr>
          <a:xfrm>
            <a:off x="838200" y="2274072"/>
            <a:ext cx="9153088" cy="1693921"/>
          </a:xfrm>
          <a:prstGeom prst="rect">
            <a:avLst/>
          </a:prstGeom>
        </p:spPr>
      </p:pic>
    </p:spTree>
    <p:extLst>
      <p:ext uri="{BB962C8B-B14F-4D97-AF65-F5344CB8AC3E}">
        <p14:creationId xmlns:p14="http://schemas.microsoft.com/office/powerpoint/2010/main" val="7606351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24</a:t>
            </a:fld>
            <a:endParaRPr lang="en-US" dirty="0"/>
          </a:p>
        </p:txBody>
      </p:sp>
    </p:spTree>
    <p:extLst>
      <p:ext uri="{BB962C8B-B14F-4D97-AF65-F5344CB8AC3E}">
        <p14:creationId xmlns:p14="http://schemas.microsoft.com/office/powerpoint/2010/main" val="3980824016"/>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7148</TotalTime>
  <Words>1359</Words>
  <Application>Microsoft Office PowerPoint</Application>
  <PresentationFormat>寬螢幕</PresentationFormat>
  <Paragraphs>200</Paragraphs>
  <Slides>24</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24</vt:i4>
      </vt:variant>
    </vt:vector>
  </HeadingPairs>
  <TitlesOfParts>
    <vt:vector size="29" baseType="lpstr">
      <vt:lpstr>Arial</vt:lpstr>
      <vt:lpstr>Calibri</vt:lpstr>
      <vt:lpstr>Segoe UI</vt:lpstr>
      <vt:lpstr>Symbol</vt:lpstr>
      <vt:lpstr>2018 Theme</vt:lpstr>
      <vt:lpstr>Customization Interfaces</vt:lpstr>
      <vt:lpstr>Copyright 2021 Insyde Software Corp., All Rights Reserved.</vt:lpstr>
      <vt:lpstr>Agenda</vt:lpstr>
      <vt:lpstr>Introduction</vt:lpstr>
      <vt:lpstr>Introduction Customization Interface Overview</vt:lpstr>
      <vt:lpstr>Introduction Standardized OEM Customization Style</vt:lpstr>
      <vt:lpstr>Introduction OEM Service Library</vt:lpstr>
      <vt:lpstr>InsydeH2O 5.4 Code Structure Insyde Source Code Structure – Eagle Stream</vt:lpstr>
      <vt:lpstr>Introduction Project Code Package (Board Package) – Eagle Stream</vt:lpstr>
      <vt:lpstr>How to Customize Via OEM Services</vt:lpstr>
      <vt:lpstr>How to Customize via OEM Services The Return Status</vt:lpstr>
      <vt:lpstr>How to Customize via OEM Services</vt:lpstr>
      <vt:lpstr>How to Customize via OEM Services</vt:lpstr>
      <vt:lpstr>How to Customize via OEM Services</vt:lpstr>
      <vt:lpstr>How to Customize via OEM Services Be Careful When Using EFI_SUCCESS</vt:lpstr>
      <vt:lpstr>How to Change PCDs at Build Time</vt:lpstr>
      <vt:lpstr>How to Change PCD at Build Time</vt:lpstr>
      <vt:lpstr>How to Use Override</vt:lpstr>
      <vt:lpstr>How to Use Override</vt:lpstr>
      <vt:lpstr>How to Use Override</vt:lpstr>
      <vt:lpstr>How to Use Override Override in Project.dsc</vt:lpstr>
      <vt:lpstr>How to Use Override Example</vt:lpstr>
      <vt:lpstr>How to Use Override Example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 Schulz</cp:lastModifiedBy>
  <cp:revision>107</cp:revision>
  <dcterms:created xsi:type="dcterms:W3CDTF">2018-02-02T23:50:52Z</dcterms:created>
  <dcterms:modified xsi:type="dcterms:W3CDTF">2021-03-08T12:46:17Z</dcterms:modified>
</cp:coreProperties>
</file>